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notesSlides/notesSlide2.xml" ContentType="application/vnd.openxmlformats-officedocument.presentationml.notesSlide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notesSlides/notesSlide3.xml" ContentType="application/vnd.openxmlformats-officedocument.presentationml.notesSlide+xml"/>
  <Override PartName="/ppt/diagrams/data24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ppt/diagrams/data25.xml" ContentType="application/vnd.openxmlformats-officedocument.drawingml.diagramData+xml"/>
  <Override PartName="/ppt/diagrams/layout25.xml" ContentType="application/vnd.openxmlformats-officedocument.drawingml.diagramLayout+xml"/>
  <Override PartName="/ppt/diagrams/quickStyle25.xml" ContentType="application/vnd.openxmlformats-officedocument.drawingml.diagramStyle+xml"/>
  <Override PartName="/ppt/diagrams/colors25.xml" ContentType="application/vnd.openxmlformats-officedocument.drawingml.diagramColors+xml"/>
  <Override PartName="/ppt/diagrams/drawing25.xml" ContentType="application/vnd.ms-office.drawingml.diagramDrawing+xml"/>
  <Override PartName="/ppt/diagrams/data26.xml" ContentType="application/vnd.openxmlformats-officedocument.drawingml.diagramData+xml"/>
  <Override PartName="/ppt/diagrams/layout26.xml" ContentType="application/vnd.openxmlformats-officedocument.drawingml.diagramLayout+xml"/>
  <Override PartName="/ppt/diagrams/quickStyle26.xml" ContentType="application/vnd.openxmlformats-officedocument.drawingml.diagramStyle+xml"/>
  <Override PartName="/ppt/diagrams/colors26.xml" ContentType="application/vnd.openxmlformats-officedocument.drawingml.diagramColors+xml"/>
  <Override PartName="/ppt/diagrams/drawing26.xml" ContentType="application/vnd.ms-office.drawingml.diagramDrawing+xml"/>
  <Override PartName="/ppt/notesSlides/notesSlide4.xml" ContentType="application/vnd.openxmlformats-officedocument.presentationml.notesSlide+xml"/>
  <Override PartName="/ppt/diagrams/data27.xml" ContentType="application/vnd.openxmlformats-officedocument.drawingml.diagramData+xml"/>
  <Override PartName="/ppt/diagrams/layout27.xml" ContentType="application/vnd.openxmlformats-officedocument.drawingml.diagramLayout+xml"/>
  <Override PartName="/ppt/diagrams/quickStyle27.xml" ContentType="application/vnd.openxmlformats-officedocument.drawingml.diagramStyle+xml"/>
  <Override PartName="/ppt/diagrams/colors27.xml" ContentType="application/vnd.openxmlformats-officedocument.drawingml.diagramColors+xml"/>
  <Override PartName="/ppt/diagrams/drawing27.xml" ContentType="application/vnd.ms-office.drawingml.diagramDrawing+xml"/>
  <Override PartName="/ppt/diagrams/data28.xml" ContentType="application/vnd.openxmlformats-officedocument.drawingml.diagramData+xml"/>
  <Override PartName="/ppt/diagrams/layout28.xml" ContentType="application/vnd.openxmlformats-officedocument.drawingml.diagramLayout+xml"/>
  <Override PartName="/ppt/diagrams/quickStyle28.xml" ContentType="application/vnd.openxmlformats-officedocument.drawingml.diagramStyle+xml"/>
  <Override PartName="/ppt/diagrams/colors28.xml" ContentType="application/vnd.openxmlformats-officedocument.drawingml.diagramColors+xml"/>
  <Override PartName="/ppt/diagrams/drawing28.xml" ContentType="application/vnd.ms-office.drawingml.diagramDrawing+xml"/>
  <Override PartName="/ppt/diagrams/data29.xml" ContentType="application/vnd.openxmlformats-officedocument.drawingml.diagramData+xml"/>
  <Override PartName="/ppt/diagrams/layout29.xml" ContentType="application/vnd.openxmlformats-officedocument.drawingml.diagramLayout+xml"/>
  <Override PartName="/ppt/diagrams/quickStyle29.xml" ContentType="application/vnd.openxmlformats-officedocument.drawingml.diagramStyle+xml"/>
  <Override PartName="/ppt/diagrams/colors29.xml" ContentType="application/vnd.openxmlformats-officedocument.drawingml.diagramColors+xml"/>
  <Override PartName="/ppt/diagrams/drawing29.xml" ContentType="application/vnd.ms-office.drawingml.diagramDrawing+xml"/>
  <Override PartName="/ppt/diagrams/data30.xml" ContentType="application/vnd.openxmlformats-officedocument.drawingml.diagramData+xml"/>
  <Override PartName="/ppt/diagrams/layout30.xml" ContentType="application/vnd.openxmlformats-officedocument.drawingml.diagramLayout+xml"/>
  <Override PartName="/ppt/diagrams/quickStyle30.xml" ContentType="application/vnd.openxmlformats-officedocument.drawingml.diagramStyle+xml"/>
  <Override PartName="/ppt/diagrams/colors30.xml" ContentType="application/vnd.openxmlformats-officedocument.drawingml.diagramColors+xml"/>
  <Override PartName="/ppt/diagrams/drawing30.xml" ContentType="application/vnd.ms-office.drawingml.diagramDrawing+xml"/>
  <Override PartName="/ppt/diagrams/data31.xml" ContentType="application/vnd.openxmlformats-officedocument.drawingml.diagramData+xml"/>
  <Override PartName="/ppt/diagrams/layout31.xml" ContentType="application/vnd.openxmlformats-officedocument.drawingml.diagramLayout+xml"/>
  <Override PartName="/ppt/diagrams/quickStyle31.xml" ContentType="application/vnd.openxmlformats-officedocument.drawingml.diagramStyle+xml"/>
  <Override PartName="/ppt/diagrams/colors31.xml" ContentType="application/vnd.openxmlformats-officedocument.drawingml.diagramColors+xml"/>
  <Override PartName="/ppt/diagrams/drawing31.xml" ContentType="application/vnd.ms-office.drawingml.diagramDrawing+xml"/>
  <Override PartName="/ppt/diagrams/data32.xml" ContentType="application/vnd.openxmlformats-officedocument.drawingml.diagramData+xml"/>
  <Override PartName="/ppt/diagrams/layout32.xml" ContentType="application/vnd.openxmlformats-officedocument.drawingml.diagramLayout+xml"/>
  <Override PartName="/ppt/diagrams/quickStyle32.xml" ContentType="application/vnd.openxmlformats-officedocument.drawingml.diagramStyle+xml"/>
  <Override PartName="/ppt/diagrams/colors32.xml" ContentType="application/vnd.openxmlformats-officedocument.drawingml.diagramColors+xml"/>
  <Override PartName="/ppt/diagrams/drawing32.xml" ContentType="application/vnd.ms-office.drawingml.diagramDrawing+xml"/>
  <Override PartName="/ppt/diagrams/data33.xml" ContentType="application/vnd.openxmlformats-officedocument.drawingml.diagramData+xml"/>
  <Override PartName="/ppt/diagrams/layout33.xml" ContentType="application/vnd.openxmlformats-officedocument.drawingml.diagramLayout+xml"/>
  <Override PartName="/ppt/diagrams/quickStyle33.xml" ContentType="application/vnd.openxmlformats-officedocument.drawingml.diagramStyle+xml"/>
  <Override PartName="/ppt/diagrams/colors33.xml" ContentType="application/vnd.openxmlformats-officedocument.drawingml.diagramColors+xml"/>
  <Override PartName="/ppt/diagrams/drawing33.xml" ContentType="application/vnd.ms-office.drawingml.diagramDrawing+xml"/>
  <Override PartName="/ppt/diagrams/data34.xml" ContentType="application/vnd.openxmlformats-officedocument.drawingml.diagramData+xml"/>
  <Override PartName="/ppt/diagrams/layout34.xml" ContentType="application/vnd.openxmlformats-officedocument.drawingml.diagramLayout+xml"/>
  <Override PartName="/ppt/diagrams/quickStyle34.xml" ContentType="application/vnd.openxmlformats-officedocument.drawingml.diagramStyle+xml"/>
  <Override PartName="/ppt/diagrams/colors34.xml" ContentType="application/vnd.openxmlformats-officedocument.drawingml.diagramColors+xml"/>
  <Override PartName="/ppt/diagrams/drawing34.xml" ContentType="application/vnd.ms-office.drawingml.diagramDrawing+xml"/>
  <Override PartName="/ppt/diagrams/data35.xml" ContentType="application/vnd.openxmlformats-officedocument.drawingml.diagramData+xml"/>
  <Override PartName="/ppt/diagrams/layout35.xml" ContentType="application/vnd.openxmlformats-officedocument.drawingml.diagramLayout+xml"/>
  <Override PartName="/ppt/diagrams/quickStyle35.xml" ContentType="application/vnd.openxmlformats-officedocument.drawingml.diagramStyle+xml"/>
  <Override PartName="/ppt/diagrams/colors35.xml" ContentType="application/vnd.openxmlformats-officedocument.drawingml.diagramColors+xml"/>
  <Override PartName="/ppt/diagrams/drawing35.xml" ContentType="application/vnd.ms-office.drawingml.diagramDrawing+xml"/>
  <Override PartName="/ppt/diagrams/data36.xml" ContentType="application/vnd.openxmlformats-officedocument.drawingml.diagramData+xml"/>
  <Override PartName="/ppt/diagrams/layout36.xml" ContentType="application/vnd.openxmlformats-officedocument.drawingml.diagramLayout+xml"/>
  <Override PartName="/ppt/diagrams/quickStyle36.xml" ContentType="application/vnd.openxmlformats-officedocument.drawingml.diagramStyle+xml"/>
  <Override PartName="/ppt/diagrams/colors36.xml" ContentType="application/vnd.openxmlformats-officedocument.drawingml.diagramColors+xml"/>
  <Override PartName="/ppt/diagrams/drawing36.xml" ContentType="application/vnd.ms-office.drawingml.diagramDrawing+xml"/>
  <Override PartName="/ppt/diagrams/data37.xml" ContentType="application/vnd.openxmlformats-officedocument.drawingml.diagramData+xml"/>
  <Override PartName="/ppt/diagrams/layout37.xml" ContentType="application/vnd.openxmlformats-officedocument.drawingml.diagramLayout+xml"/>
  <Override PartName="/ppt/diagrams/quickStyle37.xml" ContentType="application/vnd.openxmlformats-officedocument.drawingml.diagramStyle+xml"/>
  <Override PartName="/ppt/diagrams/colors37.xml" ContentType="application/vnd.openxmlformats-officedocument.drawingml.diagramColors+xml"/>
  <Override PartName="/ppt/diagrams/drawing37.xml" ContentType="application/vnd.ms-office.drawingml.diagramDrawing+xml"/>
  <Override PartName="/ppt/diagrams/data38.xml" ContentType="application/vnd.openxmlformats-officedocument.drawingml.diagramData+xml"/>
  <Override PartName="/ppt/diagrams/layout38.xml" ContentType="application/vnd.openxmlformats-officedocument.drawingml.diagramLayout+xml"/>
  <Override PartName="/ppt/diagrams/quickStyle38.xml" ContentType="application/vnd.openxmlformats-officedocument.drawingml.diagramStyle+xml"/>
  <Override PartName="/ppt/diagrams/colors38.xml" ContentType="application/vnd.openxmlformats-officedocument.drawingml.diagramColors+xml"/>
  <Override PartName="/ppt/diagrams/drawing38.xml" ContentType="application/vnd.ms-office.drawingml.diagramDrawing+xml"/>
  <Override PartName="/ppt/diagrams/data39.xml" ContentType="application/vnd.openxmlformats-officedocument.drawingml.diagramData+xml"/>
  <Override PartName="/ppt/diagrams/layout39.xml" ContentType="application/vnd.openxmlformats-officedocument.drawingml.diagramLayout+xml"/>
  <Override PartName="/ppt/diagrams/quickStyle39.xml" ContentType="application/vnd.openxmlformats-officedocument.drawingml.diagramStyle+xml"/>
  <Override PartName="/ppt/diagrams/colors39.xml" ContentType="application/vnd.openxmlformats-officedocument.drawingml.diagramColors+xml"/>
  <Override PartName="/ppt/diagrams/drawing39.xml" ContentType="application/vnd.ms-office.drawingml.diagramDrawing+xml"/>
  <Override PartName="/ppt/diagrams/data40.xml" ContentType="application/vnd.openxmlformats-officedocument.drawingml.diagramData+xml"/>
  <Override PartName="/ppt/diagrams/layout40.xml" ContentType="application/vnd.openxmlformats-officedocument.drawingml.diagramLayout+xml"/>
  <Override PartName="/ppt/diagrams/quickStyle40.xml" ContentType="application/vnd.openxmlformats-officedocument.drawingml.diagramStyle+xml"/>
  <Override PartName="/ppt/diagrams/colors40.xml" ContentType="application/vnd.openxmlformats-officedocument.drawingml.diagramColors+xml"/>
  <Override PartName="/ppt/diagrams/drawing40.xml" ContentType="application/vnd.ms-office.drawingml.diagramDrawing+xml"/>
  <Override PartName="/ppt/diagrams/data41.xml" ContentType="application/vnd.openxmlformats-officedocument.drawingml.diagramData+xml"/>
  <Override PartName="/ppt/diagrams/layout41.xml" ContentType="application/vnd.openxmlformats-officedocument.drawingml.diagramLayout+xml"/>
  <Override PartName="/ppt/diagrams/quickStyle41.xml" ContentType="application/vnd.openxmlformats-officedocument.drawingml.diagramStyle+xml"/>
  <Override PartName="/ppt/diagrams/colors41.xml" ContentType="application/vnd.openxmlformats-officedocument.drawingml.diagramColors+xml"/>
  <Override PartName="/ppt/diagrams/drawing41.xml" ContentType="application/vnd.ms-office.drawingml.diagramDrawing+xml"/>
  <Override PartName="/ppt/notesSlides/notesSlide5.xml" ContentType="application/vnd.openxmlformats-officedocument.presentationml.notesSlide+xml"/>
  <Override PartName="/ppt/diagrams/data42.xml" ContentType="application/vnd.openxmlformats-officedocument.drawingml.diagramData+xml"/>
  <Override PartName="/ppt/diagrams/layout42.xml" ContentType="application/vnd.openxmlformats-officedocument.drawingml.diagramLayout+xml"/>
  <Override PartName="/ppt/diagrams/quickStyle42.xml" ContentType="application/vnd.openxmlformats-officedocument.drawingml.diagramStyle+xml"/>
  <Override PartName="/ppt/diagrams/colors42.xml" ContentType="application/vnd.openxmlformats-officedocument.drawingml.diagramColors+xml"/>
  <Override PartName="/ppt/diagrams/drawing42.xml" ContentType="application/vnd.ms-office.drawingml.diagramDrawing+xml"/>
  <Override PartName="/ppt/diagrams/data43.xml" ContentType="application/vnd.openxmlformats-officedocument.drawingml.diagramData+xml"/>
  <Override PartName="/ppt/diagrams/layout43.xml" ContentType="application/vnd.openxmlformats-officedocument.drawingml.diagramLayout+xml"/>
  <Override PartName="/ppt/diagrams/quickStyle43.xml" ContentType="application/vnd.openxmlformats-officedocument.drawingml.diagramStyle+xml"/>
  <Override PartName="/ppt/diagrams/colors43.xml" ContentType="application/vnd.openxmlformats-officedocument.drawingml.diagramColors+xml"/>
  <Override PartName="/ppt/diagrams/drawing43.xml" ContentType="application/vnd.ms-office.drawingml.diagramDrawing+xml"/>
  <Override PartName="/ppt/diagrams/data44.xml" ContentType="application/vnd.openxmlformats-officedocument.drawingml.diagramData+xml"/>
  <Override PartName="/ppt/diagrams/layout44.xml" ContentType="application/vnd.openxmlformats-officedocument.drawingml.diagramLayout+xml"/>
  <Override PartName="/ppt/diagrams/quickStyle44.xml" ContentType="application/vnd.openxmlformats-officedocument.drawingml.diagramStyle+xml"/>
  <Override PartName="/ppt/diagrams/colors44.xml" ContentType="application/vnd.openxmlformats-officedocument.drawingml.diagramColors+xml"/>
  <Override PartName="/ppt/diagrams/drawing44.xml" ContentType="application/vnd.ms-office.drawingml.diagramDrawing+xml"/>
  <Override PartName="/ppt/notesSlides/notesSlide6.xml" ContentType="application/vnd.openxmlformats-officedocument.presentationml.notesSlide+xml"/>
  <Override PartName="/ppt/diagrams/data45.xml" ContentType="application/vnd.openxmlformats-officedocument.drawingml.diagramData+xml"/>
  <Override PartName="/ppt/diagrams/layout45.xml" ContentType="application/vnd.openxmlformats-officedocument.drawingml.diagramLayout+xml"/>
  <Override PartName="/ppt/diagrams/quickStyle45.xml" ContentType="application/vnd.openxmlformats-officedocument.drawingml.diagramStyle+xml"/>
  <Override PartName="/ppt/diagrams/colors45.xml" ContentType="application/vnd.openxmlformats-officedocument.drawingml.diagramColors+xml"/>
  <Override PartName="/ppt/diagrams/drawing45.xml" ContentType="application/vnd.ms-office.drawingml.diagramDrawing+xml"/>
  <Override PartName="/ppt/diagrams/data46.xml" ContentType="application/vnd.openxmlformats-officedocument.drawingml.diagramData+xml"/>
  <Override PartName="/ppt/diagrams/layout46.xml" ContentType="application/vnd.openxmlformats-officedocument.drawingml.diagramLayout+xml"/>
  <Override PartName="/ppt/diagrams/quickStyle46.xml" ContentType="application/vnd.openxmlformats-officedocument.drawingml.diagramStyle+xml"/>
  <Override PartName="/ppt/diagrams/colors46.xml" ContentType="application/vnd.openxmlformats-officedocument.drawingml.diagramColors+xml"/>
  <Override PartName="/ppt/diagrams/drawing46.xml" ContentType="application/vnd.ms-office.drawingml.diagramDrawing+xml"/>
  <Override PartName="/ppt/diagrams/data47.xml" ContentType="application/vnd.openxmlformats-officedocument.drawingml.diagramData+xml"/>
  <Override PartName="/ppt/diagrams/layout47.xml" ContentType="application/vnd.openxmlformats-officedocument.drawingml.diagramLayout+xml"/>
  <Override PartName="/ppt/diagrams/quickStyle47.xml" ContentType="application/vnd.openxmlformats-officedocument.drawingml.diagramStyle+xml"/>
  <Override PartName="/ppt/diagrams/colors47.xml" ContentType="application/vnd.openxmlformats-officedocument.drawingml.diagramColors+xml"/>
  <Override PartName="/ppt/diagrams/drawing47.xml" ContentType="application/vnd.ms-office.drawingml.diagramDrawing+xml"/>
  <Override PartName="/ppt/diagrams/data48.xml" ContentType="application/vnd.openxmlformats-officedocument.drawingml.diagramData+xml"/>
  <Override PartName="/ppt/diagrams/layout48.xml" ContentType="application/vnd.openxmlformats-officedocument.drawingml.diagramLayout+xml"/>
  <Override PartName="/ppt/diagrams/quickStyle48.xml" ContentType="application/vnd.openxmlformats-officedocument.drawingml.diagramStyle+xml"/>
  <Override PartName="/ppt/diagrams/colors48.xml" ContentType="application/vnd.openxmlformats-officedocument.drawingml.diagramColors+xml"/>
  <Override PartName="/ppt/diagrams/drawing48.xml" ContentType="application/vnd.ms-office.drawingml.diagramDrawing+xml"/>
  <Override PartName="/ppt/diagrams/data49.xml" ContentType="application/vnd.openxmlformats-officedocument.drawingml.diagramData+xml"/>
  <Override PartName="/ppt/diagrams/layout49.xml" ContentType="application/vnd.openxmlformats-officedocument.drawingml.diagramLayout+xml"/>
  <Override PartName="/ppt/diagrams/quickStyle49.xml" ContentType="application/vnd.openxmlformats-officedocument.drawingml.diagramStyle+xml"/>
  <Override PartName="/ppt/diagrams/colors49.xml" ContentType="application/vnd.openxmlformats-officedocument.drawingml.diagramColors+xml"/>
  <Override PartName="/ppt/diagrams/drawing49.xml" ContentType="application/vnd.ms-office.drawingml.diagramDrawing+xml"/>
  <Override PartName="/ppt/diagrams/data50.xml" ContentType="application/vnd.openxmlformats-officedocument.drawingml.diagramData+xml"/>
  <Override PartName="/ppt/diagrams/layout50.xml" ContentType="application/vnd.openxmlformats-officedocument.drawingml.diagramLayout+xml"/>
  <Override PartName="/ppt/diagrams/quickStyle50.xml" ContentType="application/vnd.openxmlformats-officedocument.drawingml.diagramStyle+xml"/>
  <Override PartName="/ppt/diagrams/colors50.xml" ContentType="application/vnd.openxmlformats-officedocument.drawingml.diagramColors+xml"/>
  <Override PartName="/ppt/diagrams/drawing50.xml" ContentType="application/vnd.ms-office.drawingml.diagramDrawing+xml"/>
  <Override PartName="/ppt/notesSlides/notesSlide7.xml" ContentType="application/vnd.openxmlformats-officedocument.presentationml.notesSlide+xml"/>
  <Override PartName="/ppt/diagrams/data51.xml" ContentType="application/vnd.openxmlformats-officedocument.drawingml.diagramData+xml"/>
  <Override PartName="/ppt/diagrams/layout51.xml" ContentType="application/vnd.openxmlformats-officedocument.drawingml.diagramLayout+xml"/>
  <Override PartName="/ppt/diagrams/quickStyle51.xml" ContentType="application/vnd.openxmlformats-officedocument.drawingml.diagramStyle+xml"/>
  <Override PartName="/ppt/diagrams/colors51.xml" ContentType="application/vnd.openxmlformats-officedocument.drawingml.diagramColors+xml"/>
  <Override PartName="/ppt/diagrams/drawing51.xml" ContentType="application/vnd.ms-office.drawingml.diagramDrawing+xml"/>
  <Override PartName="/ppt/diagrams/data52.xml" ContentType="application/vnd.openxmlformats-officedocument.drawingml.diagramData+xml"/>
  <Override PartName="/ppt/diagrams/layout52.xml" ContentType="application/vnd.openxmlformats-officedocument.drawingml.diagramLayout+xml"/>
  <Override PartName="/ppt/diagrams/quickStyle52.xml" ContentType="application/vnd.openxmlformats-officedocument.drawingml.diagramStyle+xml"/>
  <Override PartName="/ppt/diagrams/colors52.xml" ContentType="application/vnd.openxmlformats-officedocument.drawingml.diagramColors+xml"/>
  <Override PartName="/ppt/diagrams/drawing52.xml" ContentType="application/vnd.ms-office.drawingml.diagramDrawing+xml"/>
  <Override PartName="/ppt/diagrams/data53.xml" ContentType="application/vnd.openxmlformats-officedocument.drawingml.diagramData+xml"/>
  <Override PartName="/ppt/diagrams/layout53.xml" ContentType="application/vnd.openxmlformats-officedocument.drawingml.diagramLayout+xml"/>
  <Override PartName="/ppt/diagrams/quickStyle53.xml" ContentType="application/vnd.openxmlformats-officedocument.drawingml.diagramStyle+xml"/>
  <Override PartName="/ppt/diagrams/colors53.xml" ContentType="application/vnd.openxmlformats-officedocument.drawingml.diagramColors+xml"/>
  <Override PartName="/ppt/diagrams/drawing53.xml" ContentType="application/vnd.ms-office.drawingml.diagramDrawing+xml"/>
  <Override PartName="/ppt/diagrams/data54.xml" ContentType="application/vnd.openxmlformats-officedocument.drawingml.diagramData+xml"/>
  <Override PartName="/ppt/diagrams/layout54.xml" ContentType="application/vnd.openxmlformats-officedocument.drawingml.diagramLayout+xml"/>
  <Override PartName="/ppt/diagrams/quickStyle54.xml" ContentType="application/vnd.openxmlformats-officedocument.drawingml.diagramStyle+xml"/>
  <Override PartName="/ppt/diagrams/colors54.xml" ContentType="application/vnd.openxmlformats-officedocument.drawingml.diagramColors+xml"/>
  <Override PartName="/ppt/diagrams/drawing54.xml" ContentType="application/vnd.ms-office.drawingml.diagramDrawing+xml"/>
  <Override PartName="/ppt/diagrams/data55.xml" ContentType="application/vnd.openxmlformats-officedocument.drawingml.diagramData+xml"/>
  <Override PartName="/ppt/diagrams/layout55.xml" ContentType="application/vnd.openxmlformats-officedocument.drawingml.diagramLayout+xml"/>
  <Override PartName="/ppt/diagrams/quickStyle55.xml" ContentType="application/vnd.openxmlformats-officedocument.drawingml.diagramStyle+xml"/>
  <Override PartName="/ppt/diagrams/colors55.xml" ContentType="application/vnd.openxmlformats-officedocument.drawingml.diagramColors+xml"/>
  <Override PartName="/ppt/diagrams/drawing55.xml" ContentType="application/vnd.ms-office.drawingml.diagramDrawing+xml"/>
  <Override PartName="/ppt/notesSlides/notesSlide8.xml" ContentType="application/vnd.openxmlformats-officedocument.presentationml.notesSlide+xml"/>
  <Override PartName="/ppt/diagrams/data56.xml" ContentType="application/vnd.openxmlformats-officedocument.drawingml.diagramData+xml"/>
  <Override PartName="/ppt/diagrams/layout56.xml" ContentType="application/vnd.openxmlformats-officedocument.drawingml.diagramLayout+xml"/>
  <Override PartName="/ppt/diagrams/quickStyle56.xml" ContentType="application/vnd.openxmlformats-officedocument.drawingml.diagramStyle+xml"/>
  <Override PartName="/ppt/diagrams/colors56.xml" ContentType="application/vnd.openxmlformats-officedocument.drawingml.diagramColors+xml"/>
  <Override PartName="/ppt/diagrams/drawing56.xml" ContentType="application/vnd.ms-office.drawingml.diagramDrawing+xml"/>
  <Override PartName="/ppt/notesSlides/notesSlide9.xml" ContentType="application/vnd.openxmlformats-officedocument.presentationml.notesSlide+xml"/>
  <Override PartName="/ppt/diagrams/data57.xml" ContentType="application/vnd.openxmlformats-officedocument.drawingml.diagramData+xml"/>
  <Override PartName="/ppt/diagrams/layout57.xml" ContentType="application/vnd.openxmlformats-officedocument.drawingml.diagramLayout+xml"/>
  <Override PartName="/ppt/diagrams/quickStyle57.xml" ContentType="application/vnd.openxmlformats-officedocument.drawingml.diagramStyle+xml"/>
  <Override PartName="/ppt/diagrams/colors57.xml" ContentType="application/vnd.openxmlformats-officedocument.drawingml.diagramColors+xml"/>
  <Override PartName="/ppt/diagrams/drawing57.xml" ContentType="application/vnd.ms-office.drawingml.diagramDrawing+xml"/>
  <Override PartName="/ppt/diagrams/data58.xml" ContentType="application/vnd.openxmlformats-officedocument.drawingml.diagramData+xml"/>
  <Override PartName="/ppt/diagrams/layout58.xml" ContentType="application/vnd.openxmlformats-officedocument.drawingml.diagramLayout+xml"/>
  <Override PartName="/ppt/diagrams/quickStyle58.xml" ContentType="application/vnd.openxmlformats-officedocument.drawingml.diagramStyle+xml"/>
  <Override PartName="/ppt/diagrams/colors58.xml" ContentType="application/vnd.openxmlformats-officedocument.drawingml.diagramColors+xml"/>
  <Override PartName="/ppt/diagrams/drawing58.xml" ContentType="application/vnd.ms-office.drawingml.diagramDrawing+xml"/>
  <Override PartName="/ppt/diagrams/data59.xml" ContentType="application/vnd.openxmlformats-officedocument.drawingml.diagramData+xml"/>
  <Override PartName="/ppt/diagrams/layout59.xml" ContentType="application/vnd.openxmlformats-officedocument.drawingml.diagramLayout+xml"/>
  <Override PartName="/ppt/diagrams/quickStyle59.xml" ContentType="application/vnd.openxmlformats-officedocument.drawingml.diagramStyle+xml"/>
  <Override PartName="/ppt/diagrams/colors59.xml" ContentType="application/vnd.openxmlformats-officedocument.drawingml.diagramColors+xml"/>
  <Override PartName="/ppt/diagrams/drawing59.xml" ContentType="application/vnd.ms-office.drawingml.diagramDrawing+xml"/>
  <Override PartName="/ppt/diagrams/data60.xml" ContentType="application/vnd.openxmlformats-officedocument.drawingml.diagramData+xml"/>
  <Override PartName="/ppt/diagrams/layout60.xml" ContentType="application/vnd.openxmlformats-officedocument.drawingml.diagramLayout+xml"/>
  <Override PartName="/ppt/diagrams/quickStyle60.xml" ContentType="application/vnd.openxmlformats-officedocument.drawingml.diagramStyle+xml"/>
  <Override PartName="/ppt/diagrams/colors60.xml" ContentType="application/vnd.openxmlformats-officedocument.drawingml.diagramColors+xml"/>
  <Override PartName="/ppt/diagrams/drawing60.xml" ContentType="application/vnd.ms-office.drawingml.diagramDrawing+xml"/>
  <Override PartName="/ppt/diagrams/data61.xml" ContentType="application/vnd.openxmlformats-officedocument.drawingml.diagramData+xml"/>
  <Override PartName="/ppt/diagrams/layout61.xml" ContentType="application/vnd.openxmlformats-officedocument.drawingml.diagramLayout+xml"/>
  <Override PartName="/ppt/diagrams/quickStyle61.xml" ContentType="application/vnd.openxmlformats-officedocument.drawingml.diagramStyle+xml"/>
  <Override PartName="/ppt/diagrams/colors61.xml" ContentType="application/vnd.openxmlformats-officedocument.drawingml.diagramColors+xml"/>
  <Override PartName="/ppt/diagrams/drawing61.xml" ContentType="application/vnd.ms-office.drawingml.diagramDrawing+xml"/>
  <Override PartName="/ppt/diagrams/data62.xml" ContentType="application/vnd.openxmlformats-officedocument.drawingml.diagramData+xml"/>
  <Override PartName="/ppt/diagrams/layout62.xml" ContentType="application/vnd.openxmlformats-officedocument.drawingml.diagramLayout+xml"/>
  <Override PartName="/ppt/diagrams/quickStyle62.xml" ContentType="application/vnd.openxmlformats-officedocument.drawingml.diagramStyle+xml"/>
  <Override PartName="/ppt/diagrams/colors62.xml" ContentType="application/vnd.openxmlformats-officedocument.drawingml.diagramColors+xml"/>
  <Override PartName="/ppt/diagrams/drawing62.xml" ContentType="application/vnd.ms-office.drawingml.diagramDrawing+xml"/>
  <Override PartName="/ppt/diagrams/data63.xml" ContentType="application/vnd.openxmlformats-officedocument.drawingml.diagramData+xml"/>
  <Override PartName="/ppt/diagrams/layout63.xml" ContentType="application/vnd.openxmlformats-officedocument.drawingml.diagramLayout+xml"/>
  <Override PartName="/ppt/diagrams/quickStyle63.xml" ContentType="application/vnd.openxmlformats-officedocument.drawingml.diagramStyle+xml"/>
  <Override PartName="/ppt/diagrams/colors63.xml" ContentType="application/vnd.openxmlformats-officedocument.drawingml.diagramColors+xml"/>
  <Override PartName="/ppt/diagrams/drawing63.xml" ContentType="application/vnd.ms-office.drawingml.diagramDrawing+xml"/>
  <Override PartName="/ppt/notesSlides/notesSlide10.xml" ContentType="application/vnd.openxmlformats-officedocument.presentationml.notesSlide+xml"/>
  <Override PartName="/ppt/diagrams/data64.xml" ContentType="application/vnd.openxmlformats-officedocument.drawingml.diagramData+xml"/>
  <Override PartName="/ppt/diagrams/layout64.xml" ContentType="application/vnd.openxmlformats-officedocument.drawingml.diagramLayout+xml"/>
  <Override PartName="/ppt/diagrams/quickStyle64.xml" ContentType="application/vnd.openxmlformats-officedocument.drawingml.diagramStyle+xml"/>
  <Override PartName="/ppt/diagrams/colors64.xml" ContentType="application/vnd.openxmlformats-officedocument.drawingml.diagramColors+xml"/>
  <Override PartName="/ppt/diagrams/drawing64.xml" ContentType="application/vnd.ms-office.drawingml.diagramDrawing+xml"/>
  <Override PartName="/ppt/diagrams/data65.xml" ContentType="application/vnd.openxmlformats-officedocument.drawingml.diagramData+xml"/>
  <Override PartName="/ppt/diagrams/layout65.xml" ContentType="application/vnd.openxmlformats-officedocument.drawingml.diagramLayout+xml"/>
  <Override PartName="/ppt/diagrams/quickStyle65.xml" ContentType="application/vnd.openxmlformats-officedocument.drawingml.diagramStyle+xml"/>
  <Override PartName="/ppt/diagrams/colors65.xml" ContentType="application/vnd.openxmlformats-officedocument.drawingml.diagramColors+xml"/>
  <Override PartName="/ppt/diagrams/drawing65.xml" ContentType="application/vnd.ms-office.drawingml.diagramDrawing+xml"/>
  <Override PartName="/ppt/diagrams/data66.xml" ContentType="application/vnd.openxmlformats-officedocument.drawingml.diagramData+xml"/>
  <Override PartName="/ppt/diagrams/layout66.xml" ContentType="application/vnd.openxmlformats-officedocument.drawingml.diagramLayout+xml"/>
  <Override PartName="/ppt/diagrams/quickStyle66.xml" ContentType="application/vnd.openxmlformats-officedocument.drawingml.diagramStyle+xml"/>
  <Override PartName="/ppt/diagrams/colors66.xml" ContentType="application/vnd.openxmlformats-officedocument.drawingml.diagramColors+xml"/>
  <Override PartName="/ppt/diagrams/drawing66.xml" ContentType="application/vnd.ms-office.drawingml.diagramDrawing+xml"/>
  <Override PartName="/ppt/diagrams/data67.xml" ContentType="application/vnd.openxmlformats-officedocument.drawingml.diagramData+xml"/>
  <Override PartName="/ppt/diagrams/layout67.xml" ContentType="application/vnd.openxmlformats-officedocument.drawingml.diagramLayout+xml"/>
  <Override PartName="/ppt/diagrams/quickStyle67.xml" ContentType="application/vnd.openxmlformats-officedocument.drawingml.diagramStyle+xml"/>
  <Override PartName="/ppt/diagrams/colors67.xml" ContentType="application/vnd.openxmlformats-officedocument.drawingml.diagramColors+xml"/>
  <Override PartName="/ppt/diagrams/drawing67.xml" ContentType="application/vnd.ms-office.drawingml.diagramDrawing+xml"/>
  <Override PartName="/ppt/diagrams/data68.xml" ContentType="application/vnd.openxmlformats-officedocument.drawingml.diagramData+xml"/>
  <Override PartName="/ppt/diagrams/layout68.xml" ContentType="application/vnd.openxmlformats-officedocument.drawingml.diagramLayout+xml"/>
  <Override PartName="/ppt/diagrams/quickStyle68.xml" ContentType="application/vnd.openxmlformats-officedocument.drawingml.diagramStyle+xml"/>
  <Override PartName="/ppt/diagrams/colors68.xml" ContentType="application/vnd.openxmlformats-officedocument.drawingml.diagramColors+xml"/>
  <Override PartName="/ppt/diagrams/drawing68.xml" ContentType="application/vnd.ms-office.drawingml.diagramDrawing+xml"/>
  <Override PartName="/ppt/diagrams/data69.xml" ContentType="application/vnd.openxmlformats-officedocument.drawingml.diagramData+xml"/>
  <Override PartName="/ppt/diagrams/layout69.xml" ContentType="application/vnd.openxmlformats-officedocument.drawingml.diagramLayout+xml"/>
  <Override PartName="/ppt/diagrams/quickStyle69.xml" ContentType="application/vnd.openxmlformats-officedocument.drawingml.diagramStyle+xml"/>
  <Override PartName="/ppt/diagrams/colors69.xml" ContentType="application/vnd.openxmlformats-officedocument.drawingml.diagramColors+xml"/>
  <Override PartName="/ppt/diagrams/drawing69.xml" ContentType="application/vnd.ms-office.drawingml.diagramDrawing+xml"/>
  <Override PartName="/ppt/diagrams/data70.xml" ContentType="application/vnd.openxmlformats-officedocument.drawingml.diagramData+xml"/>
  <Override PartName="/ppt/diagrams/layout70.xml" ContentType="application/vnd.openxmlformats-officedocument.drawingml.diagramLayout+xml"/>
  <Override PartName="/ppt/diagrams/quickStyle70.xml" ContentType="application/vnd.openxmlformats-officedocument.drawingml.diagramStyle+xml"/>
  <Override PartName="/ppt/diagrams/colors70.xml" ContentType="application/vnd.openxmlformats-officedocument.drawingml.diagramColors+xml"/>
  <Override PartName="/ppt/diagrams/drawing70.xml" ContentType="application/vnd.ms-office.drawingml.diagramDrawing+xml"/>
  <Override PartName="/ppt/diagrams/data71.xml" ContentType="application/vnd.openxmlformats-officedocument.drawingml.diagramData+xml"/>
  <Override PartName="/ppt/diagrams/layout71.xml" ContentType="application/vnd.openxmlformats-officedocument.drawingml.diagramLayout+xml"/>
  <Override PartName="/ppt/diagrams/quickStyle71.xml" ContentType="application/vnd.openxmlformats-officedocument.drawingml.diagramStyle+xml"/>
  <Override PartName="/ppt/diagrams/colors71.xml" ContentType="application/vnd.openxmlformats-officedocument.drawingml.diagramColors+xml"/>
  <Override PartName="/ppt/diagrams/drawing71.xml" ContentType="application/vnd.ms-office.drawingml.diagramDrawing+xml"/>
  <Override PartName="/ppt/diagrams/data72.xml" ContentType="application/vnd.openxmlformats-officedocument.drawingml.diagramData+xml"/>
  <Override PartName="/ppt/diagrams/layout72.xml" ContentType="application/vnd.openxmlformats-officedocument.drawingml.diagramLayout+xml"/>
  <Override PartName="/ppt/diagrams/quickStyle72.xml" ContentType="application/vnd.openxmlformats-officedocument.drawingml.diagramStyle+xml"/>
  <Override PartName="/ppt/diagrams/colors72.xml" ContentType="application/vnd.openxmlformats-officedocument.drawingml.diagramColors+xml"/>
  <Override PartName="/ppt/diagrams/drawing72.xml" ContentType="application/vnd.ms-office.drawingml.diagramDrawing+xml"/>
  <Override PartName="/ppt/diagrams/data73.xml" ContentType="application/vnd.openxmlformats-officedocument.drawingml.diagramData+xml"/>
  <Override PartName="/ppt/diagrams/layout73.xml" ContentType="application/vnd.openxmlformats-officedocument.drawingml.diagramLayout+xml"/>
  <Override PartName="/ppt/diagrams/quickStyle73.xml" ContentType="application/vnd.openxmlformats-officedocument.drawingml.diagramStyle+xml"/>
  <Override PartName="/ppt/diagrams/colors73.xml" ContentType="application/vnd.openxmlformats-officedocument.drawingml.diagramColors+xml"/>
  <Override PartName="/ppt/diagrams/drawing7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2"/>
  </p:notesMasterIdLst>
  <p:sldIdLst>
    <p:sldId id="2147483636" r:id="rId2"/>
    <p:sldId id="2147483643" r:id="rId3"/>
    <p:sldId id="2147483644" r:id="rId4"/>
    <p:sldId id="2147483635" r:id="rId5"/>
    <p:sldId id="2147483637" r:id="rId6"/>
    <p:sldId id="2147483639" r:id="rId7"/>
    <p:sldId id="256" r:id="rId8"/>
    <p:sldId id="257" r:id="rId9"/>
    <p:sldId id="258" r:id="rId10"/>
    <p:sldId id="2147483529" r:id="rId11"/>
    <p:sldId id="259" r:id="rId12"/>
    <p:sldId id="2147483530" r:id="rId13"/>
    <p:sldId id="2147483531" r:id="rId14"/>
    <p:sldId id="2147483532" r:id="rId15"/>
    <p:sldId id="2147483533" r:id="rId16"/>
    <p:sldId id="2147483534" r:id="rId17"/>
    <p:sldId id="2147483535" r:id="rId18"/>
    <p:sldId id="2147483536" r:id="rId19"/>
    <p:sldId id="2147483537" r:id="rId20"/>
    <p:sldId id="2147483538" r:id="rId21"/>
    <p:sldId id="2147483539" r:id="rId22"/>
    <p:sldId id="2147483540" r:id="rId23"/>
    <p:sldId id="2147483541" r:id="rId24"/>
    <p:sldId id="2147483542" r:id="rId25"/>
    <p:sldId id="2147483543" r:id="rId26"/>
    <p:sldId id="2147483544" r:id="rId27"/>
    <p:sldId id="2147483545" r:id="rId28"/>
    <p:sldId id="2147483546" r:id="rId29"/>
    <p:sldId id="2147483547" r:id="rId30"/>
    <p:sldId id="2147483548" r:id="rId31"/>
    <p:sldId id="2147483549" r:id="rId32"/>
    <p:sldId id="2147483550" r:id="rId33"/>
    <p:sldId id="2147483551" r:id="rId34"/>
    <p:sldId id="2147483552" r:id="rId35"/>
    <p:sldId id="2147483553" r:id="rId36"/>
    <p:sldId id="2147483554" r:id="rId37"/>
    <p:sldId id="2147483555" r:id="rId38"/>
    <p:sldId id="2147483556" r:id="rId39"/>
    <p:sldId id="2147483557" r:id="rId40"/>
    <p:sldId id="2147483558" r:id="rId41"/>
    <p:sldId id="2147483559" r:id="rId42"/>
    <p:sldId id="2147483560" r:id="rId43"/>
    <p:sldId id="2147483561" r:id="rId44"/>
    <p:sldId id="2147483562" r:id="rId45"/>
    <p:sldId id="2147483563" r:id="rId46"/>
    <p:sldId id="2147483564" r:id="rId47"/>
    <p:sldId id="2147483565" r:id="rId48"/>
    <p:sldId id="2147483566" r:id="rId49"/>
    <p:sldId id="2147483567" r:id="rId50"/>
    <p:sldId id="2147483568" r:id="rId51"/>
    <p:sldId id="2147483569" r:id="rId52"/>
    <p:sldId id="2147483570" r:id="rId53"/>
    <p:sldId id="2147483571" r:id="rId54"/>
    <p:sldId id="2147483572" r:id="rId55"/>
    <p:sldId id="2147483573" r:id="rId56"/>
    <p:sldId id="2147483574" r:id="rId57"/>
    <p:sldId id="2147483575" r:id="rId58"/>
    <p:sldId id="2147483576" r:id="rId59"/>
    <p:sldId id="2147483577" r:id="rId60"/>
    <p:sldId id="2147483578" r:id="rId61"/>
    <p:sldId id="2147483579" r:id="rId62"/>
    <p:sldId id="2147483580" r:id="rId63"/>
    <p:sldId id="2147483581" r:id="rId64"/>
    <p:sldId id="2147483582" r:id="rId65"/>
    <p:sldId id="2147483583" r:id="rId66"/>
    <p:sldId id="2147483584" r:id="rId67"/>
    <p:sldId id="2147483585" r:id="rId68"/>
    <p:sldId id="2147483586" r:id="rId69"/>
    <p:sldId id="2147483587" r:id="rId70"/>
    <p:sldId id="2147483588" r:id="rId71"/>
    <p:sldId id="2147483589" r:id="rId72"/>
    <p:sldId id="2147483590" r:id="rId73"/>
    <p:sldId id="2147483591" r:id="rId74"/>
    <p:sldId id="2147483592" r:id="rId75"/>
    <p:sldId id="2147483593" r:id="rId76"/>
    <p:sldId id="2147483594" r:id="rId77"/>
    <p:sldId id="2147483595" r:id="rId78"/>
    <p:sldId id="2147483596" r:id="rId79"/>
    <p:sldId id="2147483597" r:id="rId80"/>
    <p:sldId id="2147483598" r:id="rId81"/>
    <p:sldId id="2147483599" r:id="rId82"/>
    <p:sldId id="2147483600" r:id="rId83"/>
    <p:sldId id="2147483601" r:id="rId84"/>
    <p:sldId id="2147483602" r:id="rId85"/>
    <p:sldId id="2147483603" r:id="rId86"/>
    <p:sldId id="2147483604" r:id="rId87"/>
    <p:sldId id="2147483605" r:id="rId88"/>
    <p:sldId id="2147483606" r:id="rId89"/>
    <p:sldId id="2147483640" r:id="rId90"/>
    <p:sldId id="2147483607" r:id="rId91"/>
    <p:sldId id="2147483608" r:id="rId92"/>
    <p:sldId id="2147483609" r:id="rId93"/>
    <p:sldId id="2147483610" r:id="rId94"/>
    <p:sldId id="2147483611" r:id="rId95"/>
    <p:sldId id="2147483612" r:id="rId96"/>
    <p:sldId id="2147483613" r:id="rId97"/>
    <p:sldId id="2147483614" r:id="rId98"/>
    <p:sldId id="2147483615" r:id="rId99"/>
    <p:sldId id="2147483616" r:id="rId100"/>
    <p:sldId id="2147483617" r:id="rId101"/>
    <p:sldId id="2147483642" r:id="rId102"/>
    <p:sldId id="2147483641" r:id="rId103"/>
    <p:sldId id="2147483618" r:id="rId104"/>
    <p:sldId id="2147483619" r:id="rId105"/>
    <p:sldId id="2147483620" r:id="rId106"/>
    <p:sldId id="2147483621" r:id="rId107"/>
    <p:sldId id="2147483622" r:id="rId108"/>
    <p:sldId id="2147483623" r:id="rId109"/>
    <p:sldId id="2147483624" r:id="rId110"/>
    <p:sldId id="2147483625" r:id="rId111"/>
    <p:sldId id="2147483626" r:id="rId112"/>
    <p:sldId id="2147483627" r:id="rId113"/>
    <p:sldId id="2147483628" r:id="rId114"/>
    <p:sldId id="2147483629" r:id="rId115"/>
    <p:sldId id="2147483630" r:id="rId116"/>
    <p:sldId id="2147483631" r:id="rId117"/>
    <p:sldId id="269" r:id="rId118"/>
    <p:sldId id="2147483645" r:id="rId119"/>
    <p:sldId id="2147483632" r:id="rId120"/>
    <p:sldId id="2147483633" r:id="rId1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82614" autoAdjust="0"/>
  </p:normalViewPr>
  <p:slideViewPr>
    <p:cSldViewPr snapToGrid="0">
      <p:cViewPr varScale="1">
        <p:scale>
          <a:sx n="68" d="100"/>
          <a:sy n="68" d="100"/>
        </p:scale>
        <p:origin x="123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presProps" Target="presProp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viewProps" Target="viewProp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svg"/><Relationship Id="rId1" Type="http://schemas.openxmlformats.org/officeDocument/2006/relationships/image" Target="../media/image16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svg"/><Relationship Id="rId1" Type="http://schemas.openxmlformats.org/officeDocument/2006/relationships/image" Target="../media/image19.svg"/></Relationships>
</file>

<file path=ppt/diagrams/_rels/data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svg"/><Relationship Id="rId1" Type="http://schemas.openxmlformats.org/officeDocument/2006/relationships/image" Target="../media/image24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svg"/><Relationship Id="rId1" Type="http://schemas.openxmlformats.org/officeDocument/2006/relationships/image" Target="../media/image26.svg"/></Relationships>
</file>

<file path=ppt/diagrams/_rels/data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33.svg"/><Relationship Id="rId1" Type="http://schemas.openxmlformats.org/officeDocument/2006/relationships/image" Target="../media/image32.svg"/><Relationship Id="rId4" Type="http://schemas.openxmlformats.org/officeDocument/2006/relationships/image" Target="../media/image35.svg"/></Relationships>
</file>

<file path=ppt/diagrams/_rels/data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svg"/><Relationship Id="rId2" Type="http://schemas.openxmlformats.org/officeDocument/2006/relationships/image" Target="../media/image38.svg"/><Relationship Id="rId1" Type="http://schemas.openxmlformats.org/officeDocument/2006/relationships/image" Target="../media/image37.svg"/><Relationship Id="rId4" Type="http://schemas.openxmlformats.org/officeDocument/2006/relationships/image" Target="../media/image40.svg"/></Relationships>
</file>

<file path=ppt/diagrams/_rels/data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svg"/><Relationship Id="rId2" Type="http://schemas.openxmlformats.org/officeDocument/2006/relationships/image" Target="../media/image42.svg"/><Relationship Id="rId1" Type="http://schemas.openxmlformats.org/officeDocument/2006/relationships/image" Target="../media/image41.svg"/></Relationships>
</file>

<file path=ppt/diagrams/_rels/data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svg"/><Relationship Id="rId2" Type="http://schemas.openxmlformats.org/officeDocument/2006/relationships/image" Target="../media/image44.svg"/><Relationship Id="rId1" Type="http://schemas.openxmlformats.org/officeDocument/2006/relationships/image" Target="../media/image39.svg"/></Relationships>
</file>

<file path=ppt/diagrams/_rels/data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svg"/><Relationship Id="rId2" Type="http://schemas.openxmlformats.org/officeDocument/2006/relationships/image" Target="../media/image49.svg"/><Relationship Id="rId1" Type="http://schemas.openxmlformats.org/officeDocument/2006/relationships/image" Target="../media/image48.svg"/><Relationship Id="rId5" Type="http://schemas.openxmlformats.org/officeDocument/2006/relationships/image" Target="../media/image52.svg"/><Relationship Id="rId4" Type="http://schemas.openxmlformats.org/officeDocument/2006/relationships/image" Target="../media/image51.svg"/></Relationships>
</file>

<file path=ppt/diagrams/_rels/data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svg"/><Relationship Id="rId2" Type="http://schemas.openxmlformats.org/officeDocument/2006/relationships/image" Target="../media/image54.svg"/><Relationship Id="rId1" Type="http://schemas.openxmlformats.org/officeDocument/2006/relationships/image" Target="../media/image53.svg"/><Relationship Id="rId4" Type="http://schemas.openxmlformats.org/officeDocument/2006/relationships/image" Target="../media/image56.svg"/></Relationships>
</file>

<file path=ppt/diagrams/_rels/data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svg"/><Relationship Id="rId2" Type="http://schemas.openxmlformats.org/officeDocument/2006/relationships/image" Target="../media/image59.svg"/><Relationship Id="rId1" Type="http://schemas.openxmlformats.org/officeDocument/2006/relationships/image" Target="../media/image58.svg"/></Relationships>
</file>

<file path=ppt/diagrams/_rels/data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svg"/><Relationship Id="rId2" Type="http://schemas.openxmlformats.org/officeDocument/2006/relationships/image" Target="../media/image62.svg"/><Relationship Id="rId1" Type="http://schemas.openxmlformats.org/officeDocument/2006/relationships/image" Target="../media/image61.svg"/><Relationship Id="rId5" Type="http://schemas.openxmlformats.org/officeDocument/2006/relationships/image" Target="../media/image64.svg"/><Relationship Id="rId4" Type="http://schemas.openxmlformats.org/officeDocument/2006/relationships/image" Target="../media/image35.svg"/></Relationships>
</file>

<file path=ppt/diagrams/_rels/data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svg"/><Relationship Id="rId2" Type="http://schemas.openxmlformats.org/officeDocument/2006/relationships/image" Target="../media/image66.svg"/><Relationship Id="rId1" Type="http://schemas.openxmlformats.org/officeDocument/2006/relationships/image" Target="../media/image65.svg"/><Relationship Id="rId4" Type="http://schemas.openxmlformats.org/officeDocument/2006/relationships/image" Target="../media/image68.svg"/></Relationships>
</file>

<file path=ppt/diagrams/_rels/data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svg"/><Relationship Id="rId2" Type="http://schemas.openxmlformats.org/officeDocument/2006/relationships/image" Target="../media/image70.svg"/><Relationship Id="rId1" Type="http://schemas.openxmlformats.org/officeDocument/2006/relationships/image" Target="../media/image69.svg"/><Relationship Id="rId4" Type="http://schemas.openxmlformats.org/officeDocument/2006/relationships/image" Target="../media/image72.svg"/></Relationships>
</file>

<file path=ppt/diagrams/_rels/data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svg"/><Relationship Id="rId2" Type="http://schemas.openxmlformats.org/officeDocument/2006/relationships/image" Target="../media/image74.svg"/><Relationship Id="rId1" Type="http://schemas.openxmlformats.org/officeDocument/2006/relationships/image" Target="../media/image16.svg"/></Relationships>
</file>

<file path=ppt/diagrams/_rels/data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svg"/><Relationship Id="rId2" Type="http://schemas.openxmlformats.org/officeDocument/2006/relationships/image" Target="../media/image77.svg"/><Relationship Id="rId1" Type="http://schemas.openxmlformats.org/officeDocument/2006/relationships/image" Target="../media/image76.svg"/><Relationship Id="rId4" Type="http://schemas.openxmlformats.org/officeDocument/2006/relationships/image" Target="../media/image79.svg"/></Relationships>
</file>

<file path=ppt/diagrams/_rels/data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svg"/><Relationship Id="rId2" Type="http://schemas.openxmlformats.org/officeDocument/2006/relationships/image" Target="../media/image86.svg"/><Relationship Id="rId1" Type="http://schemas.openxmlformats.org/officeDocument/2006/relationships/image" Target="../media/image85.svg"/><Relationship Id="rId5" Type="http://schemas.openxmlformats.org/officeDocument/2006/relationships/image" Target="../media/image89.svg"/><Relationship Id="rId4" Type="http://schemas.openxmlformats.org/officeDocument/2006/relationships/image" Target="../media/image88.svg"/></Relationships>
</file>

<file path=ppt/diagrams/_rels/data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svg"/><Relationship Id="rId2" Type="http://schemas.openxmlformats.org/officeDocument/2006/relationships/image" Target="../media/image96.svg"/><Relationship Id="rId1" Type="http://schemas.openxmlformats.org/officeDocument/2006/relationships/image" Target="../media/image61.svg"/><Relationship Id="rId5" Type="http://schemas.openxmlformats.org/officeDocument/2006/relationships/image" Target="../media/image99.svg"/><Relationship Id="rId4" Type="http://schemas.openxmlformats.org/officeDocument/2006/relationships/image" Target="../media/image98.svg"/></Relationships>
</file>

<file path=ppt/diagrams/_rels/data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svg"/><Relationship Id="rId2" Type="http://schemas.openxmlformats.org/officeDocument/2006/relationships/image" Target="../media/image101.svg"/><Relationship Id="rId1" Type="http://schemas.openxmlformats.org/officeDocument/2006/relationships/image" Target="../media/image100.svg"/><Relationship Id="rId4" Type="http://schemas.openxmlformats.org/officeDocument/2006/relationships/image" Target="../media/image103.svg"/></Relationships>
</file>

<file path=ppt/diagrams/_rels/data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svg"/><Relationship Id="rId2" Type="http://schemas.openxmlformats.org/officeDocument/2006/relationships/image" Target="../media/image104.svg"/><Relationship Id="rId1" Type="http://schemas.openxmlformats.org/officeDocument/2006/relationships/image" Target="../media/image16.svg"/><Relationship Id="rId4" Type="http://schemas.openxmlformats.org/officeDocument/2006/relationships/image" Target="../media/image106.svg"/></Relationships>
</file>

<file path=ppt/diagrams/_rels/data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svg"/><Relationship Id="rId2" Type="http://schemas.openxmlformats.org/officeDocument/2006/relationships/image" Target="../media/image110.svg"/><Relationship Id="rId1" Type="http://schemas.openxmlformats.org/officeDocument/2006/relationships/image" Target="../media/image109.svg"/><Relationship Id="rId4" Type="http://schemas.openxmlformats.org/officeDocument/2006/relationships/image" Target="../media/image112.svg"/></Relationships>
</file>

<file path=ppt/diagrams/_rels/data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svg"/><Relationship Id="rId2" Type="http://schemas.openxmlformats.org/officeDocument/2006/relationships/image" Target="../media/image114.svg"/><Relationship Id="rId1" Type="http://schemas.openxmlformats.org/officeDocument/2006/relationships/image" Target="../media/image113.svg"/><Relationship Id="rId4" Type="http://schemas.openxmlformats.org/officeDocument/2006/relationships/image" Target="../media/image116.svg"/></Relationships>
</file>

<file path=ppt/diagrams/_rels/data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svg"/><Relationship Id="rId2" Type="http://schemas.openxmlformats.org/officeDocument/2006/relationships/image" Target="../media/image119.svg"/><Relationship Id="rId1" Type="http://schemas.openxmlformats.org/officeDocument/2006/relationships/image" Target="../media/image118.svg"/><Relationship Id="rId4" Type="http://schemas.openxmlformats.org/officeDocument/2006/relationships/image" Target="../media/image121.svg"/></Relationships>
</file>

<file path=ppt/diagrams/_rels/data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svg"/><Relationship Id="rId2" Type="http://schemas.openxmlformats.org/officeDocument/2006/relationships/image" Target="../media/image124.svg"/><Relationship Id="rId1" Type="http://schemas.openxmlformats.org/officeDocument/2006/relationships/image" Target="../media/image123.svg"/><Relationship Id="rId4" Type="http://schemas.openxmlformats.org/officeDocument/2006/relationships/image" Target="../media/image72.svg"/></Relationships>
</file>

<file path=ppt/diagrams/_rels/data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svg"/><Relationship Id="rId2" Type="http://schemas.openxmlformats.org/officeDocument/2006/relationships/image" Target="../media/image129.svg"/><Relationship Id="rId1" Type="http://schemas.openxmlformats.org/officeDocument/2006/relationships/image" Target="../media/image16.svg"/><Relationship Id="rId5" Type="http://schemas.openxmlformats.org/officeDocument/2006/relationships/image" Target="../media/image132.svg"/><Relationship Id="rId4" Type="http://schemas.openxmlformats.org/officeDocument/2006/relationships/image" Target="../media/image131.svg"/></Relationships>
</file>

<file path=ppt/diagrams/_rels/data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svg"/><Relationship Id="rId2" Type="http://schemas.openxmlformats.org/officeDocument/2006/relationships/image" Target="../media/image136.svg"/><Relationship Id="rId1" Type="http://schemas.openxmlformats.org/officeDocument/2006/relationships/image" Target="../media/image135.svg"/><Relationship Id="rId4" Type="http://schemas.openxmlformats.org/officeDocument/2006/relationships/image" Target="../media/image137.svg"/></Relationships>
</file>

<file path=ppt/diagrams/_rels/data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svg"/><Relationship Id="rId2" Type="http://schemas.openxmlformats.org/officeDocument/2006/relationships/image" Target="../media/image139.svg"/><Relationship Id="rId1" Type="http://schemas.openxmlformats.org/officeDocument/2006/relationships/image" Target="../media/image138.svg"/><Relationship Id="rId4" Type="http://schemas.openxmlformats.org/officeDocument/2006/relationships/image" Target="../media/image140.svg"/></Relationships>
</file>

<file path=ppt/diagrams/_rels/data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4.svg"/><Relationship Id="rId2" Type="http://schemas.openxmlformats.org/officeDocument/2006/relationships/image" Target="../media/image143.svg"/><Relationship Id="rId1" Type="http://schemas.openxmlformats.org/officeDocument/2006/relationships/image" Target="../media/image142.svg"/><Relationship Id="rId4" Type="http://schemas.openxmlformats.org/officeDocument/2006/relationships/image" Target="../media/image145.svg"/></Relationships>
</file>

<file path=ppt/diagrams/_rels/data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svg"/><Relationship Id="rId2" Type="http://schemas.openxmlformats.org/officeDocument/2006/relationships/image" Target="../media/image149.svg"/><Relationship Id="rId1" Type="http://schemas.openxmlformats.org/officeDocument/2006/relationships/image" Target="../media/image148.svg"/></Relationships>
</file>

<file path=ppt/diagrams/_rels/data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svg"/><Relationship Id="rId2" Type="http://schemas.openxmlformats.org/officeDocument/2006/relationships/image" Target="../media/image152.svg"/><Relationship Id="rId1" Type="http://schemas.openxmlformats.org/officeDocument/2006/relationships/image" Target="../media/image151.svg"/><Relationship Id="rId4" Type="http://schemas.openxmlformats.org/officeDocument/2006/relationships/image" Target="../media/image106.svg"/></Relationships>
</file>

<file path=ppt/diagrams/_rels/data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6.svg"/><Relationship Id="rId2" Type="http://schemas.openxmlformats.org/officeDocument/2006/relationships/image" Target="../media/image155.svg"/><Relationship Id="rId1" Type="http://schemas.openxmlformats.org/officeDocument/2006/relationships/image" Target="../media/image154.svg"/><Relationship Id="rId4" Type="http://schemas.openxmlformats.org/officeDocument/2006/relationships/image" Target="../media/image112.svg"/></Relationships>
</file>

<file path=ppt/diagrams/_rels/data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2.svg"/><Relationship Id="rId2" Type="http://schemas.openxmlformats.org/officeDocument/2006/relationships/image" Target="../media/image155.svg"/><Relationship Id="rId1" Type="http://schemas.openxmlformats.org/officeDocument/2006/relationships/image" Target="../media/image161.svg"/><Relationship Id="rId4" Type="http://schemas.openxmlformats.org/officeDocument/2006/relationships/image" Target="../media/image112.svg"/></Relationships>
</file>

<file path=ppt/diagrams/_rels/data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4.svg"/><Relationship Id="rId2" Type="http://schemas.openxmlformats.org/officeDocument/2006/relationships/image" Target="../media/image163.svg"/><Relationship Id="rId1" Type="http://schemas.openxmlformats.org/officeDocument/2006/relationships/image" Target="../media/image16.svg"/><Relationship Id="rId4" Type="http://schemas.openxmlformats.org/officeDocument/2006/relationships/image" Target="../media/image165.svg"/></Relationships>
</file>

<file path=ppt/diagrams/_rels/data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svg"/><Relationship Id="rId2" Type="http://schemas.openxmlformats.org/officeDocument/2006/relationships/image" Target="../media/image169.svg"/><Relationship Id="rId1" Type="http://schemas.openxmlformats.org/officeDocument/2006/relationships/image" Target="../media/image168.svg"/><Relationship Id="rId5" Type="http://schemas.openxmlformats.org/officeDocument/2006/relationships/image" Target="../media/image171.svg"/><Relationship Id="rId4" Type="http://schemas.openxmlformats.org/officeDocument/2006/relationships/image" Target="../media/image37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svg"/><Relationship Id="rId1" Type="http://schemas.openxmlformats.org/officeDocument/2006/relationships/image" Target="../media/image16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svg"/><Relationship Id="rId1" Type="http://schemas.openxmlformats.org/officeDocument/2006/relationships/image" Target="../media/image19.svg"/></Relationships>
</file>

<file path=ppt/diagrams/_rels/drawing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svg"/><Relationship Id="rId1" Type="http://schemas.openxmlformats.org/officeDocument/2006/relationships/image" Target="../media/image24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svg"/><Relationship Id="rId1" Type="http://schemas.openxmlformats.org/officeDocument/2006/relationships/image" Target="../media/image26.svg"/></Relationships>
</file>

<file path=ppt/diagrams/_rels/drawing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33.svg"/><Relationship Id="rId1" Type="http://schemas.openxmlformats.org/officeDocument/2006/relationships/image" Target="../media/image32.svg"/><Relationship Id="rId4" Type="http://schemas.openxmlformats.org/officeDocument/2006/relationships/image" Target="../media/image35.svg"/></Relationships>
</file>

<file path=ppt/diagrams/_rels/drawing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svg"/><Relationship Id="rId2" Type="http://schemas.openxmlformats.org/officeDocument/2006/relationships/image" Target="../media/image38.svg"/><Relationship Id="rId1" Type="http://schemas.openxmlformats.org/officeDocument/2006/relationships/image" Target="../media/image37.svg"/><Relationship Id="rId4" Type="http://schemas.openxmlformats.org/officeDocument/2006/relationships/image" Target="../media/image40.svg"/></Relationships>
</file>

<file path=ppt/diagrams/_rels/drawing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svg"/><Relationship Id="rId2" Type="http://schemas.openxmlformats.org/officeDocument/2006/relationships/image" Target="../media/image42.svg"/><Relationship Id="rId1" Type="http://schemas.openxmlformats.org/officeDocument/2006/relationships/image" Target="../media/image41.svg"/></Relationships>
</file>

<file path=ppt/diagrams/_rels/drawing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svg"/><Relationship Id="rId2" Type="http://schemas.openxmlformats.org/officeDocument/2006/relationships/image" Target="../media/image44.svg"/><Relationship Id="rId1" Type="http://schemas.openxmlformats.org/officeDocument/2006/relationships/image" Target="../media/image39.svg"/></Relationships>
</file>

<file path=ppt/diagrams/_rels/drawing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svg"/><Relationship Id="rId2" Type="http://schemas.openxmlformats.org/officeDocument/2006/relationships/image" Target="../media/image49.svg"/><Relationship Id="rId1" Type="http://schemas.openxmlformats.org/officeDocument/2006/relationships/image" Target="../media/image48.svg"/><Relationship Id="rId5" Type="http://schemas.openxmlformats.org/officeDocument/2006/relationships/image" Target="../media/image52.svg"/><Relationship Id="rId4" Type="http://schemas.openxmlformats.org/officeDocument/2006/relationships/image" Target="../media/image51.svg"/></Relationships>
</file>

<file path=ppt/diagrams/_rels/drawing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svg"/><Relationship Id="rId2" Type="http://schemas.openxmlformats.org/officeDocument/2006/relationships/image" Target="../media/image54.svg"/><Relationship Id="rId1" Type="http://schemas.openxmlformats.org/officeDocument/2006/relationships/image" Target="../media/image53.svg"/><Relationship Id="rId4" Type="http://schemas.openxmlformats.org/officeDocument/2006/relationships/image" Target="../media/image56.svg"/></Relationships>
</file>

<file path=ppt/diagrams/_rels/drawing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svg"/><Relationship Id="rId2" Type="http://schemas.openxmlformats.org/officeDocument/2006/relationships/image" Target="../media/image59.svg"/><Relationship Id="rId1" Type="http://schemas.openxmlformats.org/officeDocument/2006/relationships/image" Target="../media/image58.svg"/></Relationships>
</file>

<file path=ppt/diagrams/_rels/drawing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svg"/><Relationship Id="rId2" Type="http://schemas.openxmlformats.org/officeDocument/2006/relationships/image" Target="../media/image62.svg"/><Relationship Id="rId1" Type="http://schemas.openxmlformats.org/officeDocument/2006/relationships/image" Target="../media/image61.svg"/><Relationship Id="rId5" Type="http://schemas.openxmlformats.org/officeDocument/2006/relationships/image" Target="../media/image64.svg"/><Relationship Id="rId4" Type="http://schemas.openxmlformats.org/officeDocument/2006/relationships/image" Target="../media/image35.svg"/></Relationships>
</file>

<file path=ppt/diagrams/_rels/drawing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svg"/><Relationship Id="rId2" Type="http://schemas.openxmlformats.org/officeDocument/2006/relationships/image" Target="../media/image66.svg"/><Relationship Id="rId1" Type="http://schemas.openxmlformats.org/officeDocument/2006/relationships/image" Target="../media/image65.svg"/><Relationship Id="rId4" Type="http://schemas.openxmlformats.org/officeDocument/2006/relationships/image" Target="../media/image68.svg"/></Relationships>
</file>

<file path=ppt/diagrams/_rels/drawing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svg"/><Relationship Id="rId2" Type="http://schemas.openxmlformats.org/officeDocument/2006/relationships/image" Target="../media/image70.svg"/><Relationship Id="rId1" Type="http://schemas.openxmlformats.org/officeDocument/2006/relationships/image" Target="../media/image69.svg"/><Relationship Id="rId4" Type="http://schemas.openxmlformats.org/officeDocument/2006/relationships/image" Target="../media/image72.svg"/></Relationships>
</file>

<file path=ppt/diagrams/_rels/drawing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svg"/><Relationship Id="rId2" Type="http://schemas.openxmlformats.org/officeDocument/2006/relationships/image" Target="../media/image74.svg"/><Relationship Id="rId1" Type="http://schemas.openxmlformats.org/officeDocument/2006/relationships/image" Target="../media/image16.svg"/></Relationships>
</file>

<file path=ppt/diagrams/_rels/drawing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svg"/><Relationship Id="rId2" Type="http://schemas.openxmlformats.org/officeDocument/2006/relationships/image" Target="../media/image77.svg"/><Relationship Id="rId1" Type="http://schemas.openxmlformats.org/officeDocument/2006/relationships/image" Target="../media/image76.svg"/><Relationship Id="rId4" Type="http://schemas.openxmlformats.org/officeDocument/2006/relationships/image" Target="../media/image79.svg"/></Relationships>
</file>

<file path=ppt/diagrams/_rels/drawing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svg"/><Relationship Id="rId2" Type="http://schemas.openxmlformats.org/officeDocument/2006/relationships/image" Target="../media/image86.svg"/><Relationship Id="rId1" Type="http://schemas.openxmlformats.org/officeDocument/2006/relationships/image" Target="../media/image85.svg"/><Relationship Id="rId5" Type="http://schemas.openxmlformats.org/officeDocument/2006/relationships/image" Target="../media/image89.svg"/><Relationship Id="rId4" Type="http://schemas.openxmlformats.org/officeDocument/2006/relationships/image" Target="../media/image88.svg"/></Relationships>
</file>

<file path=ppt/diagrams/_rels/drawing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svg"/><Relationship Id="rId2" Type="http://schemas.openxmlformats.org/officeDocument/2006/relationships/image" Target="../media/image96.svg"/><Relationship Id="rId1" Type="http://schemas.openxmlformats.org/officeDocument/2006/relationships/image" Target="../media/image61.svg"/><Relationship Id="rId5" Type="http://schemas.openxmlformats.org/officeDocument/2006/relationships/image" Target="../media/image99.svg"/><Relationship Id="rId4" Type="http://schemas.openxmlformats.org/officeDocument/2006/relationships/image" Target="../media/image98.svg"/></Relationships>
</file>

<file path=ppt/diagrams/_rels/drawing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svg"/><Relationship Id="rId2" Type="http://schemas.openxmlformats.org/officeDocument/2006/relationships/image" Target="../media/image101.svg"/><Relationship Id="rId1" Type="http://schemas.openxmlformats.org/officeDocument/2006/relationships/image" Target="../media/image100.svg"/><Relationship Id="rId4" Type="http://schemas.openxmlformats.org/officeDocument/2006/relationships/image" Target="../media/image103.svg"/></Relationships>
</file>

<file path=ppt/diagrams/_rels/drawing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svg"/><Relationship Id="rId2" Type="http://schemas.openxmlformats.org/officeDocument/2006/relationships/image" Target="../media/image104.svg"/><Relationship Id="rId1" Type="http://schemas.openxmlformats.org/officeDocument/2006/relationships/image" Target="../media/image16.svg"/><Relationship Id="rId4" Type="http://schemas.openxmlformats.org/officeDocument/2006/relationships/image" Target="../media/image106.svg"/></Relationships>
</file>

<file path=ppt/diagrams/_rels/drawing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svg"/><Relationship Id="rId2" Type="http://schemas.openxmlformats.org/officeDocument/2006/relationships/image" Target="../media/image110.svg"/><Relationship Id="rId1" Type="http://schemas.openxmlformats.org/officeDocument/2006/relationships/image" Target="../media/image109.svg"/><Relationship Id="rId4" Type="http://schemas.openxmlformats.org/officeDocument/2006/relationships/image" Target="../media/image112.svg"/></Relationships>
</file>

<file path=ppt/diagrams/_rels/drawing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svg"/><Relationship Id="rId2" Type="http://schemas.openxmlformats.org/officeDocument/2006/relationships/image" Target="../media/image114.svg"/><Relationship Id="rId1" Type="http://schemas.openxmlformats.org/officeDocument/2006/relationships/image" Target="../media/image113.svg"/><Relationship Id="rId4" Type="http://schemas.openxmlformats.org/officeDocument/2006/relationships/image" Target="../media/image116.svg"/></Relationships>
</file>

<file path=ppt/diagrams/_rels/drawing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svg"/><Relationship Id="rId2" Type="http://schemas.openxmlformats.org/officeDocument/2006/relationships/image" Target="../media/image119.svg"/><Relationship Id="rId1" Type="http://schemas.openxmlformats.org/officeDocument/2006/relationships/image" Target="../media/image118.svg"/><Relationship Id="rId4" Type="http://schemas.openxmlformats.org/officeDocument/2006/relationships/image" Target="../media/image121.svg"/></Relationships>
</file>

<file path=ppt/diagrams/_rels/drawing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svg"/><Relationship Id="rId2" Type="http://schemas.openxmlformats.org/officeDocument/2006/relationships/image" Target="../media/image124.svg"/><Relationship Id="rId1" Type="http://schemas.openxmlformats.org/officeDocument/2006/relationships/image" Target="../media/image123.svg"/><Relationship Id="rId4" Type="http://schemas.openxmlformats.org/officeDocument/2006/relationships/image" Target="../media/image72.svg"/></Relationships>
</file>

<file path=ppt/diagrams/_rels/drawing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svg"/><Relationship Id="rId2" Type="http://schemas.openxmlformats.org/officeDocument/2006/relationships/image" Target="../media/image129.svg"/><Relationship Id="rId1" Type="http://schemas.openxmlformats.org/officeDocument/2006/relationships/image" Target="../media/image16.svg"/><Relationship Id="rId5" Type="http://schemas.openxmlformats.org/officeDocument/2006/relationships/image" Target="../media/image132.svg"/><Relationship Id="rId4" Type="http://schemas.openxmlformats.org/officeDocument/2006/relationships/image" Target="../media/image131.svg"/></Relationships>
</file>

<file path=ppt/diagrams/_rels/drawing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svg"/><Relationship Id="rId2" Type="http://schemas.openxmlformats.org/officeDocument/2006/relationships/image" Target="../media/image136.svg"/><Relationship Id="rId1" Type="http://schemas.openxmlformats.org/officeDocument/2006/relationships/image" Target="../media/image135.svg"/><Relationship Id="rId4" Type="http://schemas.openxmlformats.org/officeDocument/2006/relationships/image" Target="../media/image137.svg"/></Relationships>
</file>

<file path=ppt/diagrams/_rels/drawing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svg"/><Relationship Id="rId2" Type="http://schemas.openxmlformats.org/officeDocument/2006/relationships/image" Target="../media/image139.svg"/><Relationship Id="rId1" Type="http://schemas.openxmlformats.org/officeDocument/2006/relationships/image" Target="../media/image138.svg"/><Relationship Id="rId4" Type="http://schemas.openxmlformats.org/officeDocument/2006/relationships/image" Target="../media/image140.svg"/></Relationships>
</file>

<file path=ppt/diagrams/_rels/drawing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4.svg"/><Relationship Id="rId2" Type="http://schemas.openxmlformats.org/officeDocument/2006/relationships/image" Target="../media/image143.svg"/><Relationship Id="rId1" Type="http://schemas.openxmlformats.org/officeDocument/2006/relationships/image" Target="../media/image142.svg"/><Relationship Id="rId4" Type="http://schemas.openxmlformats.org/officeDocument/2006/relationships/image" Target="../media/image145.svg"/></Relationships>
</file>

<file path=ppt/diagrams/_rels/drawing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svg"/><Relationship Id="rId2" Type="http://schemas.openxmlformats.org/officeDocument/2006/relationships/image" Target="../media/image149.svg"/><Relationship Id="rId1" Type="http://schemas.openxmlformats.org/officeDocument/2006/relationships/image" Target="../media/image148.svg"/></Relationships>
</file>

<file path=ppt/diagrams/_rels/drawing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svg"/><Relationship Id="rId2" Type="http://schemas.openxmlformats.org/officeDocument/2006/relationships/image" Target="../media/image152.svg"/><Relationship Id="rId1" Type="http://schemas.openxmlformats.org/officeDocument/2006/relationships/image" Target="../media/image151.svg"/><Relationship Id="rId4" Type="http://schemas.openxmlformats.org/officeDocument/2006/relationships/image" Target="../media/image106.svg"/></Relationships>
</file>

<file path=ppt/diagrams/_rels/drawing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6.svg"/><Relationship Id="rId2" Type="http://schemas.openxmlformats.org/officeDocument/2006/relationships/image" Target="../media/image155.svg"/><Relationship Id="rId1" Type="http://schemas.openxmlformats.org/officeDocument/2006/relationships/image" Target="../media/image154.svg"/><Relationship Id="rId4" Type="http://schemas.openxmlformats.org/officeDocument/2006/relationships/image" Target="../media/image112.svg"/></Relationships>
</file>

<file path=ppt/diagrams/_rels/drawing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2.svg"/><Relationship Id="rId2" Type="http://schemas.openxmlformats.org/officeDocument/2006/relationships/image" Target="../media/image155.svg"/><Relationship Id="rId1" Type="http://schemas.openxmlformats.org/officeDocument/2006/relationships/image" Target="../media/image161.svg"/><Relationship Id="rId4" Type="http://schemas.openxmlformats.org/officeDocument/2006/relationships/image" Target="../media/image112.svg"/></Relationships>
</file>

<file path=ppt/diagrams/_rels/drawing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4.svg"/><Relationship Id="rId2" Type="http://schemas.openxmlformats.org/officeDocument/2006/relationships/image" Target="../media/image163.svg"/><Relationship Id="rId1" Type="http://schemas.openxmlformats.org/officeDocument/2006/relationships/image" Target="../media/image16.svg"/><Relationship Id="rId4" Type="http://schemas.openxmlformats.org/officeDocument/2006/relationships/image" Target="../media/image165.svg"/></Relationships>
</file>

<file path=ppt/diagrams/_rels/drawing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svg"/><Relationship Id="rId2" Type="http://schemas.openxmlformats.org/officeDocument/2006/relationships/image" Target="../media/image169.svg"/><Relationship Id="rId1" Type="http://schemas.openxmlformats.org/officeDocument/2006/relationships/image" Target="../media/image168.svg"/><Relationship Id="rId5" Type="http://schemas.openxmlformats.org/officeDocument/2006/relationships/image" Target="../media/image171.svg"/><Relationship Id="rId4" Type="http://schemas.openxmlformats.org/officeDocument/2006/relationships/image" Target="../media/image3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6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7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9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0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4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6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7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8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9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0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4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5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6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7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8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9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0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4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5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7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8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9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0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4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5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6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7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8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9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0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228575A-002E-4FB4-A790-BD3AB215EA95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D857346A-4D4B-4D05-B9BB-7772E8496D64}">
      <dgm:prSet/>
      <dgm:spPr/>
      <dgm:t>
        <a:bodyPr/>
        <a:lstStyle/>
        <a:p>
          <a:r>
            <a:rPr lang="en-US"/>
            <a:t>Module 1: The Big Picture</a:t>
          </a:r>
        </a:p>
      </dgm:t>
    </dgm:pt>
    <dgm:pt modelId="{099477F5-1721-433C-A70C-A410724D0009}" type="parTrans" cxnId="{F2851ECD-EB32-447D-B5B5-E9A48DF898A6}">
      <dgm:prSet/>
      <dgm:spPr/>
      <dgm:t>
        <a:bodyPr/>
        <a:lstStyle/>
        <a:p>
          <a:endParaRPr lang="en-US"/>
        </a:p>
      </dgm:t>
    </dgm:pt>
    <dgm:pt modelId="{ADAE0D49-580B-48D2-A1B2-CE74210D61D4}" type="sibTrans" cxnId="{F2851ECD-EB32-447D-B5B5-E9A48DF898A6}">
      <dgm:prSet/>
      <dgm:spPr/>
      <dgm:t>
        <a:bodyPr/>
        <a:lstStyle/>
        <a:p>
          <a:endParaRPr lang="en-US"/>
        </a:p>
      </dgm:t>
    </dgm:pt>
    <dgm:pt modelId="{349416AF-DAE7-47CC-A927-4600E30E5C87}">
      <dgm:prSet/>
      <dgm:spPr/>
      <dgm:t>
        <a:bodyPr/>
        <a:lstStyle/>
        <a:p>
          <a:r>
            <a:rPr lang="en-US" dirty="0"/>
            <a:t>Module 2: Developers, Developers, Developers</a:t>
          </a:r>
        </a:p>
      </dgm:t>
    </dgm:pt>
    <dgm:pt modelId="{DCC3CA71-C0E0-460B-B5ED-CC368870C000}" type="parTrans" cxnId="{00B09AD0-98B1-4352-BAFF-FC9EADEB90B2}">
      <dgm:prSet/>
      <dgm:spPr/>
      <dgm:t>
        <a:bodyPr/>
        <a:lstStyle/>
        <a:p>
          <a:endParaRPr lang="en-US"/>
        </a:p>
      </dgm:t>
    </dgm:pt>
    <dgm:pt modelId="{4F9F0DF1-6118-49BF-B2A4-7D1D2F3B7371}" type="sibTrans" cxnId="{00B09AD0-98B1-4352-BAFF-FC9EADEB90B2}">
      <dgm:prSet/>
      <dgm:spPr/>
      <dgm:t>
        <a:bodyPr/>
        <a:lstStyle/>
        <a:p>
          <a:endParaRPr lang="en-US"/>
        </a:p>
      </dgm:t>
    </dgm:pt>
    <dgm:pt modelId="{380460AB-4D34-4525-9FD0-199B899069BD}">
      <dgm:prSet/>
      <dgm:spPr/>
      <dgm:t>
        <a:bodyPr/>
        <a:lstStyle/>
        <a:p>
          <a:r>
            <a:rPr lang="en-US"/>
            <a:t>Module 3: AI Built-In</a:t>
          </a:r>
        </a:p>
      </dgm:t>
    </dgm:pt>
    <dgm:pt modelId="{1FD4CA03-35DB-48F0-9515-1900B73984F9}" type="parTrans" cxnId="{6F6C9CF0-B4A9-4C48-A78D-0FBF676AEEEF}">
      <dgm:prSet/>
      <dgm:spPr/>
      <dgm:t>
        <a:bodyPr/>
        <a:lstStyle/>
        <a:p>
          <a:endParaRPr lang="en-US"/>
        </a:p>
      </dgm:t>
    </dgm:pt>
    <dgm:pt modelId="{322F3660-7807-4F24-93B1-07A69436CBD9}" type="sibTrans" cxnId="{6F6C9CF0-B4A9-4C48-A78D-0FBF676AEEEF}">
      <dgm:prSet/>
      <dgm:spPr/>
      <dgm:t>
        <a:bodyPr/>
        <a:lstStyle/>
        <a:p>
          <a:endParaRPr lang="en-US"/>
        </a:p>
      </dgm:t>
    </dgm:pt>
    <dgm:pt modelId="{B1192B1B-1870-4C2A-9622-0F9F474FF59B}">
      <dgm:prSet/>
      <dgm:spPr/>
      <dgm:t>
        <a:bodyPr/>
        <a:lstStyle/>
        <a:p>
          <a:r>
            <a:rPr lang="en-US"/>
            <a:t>Module 4: The Core Engine — Security</a:t>
          </a:r>
        </a:p>
      </dgm:t>
    </dgm:pt>
    <dgm:pt modelId="{DBC624FD-1287-4268-9D84-836EE8D15729}" type="parTrans" cxnId="{A100C690-601C-4CFF-990A-2F190AB623B3}">
      <dgm:prSet/>
      <dgm:spPr/>
      <dgm:t>
        <a:bodyPr/>
        <a:lstStyle/>
        <a:p>
          <a:endParaRPr lang="en-US"/>
        </a:p>
      </dgm:t>
    </dgm:pt>
    <dgm:pt modelId="{5E959232-3910-4445-B200-E09F894415CE}" type="sibTrans" cxnId="{A100C690-601C-4CFF-990A-2F190AB623B3}">
      <dgm:prSet/>
      <dgm:spPr/>
      <dgm:t>
        <a:bodyPr/>
        <a:lstStyle/>
        <a:p>
          <a:endParaRPr lang="en-US"/>
        </a:p>
      </dgm:t>
    </dgm:pt>
    <dgm:pt modelId="{F0AB67B5-BA38-4784-B0D4-11F23A194EF8}">
      <dgm:prSet/>
      <dgm:spPr/>
      <dgm:t>
        <a:bodyPr/>
        <a:lstStyle/>
        <a:p>
          <a:r>
            <a:rPr lang="en-US"/>
            <a:t>Module 5: The Core Engine — Performance &amp; Concurrency</a:t>
          </a:r>
        </a:p>
      </dgm:t>
    </dgm:pt>
    <dgm:pt modelId="{2B530487-9A3B-40D3-AD35-148CD3354D0A}" type="parTrans" cxnId="{0919131C-0104-41CC-A80F-FCF644753F9F}">
      <dgm:prSet/>
      <dgm:spPr/>
      <dgm:t>
        <a:bodyPr/>
        <a:lstStyle/>
        <a:p>
          <a:endParaRPr lang="en-US"/>
        </a:p>
      </dgm:t>
    </dgm:pt>
    <dgm:pt modelId="{FA221878-A768-4146-A72D-B4877FE08F8F}" type="sibTrans" cxnId="{0919131C-0104-41CC-A80F-FCF644753F9F}">
      <dgm:prSet/>
      <dgm:spPr/>
      <dgm:t>
        <a:bodyPr/>
        <a:lstStyle/>
        <a:p>
          <a:endParaRPr lang="en-US"/>
        </a:p>
      </dgm:t>
    </dgm:pt>
    <dgm:pt modelId="{94191C81-FBBF-4DAB-9217-3D37650379AA}">
      <dgm:prSet/>
      <dgm:spPr/>
      <dgm:t>
        <a:bodyPr/>
        <a:lstStyle/>
        <a:p>
          <a:r>
            <a:rPr lang="en-US"/>
            <a:t>Module 6: The Core Engine — Availability Groups</a:t>
          </a:r>
        </a:p>
      </dgm:t>
    </dgm:pt>
    <dgm:pt modelId="{594DE4D0-339A-42DD-A060-EFD297144944}" type="parTrans" cxnId="{92BFB904-3D0D-43F5-A07C-3C3AACA8BB10}">
      <dgm:prSet/>
      <dgm:spPr/>
      <dgm:t>
        <a:bodyPr/>
        <a:lstStyle/>
        <a:p>
          <a:endParaRPr lang="en-US"/>
        </a:p>
      </dgm:t>
    </dgm:pt>
    <dgm:pt modelId="{2D61E053-2300-4ADF-BFBC-9D2043456B17}" type="sibTrans" cxnId="{92BFB904-3D0D-43F5-A07C-3C3AACA8BB10}">
      <dgm:prSet/>
      <dgm:spPr/>
      <dgm:t>
        <a:bodyPr/>
        <a:lstStyle/>
        <a:p>
          <a:endParaRPr lang="en-US"/>
        </a:p>
      </dgm:t>
    </dgm:pt>
    <dgm:pt modelId="{038D8171-7D43-4406-B231-8D1F25478134}">
      <dgm:prSet/>
      <dgm:spPr/>
      <dgm:t>
        <a:bodyPr/>
        <a:lstStyle/>
        <a:p>
          <a:r>
            <a:rPr lang="en-US"/>
            <a:t>Module 7: Connected with Arc</a:t>
          </a:r>
        </a:p>
      </dgm:t>
    </dgm:pt>
    <dgm:pt modelId="{CA0119C6-A1C1-4506-BBBE-C916029B705C}" type="parTrans" cxnId="{A912C697-9940-4788-BE46-16214E715CA6}">
      <dgm:prSet/>
      <dgm:spPr/>
      <dgm:t>
        <a:bodyPr/>
        <a:lstStyle/>
        <a:p>
          <a:endParaRPr lang="en-US"/>
        </a:p>
      </dgm:t>
    </dgm:pt>
    <dgm:pt modelId="{B73E2FB9-2346-45DE-B165-DD874CA6D23E}" type="sibTrans" cxnId="{A912C697-9940-4788-BE46-16214E715CA6}">
      <dgm:prSet/>
      <dgm:spPr/>
      <dgm:t>
        <a:bodyPr/>
        <a:lstStyle/>
        <a:p>
          <a:endParaRPr lang="en-US"/>
        </a:p>
      </dgm:t>
    </dgm:pt>
    <dgm:pt modelId="{EF8E4B45-EAB9-43AE-99A8-A36A581567A8}">
      <dgm:prSet/>
      <dgm:spPr/>
      <dgm:t>
        <a:bodyPr/>
        <a:lstStyle/>
        <a:p>
          <a:r>
            <a:rPr lang="en-US"/>
            <a:t>Module 8: Fabric Integration &amp; Mirroring</a:t>
          </a:r>
        </a:p>
      </dgm:t>
    </dgm:pt>
    <dgm:pt modelId="{6E125A40-684C-461C-84F6-6A1ABB83FC53}" type="parTrans" cxnId="{4940BE06-0614-4C86-A75F-9F0596B28A0B}">
      <dgm:prSet/>
      <dgm:spPr/>
      <dgm:t>
        <a:bodyPr/>
        <a:lstStyle/>
        <a:p>
          <a:endParaRPr lang="en-US"/>
        </a:p>
      </dgm:t>
    </dgm:pt>
    <dgm:pt modelId="{4D5BE60E-3466-4500-A8DE-4D6F27E6B622}" type="sibTrans" cxnId="{4940BE06-0614-4C86-A75F-9F0596B28A0B}">
      <dgm:prSet/>
      <dgm:spPr/>
      <dgm:t>
        <a:bodyPr/>
        <a:lstStyle/>
        <a:p>
          <a:endParaRPr lang="en-US"/>
        </a:p>
      </dgm:t>
    </dgm:pt>
    <dgm:pt modelId="{347B0BCC-70D1-47AA-A276-32A62D5D8CA7}">
      <dgm:prSet/>
      <dgm:spPr/>
      <dgm:t>
        <a:bodyPr/>
        <a:lstStyle/>
        <a:p>
          <a:r>
            <a:rPr lang="en-US"/>
            <a:t>Module 9: Wrap-Up &amp; Resources</a:t>
          </a:r>
        </a:p>
      </dgm:t>
    </dgm:pt>
    <dgm:pt modelId="{B649953D-6842-4E94-91E7-A0118C1B0F5C}" type="parTrans" cxnId="{422447E8-2C28-4A88-B321-5AE5F91D4794}">
      <dgm:prSet/>
      <dgm:spPr/>
      <dgm:t>
        <a:bodyPr/>
        <a:lstStyle/>
        <a:p>
          <a:endParaRPr lang="en-US"/>
        </a:p>
      </dgm:t>
    </dgm:pt>
    <dgm:pt modelId="{C52A7C01-05E7-4A36-B322-5BCAEC07EF22}" type="sibTrans" cxnId="{422447E8-2C28-4A88-B321-5AE5F91D4794}">
      <dgm:prSet/>
      <dgm:spPr/>
      <dgm:t>
        <a:bodyPr/>
        <a:lstStyle/>
        <a:p>
          <a:endParaRPr lang="en-US"/>
        </a:p>
      </dgm:t>
    </dgm:pt>
    <dgm:pt modelId="{9FEC4401-A33A-1943-A6AE-D98BEE62ACFA}" type="pres">
      <dgm:prSet presAssocID="{B228575A-002E-4FB4-A790-BD3AB215EA95}" presName="Name0" presStyleCnt="0">
        <dgm:presLayoutVars>
          <dgm:dir/>
          <dgm:resizeHandles val="exact"/>
        </dgm:presLayoutVars>
      </dgm:prSet>
      <dgm:spPr/>
    </dgm:pt>
    <dgm:pt modelId="{9581C160-3ED3-D342-BA8D-49A5A571D662}" type="pres">
      <dgm:prSet presAssocID="{D857346A-4D4B-4D05-B9BB-7772E8496D64}" presName="node" presStyleLbl="node1" presStyleIdx="0" presStyleCnt="9">
        <dgm:presLayoutVars>
          <dgm:bulletEnabled val="1"/>
        </dgm:presLayoutVars>
      </dgm:prSet>
      <dgm:spPr/>
    </dgm:pt>
    <dgm:pt modelId="{2E7421C1-0E57-C34F-8DD8-3723DEE56E1F}" type="pres">
      <dgm:prSet presAssocID="{ADAE0D49-580B-48D2-A1B2-CE74210D61D4}" presName="sibTrans" presStyleLbl="sibTrans1D1" presStyleIdx="0" presStyleCnt="8"/>
      <dgm:spPr/>
    </dgm:pt>
    <dgm:pt modelId="{C0ECFEB7-E397-614B-B5B1-E606B9C36328}" type="pres">
      <dgm:prSet presAssocID="{ADAE0D49-580B-48D2-A1B2-CE74210D61D4}" presName="connectorText" presStyleLbl="sibTrans1D1" presStyleIdx="0" presStyleCnt="8"/>
      <dgm:spPr/>
    </dgm:pt>
    <dgm:pt modelId="{A6C2EC3E-6CE0-134C-B4A2-68723646BA8F}" type="pres">
      <dgm:prSet presAssocID="{349416AF-DAE7-47CC-A927-4600E30E5C87}" presName="node" presStyleLbl="node1" presStyleIdx="1" presStyleCnt="9">
        <dgm:presLayoutVars>
          <dgm:bulletEnabled val="1"/>
        </dgm:presLayoutVars>
      </dgm:prSet>
      <dgm:spPr/>
    </dgm:pt>
    <dgm:pt modelId="{6002956B-4119-7A48-BB30-1B19AEFE3F9B}" type="pres">
      <dgm:prSet presAssocID="{4F9F0DF1-6118-49BF-B2A4-7D1D2F3B7371}" presName="sibTrans" presStyleLbl="sibTrans1D1" presStyleIdx="1" presStyleCnt="8"/>
      <dgm:spPr/>
    </dgm:pt>
    <dgm:pt modelId="{D62CD26B-43D6-4446-9082-B6191A8FBF61}" type="pres">
      <dgm:prSet presAssocID="{4F9F0DF1-6118-49BF-B2A4-7D1D2F3B7371}" presName="connectorText" presStyleLbl="sibTrans1D1" presStyleIdx="1" presStyleCnt="8"/>
      <dgm:spPr/>
    </dgm:pt>
    <dgm:pt modelId="{5A0584C6-DCC2-C946-BE24-07E32D586891}" type="pres">
      <dgm:prSet presAssocID="{380460AB-4D34-4525-9FD0-199B899069BD}" presName="node" presStyleLbl="node1" presStyleIdx="2" presStyleCnt="9">
        <dgm:presLayoutVars>
          <dgm:bulletEnabled val="1"/>
        </dgm:presLayoutVars>
      </dgm:prSet>
      <dgm:spPr/>
    </dgm:pt>
    <dgm:pt modelId="{0CECAB48-9245-8E4B-86FA-3A126FC65F97}" type="pres">
      <dgm:prSet presAssocID="{322F3660-7807-4F24-93B1-07A69436CBD9}" presName="sibTrans" presStyleLbl="sibTrans1D1" presStyleIdx="2" presStyleCnt="8"/>
      <dgm:spPr/>
    </dgm:pt>
    <dgm:pt modelId="{6DC3C149-2B00-7849-B6BF-D4166E2159DF}" type="pres">
      <dgm:prSet presAssocID="{322F3660-7807-4F24-93B1-07A69436CBD9}" presName="connectorText" presStyleLbl="sibTrans1D1" presStyleIdx="2" presStyleCnt="8"/>
      <dgm:spPr/>
    </dgm:pt>
    <dgm:pt modelId="{5B5028B4-2F88-1A4C-B642-629D64ED9E78}" type="pres">
      <dgm:prSet presAssocID="{B1192B1B-1870-4C2A-9622-0F9F474FF59B}" presName="node" presStyleLbl="node1" presStyleIdx="3" presStyleCnt="9">
        <dgm:presLayoutVars>
          <dgm:bulletEnabled val="1"/>
        </dgm:presLayoutVars>
      </dgm:prSet>
      <dgm:spPr/>
    </dgm:pt>
    <dgm:pt modelId="{3250A9DE-A7A0-1B4A-A093-1ED7995D2C0C}" type="pres">
      <dgm:prSet presAssocID="{5E959232-3910-4445-B200-E09F894415CE}" presName="sibTrans" presStyleLbl="sibTrans1D1" presStyleIdx="3" presStyleCnt="8"/>
      <dgm:spPr/>
    </dgm:pt>
    <dgm:pt modelId="{BBCCEFB9-4C0A-8247-BD6E-0121144C523E}" type="pres">
      <dgm:prSet presAssocID="{5E959232-3910-4445-B200-E09F894415CE}" presName="connectorText" presStyleLbl="sibTrans1D1" presStyleIdx="3" presStyleCnt="8"/>
      <dgm:spPr/>
    </dgm:pt>
    <dgm:pt modelId="{A5B81FC4-794A-FF44-9B51-E1D1EEFF30D1}" type="pres">
      <dgm:prSet presAssocID="{F0AB67B5-BA38-4784-B0D4-11F23A194EF8}" presName="node" presStyleLbl="node1" presStyleIdx="4" presStyleCnt="9">
        <dgm:presLayoutVars>
          <dgm:bulletEnabled val="1"/>
        </dgm:presLayoutVars>
      </dgm:prSet>
      <dgm:spPr/>
    </dgm:pt>
    <dgm:pt modelId="{32FCB51C-80BB-FD4C-9922-A649045E1868}" type="pres">
      <dgm:prSet presAssocID="{FA221878-A768-4146-A72D-B4877FE08F8F}" presName="sibTrans" presStyleLbl="sibTrans1D1" presStyleIdx="4" presStyleCnt="8"/>
      <dgm:spPr/>
    </dgm:pt>
    <dgm:pt modelId="{E482C35F-8552-B247-B0F5-2AD54AE4DE28}" type="pres">
      <dgm:prSet presAssocID="{FA221878-A768-4146-A72D-B4877FE08F8F}" presName="connectorText" presStyleLbl="sibTrans1D1" presStyleIdx="4" presStyleCnt="8"/>
      <dgm:spPr/>
    </dgm:pt>
    <dgm:pt modelId="{F724CE3A-85DC-8B43-8B25-949057564097}" type="pres">
      <dgm:prSet presAssocID="{94191C81-FBBF-4DAB-9217-3D37650379AA}" presName="node" presStyleLbl="node1" presStyleIdx="5" presStyleCnt="9">
        <dgm:presLayoutVars>
          <dgm:bulletEnabled val="1"/>
        </dgm:presLayoutVars>
      </dgm:prSet>
      <dgm:spPr/>
    </dgm:pt>
    <dgm:pt modelId="{159664DE-9B23-7347-A706-915E6D5DEA01}" type="pres">
      <dgm:prSet presAssocID="{2D61E053-2300-4ADF-BFBC-9D2043456B17}" presName="sibTrans" presStyleLbl="sibTrans1D1" presStyleIdx="5" presStyleCnt="8"/>
      <dgm:spPr/>
    </dgm:pt>
    <dgm:pt modelId="{7C1066A2-18A5-AC4A-AAB9-74478495BE07}" type="pres">
      <dgm:prSet presAssocID="{2D61E053-2300-4ADF-BFBC-9D2043456B17}" presName="connectorText" presStyleLbl="sibTrans1D1" presStyleIdx="5" presStyleCnt="8"/>
      <dgm:spPr/>
    </dgm:pt>
    <dgm:pt modelId="{30A54E8F-79DA-EF4F-A7DE-E53EB137B4B3}" type="pres">
      <dgm:prSet presAssocID="{038D8171-7D43-4406-B231-8D1F25478134}" presName="node" presStyleLbl="node1" presStyleIdx="6" presStyleCnt="9">
        <dgm:presLayoutVars>
          <dgm:bulletEnabled val="1"/>
        </dgm:presLayoutVars>
      </dgm:prSet>
      <dgm:spPr/>
    </dgm:pt>
    <dgm:pt modelId="{3B137E97-6648-8348-9812-51E114FF5FEA}" type="pres">
      <dgm:prSet presAssocID="{B73E2FB9-2346-45DE-B165-DD874CA6D23E}" presName="sibTrans" presStyleLbl="sibTrans1D1" presStyleIdx="6" presStyleCnt="8"/>
      <dgm:spPr/>
    </dgm:pt>
    <dgm:pt modelId="{7CFCE70C-6878-B140-A48A-3C777E886CCC}" type="pres">
      <dgm:prSet presAssocID="{B73E2FB9-2346-45DE-B165-DD874CA6D23E}" presName="connectorText" presStyleLbl="sibTrans1D1" presStyleIdx="6" presStyleCnt="8"/>
      <dgm:spPr/>
    </dgm:pt>
    <dgm:pt modelId="{BE72636B-5476-EA49-9492-019DDF36D1A3}" type="pres">
      <dgm:prSet presAssocID="{EF8E4B45-EAB9-43AE-99A8-A36A581567A8}" presName="node" presStyleLbl="node1" presStyleIdx="7" presStyleCnt="9">
        <dgm:presLayoutVars>
          <dgm:bulletEnabled val="1"/>
        </dgm:presLayoutVars>
      </dgm:prSet>
      <dgm:spPr/>
    </dgm:pt>
    <dgm:pt modelId="{D96C9183-A8BE-624D-92F6-279718627FAF}" type="pres">
      <dgm:prSet presAssocID="{4D5BE60E-3466-4500-A8DE-4D6F27E6B622}" presName="sibTrans" presStyleLbl="sibTrans1D1" presStyleIdx="7" presStyleCnt="8"/>
      <dgm:spPr/>
    </dgm:pt>
    <dgm:pt modelId="{A6184F11-D294-4045-861D-A87BC73A2C8F}" type="pres">
      <dgm:prSet presAssocID="{4D5BE60E-3466-4500-A8DE-4D6F27E6B622}" presName="connectorText" presStyleLbl="sibTrans1D1" presStyleIdx="7" presStyleCnt="8"/>
      <dgm:spPr/>
    </dgm:pt>
    <dgm:pt modelId="{D5FC8728-20E6-8248-BCC2-1D86701223EE}" type="pres">
      <dgm:prSet presAssocID="{347B0BCC-70D1-47AA-A276-32A62D5D8CA7}" presName="node" presStyleLbl="node1" presStyleIdx="8" presStyleCnt="9">
        <dgm:presLayoutVars>
          <dgm:bulletEnabled val="1"/>
        </dgm:presLayoutVars>
      </dgm:prSet>
      <dgm:spPr/>
    </dgm:pt>
  </dgm:ptLst>
  <dgm:cxnLst>
    <dgm:cxn modelId="{92BFB904-3D0D-43F5-A07C-3C3AACA8BB10}" srcId="{B228575A-002E-4FB4-A790-BD3AB215EA95}" destId="{94191C81-FBBF-4DAB-9217-3D37650379AA}" srcOrd="5" destOrd="0" parTransId="{594DE4D0-339A-42DD-A060-EFD297144944}" sibTransId="{2D61E053-2300-4ADF-BFBC-9D2043456B17}"/>
    <dgm:cxn modelId="{4940BE06-0614-4C86-A75F-9F0596B28A0B}" srcId="{B228575A-002E-4FB4-A790-BD3AB215EA95}" destId="{EF8E4B45-EAB9-43AE-99A8-A36A581567A8}" srcOrd="7" destOrd="0" parTransId="{6E125A40-684C-461C-84F6-6A1ABB83FC53}" sibTransId="{4D5BE60E-3466-4500-A8DE-4D6F27E6B622}"/>
    <dgm:cxn modelId="{D31F5E0F-F927-AF41-9160-9DE39CDBCF1B}" type="presOf" srcId="{5E959232-3910-4445-B200-E09F894415CE}" destId="{3250A9DE-A7A0-1B4A-A093-1ED7995D2C0C}" srcOrd="0" destOrd="0" presId="urn:microsoft.com/office/officeart/2016/7/layout/RepeatingBendingProcessNew"/>
    <dgm:cxn modelId="{64047411-5669-B143-92BF-B3669437A7E7}" type="presOf" srcId="{2D61E053-2300-4ADF-BFBC-9D2043456B17}" destId="{7C1066A2-18A5-AC4A-AAB9-74478495BE07}" srcOrd="1" destOrd="0" presId="urn:microsoft.com/office/officeart/2016/7/layout/RepeatingBendingProcessNew"/>
    <dgm:cxn modelId="{28BDC815-3E73-7C42-B02B-AB2B011DDD23}" type="presOf" srcId="{4F9F0DF1-6118-49BF-B2A4-7D1D2F3B7371}" destId="{6002956B-4119-7A48-BB30-1B19AEFE3F9B}" srcOrd="0" destOrd="0" presId="urn:microsoft.com/office/officeart/2016/7/layout/RepeatingBendingProcessNew"/>
    <dgm:cxn modelId="{0919131C-0104-41CC-A80F-FCF644753F9F}" srcId="{B228575A-002E-4FB4-A790-BD3AB215EA95}" destId="{F0AB67B5-BA38-4784-B0D4-11F23A194EF8}" srcOrd="4" destOrd="0" parTransId="{2B530487-9A3B-40D3-AD35-148CD3354D0A}" sibTransId="{FA221878-A768-4146-A72D-B4877FE08F8F}"/>
    <dgm:cxn modelId="{7482341C-6F14-A247-A812-681A816AF46D}" type="presOf" srcId="{94191C81-FBBF-4DAB-9217-3D37650379AA}" destId="{F724CE3A-85DC-8B43-8B25-949057564097}" srcOrd="0" destOrd="0" presId="urn:microsoft.com/office/officeart/2016/7/layout/RepeatingBendingProcessNew"/>
    <dgm:cxn modelId="{E90A1420-D7F1-C149-A7CC-61DB92CAB0F4}" type="presOf" srcId="{B1192B1B-1870-4C2A-9622-0F9F474FF59B}" destId="{5B5028B4-2F88-1A4C-B642-629D64ED9E78}" srcOrd="0" destOrd="0" presId="urn:microsoft.com/office/officeart/2016/7/layout/RepeatingBendingProcessNew"/>
    <dgm:cxn modelId="{0E294325-6213-304F-87EE-CB99E8CD725A}" type="presOf" srcId="{4F9F0DF1-6118-49BF-B2A4-7D1D2F3B7371}" destId="{D62CD26B-43D6-4446-9082-B6191A8FBF61}" srcOrd="1" destOrd="0" presId="urn:microsoft.com/office/officeart/2016/7/layout/RepeatingBendingProcessNew"/>
    <dgm:cxn modelId="{CA1C8132-F28B-EE45-AA24-EE27DDF5DE54}" type="presOf" srcId="{349416AF-DAE7-47CC-A927-4600E30E5C87}" destId="{A6C2EC3E-6CE0-134C-B4A2-68723646BA8F}" srcOrd="0" destOrd="0" presId="urn:microsoft.com/office/officeart/2016/7/layout/RepeatingBendingProcessNew"/>
    <dgm:cxn modelId="{72B53633-ED51-3241-9D76-F809D6839E3C}" type="presOf" srcId="{322F3660-7807-4F24-93B1-07A69436CBD9}" destId="{6DC3C149-2B00-7849-B6BF-D4166E2159DF}" srcOrd="1" destOrd="0" presId="urn:microsoft.com/office/officeart/2016/7/layout/RepeatingBendingProcessNew"/>
    <dgm:cxn modelId="{CA6B3C39-B67D-B742-A183-A50D147B9FE6}" type="presOf" srcId="{347B0BCC-70D1-47AA-A276-32A62D5D8CA7}" destId="{D5FC8728-20E6-8248-BCC2-1D86701223EE}" srcOrd="0" destOrd="0" presId="urn:microsoft.com/office/officeart/2016/7/layout/RepeatingBendingProcessNew"/>
    <dgm:cxn modelId="{40DFF53A-5FC7-E140-8B88-96170C3C78C5}" type="presOf" srcId="{EF8E4B45-EAB9-43AE-99A8-A36A581567A8}" destId="{BE72636B-5476-EA49-9492-019DDF36D1A3}" srcOrd="0" destOrd="0" presId="urn:microsoft.com/office/officeart/2016/7/layout/RepeatingBendingProcessNew"/>
    <dgm:cxn modelId="{25848D5C-3F4E-4C49-9EC7-51C1727BB0B8}" type="presOf" srcId="{B228575A-002E-4FB4-A790-BD3AB215EA95}" destId="{9FEC4401-A33A-1943-A6AE-D98BEE62ACFA}" srcOrd="0" destOrd="0" presId="urn:microsoft.com/office/officeart/2016/7/layout/RepeatingBendingProcessNew"/>
    <dgm:cxn modelId="{41323D61-CC19-F94D-88E6-048FCAC16D54}" type="presOf" srcId="{380460AB-4D34-4525-9FD0-199B899069BD}" destId="{5A0584C6-DCC2-C946-BE24-07E32D586891}" srcOrd="0" destOrd="0" presId="urn:microsoft.com/office/officeart/2016/7/layout/RepeatingBendingProcessNew"/>
    <dgm:cxn modelId="{6890C769-4ACF-C745-BDF7-F3B6B62A311C}" type="presOf" srcId="{B73E2FB9-2346-45DE-B165-DD874CA6D23E}" destId="{3B137E97-6648-8348-9812-51E114FF5FEA}" srcOrd="0" destOrd="0" presId="urn:microsoft.com/office/officeart/2016/7/layout/RepeatingBendingProcessNew"/>
    <dgm:cxn modelId="{7BD3EA69-BCB0-FB4C-A2A0-50B083B34A52}" type="presOf" srcId="{F0AB67B5-BA38-4784-B0D4-11F23A194EF8}" destId="{A5B81FC4-794A-FF44-9B51-E1D1EEFF30D1}" srcOrd="0" destOrd="0" presId="urn:microsoft.com/office/officeart/2016/7/layout/RepeatingBendingProcessNew"/>
    <dgm:cxn modelId="{B35F636E-D27C-DA45-965A-DC75C538E47D}" type="presOf" srcId="{4D5BE60E-3466-4500-A8DE-4D6F27E6B622}" destId="{A6184F11-D294-4045-861D-A87BC73A2C8F}" srcOrd="1" destOrd="0" presId="urn:microsoft.com/office/officeart/2016/7/layout/RepeatingBendingProcessNew"/>
    <dgm:cxn modelId="{35B63C6F-DB83-3D4D-9446-04994722DEEE}" type="presOf" srcId="{2D61E053-2300-4ADF-BFBC-9D2043456B17}" destId="{159664DE-9B23-7347-A706-915E6D5DEA01}" srcOrd="0" destOrd="0" presId="urn:microsoft.com/office/officeart/2016/7/layout/RepeatingBendingProcessNew"/>
    <dgm:cxn modelId="{72019E71-1E58-D149-ABFE-F01E915C0ED2}" type="presOf" srcId="{D857346A-4D4B-4D05-B9BB-7772E8496D64}" destId="{9581C160-3ED3-D342-BA8D-49A5A571D662}" srcOrd="0" destOrd="0" presId="urn:microsoft.com/office/officeart/2016/7/layout/RepeatingBendingProcessNew"/>
    <dgm:cxn modelId="{E8E53675-6D48-EE47-B1B6-2EA2A0745B9B}" type="presOf" srcId="{5E959232-3910-4445-B200-E09F894415CE}" destId="{BBCCEFB9-4C0A-8247-BD6E-0121144C523E}" srcOrd="1" destOrd="0" presId="urn:microsoft.com/office/officeart/2016/7/layout/RepeatingBendingProcessNew"/>
    <dgm:cxn modelId="{CCCD7458-A858-0649-9880-91A3FA053F8C}" type="presOf" srcId="{ADAE0D49-580B-48D2-A1B2-CE74210D61D4}" destId="{2E7421C1-0E57-C34F-8DD8-3723DEE56E1F}" srcOrd="0" destOrd="0" presId="urn:microsoft.com/office/officeart/2016/7/layout/RepeatingBendingProcessNew"/>
    <dgm:cxn modelId="{A100C690-601C-4CFF-990A-2F190AB623B3}" srcId="{B228575A-002E-4FB4-A790-BD3AB215EA95}" destId="{B1192B1B-1870-4C2A-9622-0F9F474FF59B}" srcOrd="3" destOrd="0" parTransId="{DBC624FD-1287-4268-9D84-836EE8D15729}" sibTransId="{5E959232-3910-4445-B200-E09F894415CE}"/>
    <dgm:cxn modelId="{8214C392-9F9C-944D-96F1-6D1BF9DD95AE}" type="presOf" srcId="{4D5BE60E-3466-4500-A8DE-4D6F27E6B622}" destId="{D96C9183-A8BE-624D-92F6-279718627FAF}" srcOrd="0" destOrd="0" presId="urn:microsoft.com/office/officeart/2016/7/layout/RepeatingBendingProcessNew"/>
    <dgm:cxn modelId="{237EFE93-917C-0346-93C0-A3A3160B8FF7}" type="presOf" srcId="{ADAE0D49-580B-48D2-A1B2-CE74210D61D4}" destId="{C0ECFEB7-E397-614B-B5B1-E606B9C36328}" srcOrd="1" destOrd="0" presId="urn:microsoft.com/office/officeart/2016/7/layout/RepeatingBendingProcessNew"/>
    <dgm:cxn modelId="{A912C697-9940-4788-BE46-16214E715CA6}" srcId="{B228575A-002E-4FB4-A790-BD3AB215EA95}" destId="{038D8171-7D43-4406-B231-8D1F25478134}" srcOrd="6" destOrd="0" parTransId="{CA0119C6-A1C1-4506-BBBE-C916029B705C}" sibTransId="{B73E2FB9-2346-45DE-B165-DD874CA6D23E}"/>
    <dgm:cxn modelId="{132BF9AB-57E8-9D4F-BC1C-A4CB2938D56E}" type="presOf" srcId="{322F3660-7807-4F24-93B1-07A69436CBD9}" destId="{0CECAB48-9245-8E4B-86FA-3A126FC65F97}" srcOrd="0" destOrd="0" presId="urn:microsoft.com/office/officeart/2016/7/layout/RepeatingBendingProcessNew"/>
    <dgm:cxn modelId="{F2851ECD-EB32-447D-B5B5-E9A48DF898A6}" srcId="{B228575A-002E-4FB4-A790-BD3AB215EA95}" destId="{D857346A-4D4B-4D05-B9BB-7772E8496D64}" srcOrd="0" destOrd="0" parTransId="{099477F5-1721-433C-A70C-A410724D0009}" sibTransId="{ADAE0D49-580B-48D2-A1B2-CE74210D61D4}"/>
    <dgm:cxn modelId="{00B09AD0-98B1-4352-BAFF-FC9EADEB90B2}" srcId="{B228575A-002E-4FB4-A790-BD3AB215EA95}" destId="{349416AF-DAE7-47CC-A927-4600E30E5C87}" srcOrd="1" destOrd="0" parTransId="{DCC3CA71-C0E0-460B-B5ED-CC368870C000}" sibTransId="{4F9F0DF1-6118-49BF-B2A4-7D1D2F3B7371}"/>
    <dgm:cxn modelId="{4B1330E2-7214-3647-8B6A-64307B060CBF}" type="presOf" srcId="{038D8171-7D43-4406-B231-8D1F25478134}" destId="{30A54E8F-79DA-EF4F-A7DE-E53EB137B4B3}" srcOrd="0" destOrd="0" presId="urn:microsoft.com/office/officeart/2016/7/layout/RepeatingBendingProcessNew"/>
    <dgm:cxn modelId="{422447E8-2C28-4A88-B321-5AE5F91D4794}" srcId="{B228575A-002E-4FB4-A790-BD3AB215EA95}" destId="{347B0BCC-70D1-47AA-A276-32A62D5D8CA7}" srcOrd="8" destOrd="0" parTransId="{B649953D-6842-4E94-91E7-A0118C1B0F5C}" sibTransId="{C52A7C01-05E7-4A36-B322-5BCAEC07EF22}"/>
    <dgm:cxn modelId="{75D62BEA-4F7E-DD4D-958B-8AFE8D06F650}" type="presOf" srcId="{B73E2FB9-2346-45DE-B165-DD874CA6D23E}" destId="{7CFCE70C-6878-B140-A48A-3C777E886CCC}" srcOrd="1" destOrd="0" presId="urn:microsoft.com/office/officeart/2016/7/layout/RepeatingBendingProcessNew"/>
    <dgm:cxn modelId="{6F6C9CF0-B4A9-4C48-A78D-0FBF676AEEEF}" srcId="{B228575A-002E-4FB4-A790-BD3AB215EA95}" destId="{380460AB-4D34-4525-9FD0-199B899069BD}" srcOrd="2" destOrd="0" parTransId="{1FD4CA03-35DB-48F0-9515-1900B73984F9}" sibTransId="{322F3660-7807-4F24-93B1-07A69436CBD9}"/>
    <dgm:cxn modelId="{8D68B6F2-E384-C640-94C1-251269CFCE30}" type="presOf" srcId="{FA221878-A768-4146-A72D-B4877FE08F8F}" destId="{32FCB51C-80BB-FD4C-9922-A649045E1868}" srcOrd="0" destOrd="0" presId="urn:microsoft.com/office/officeart/2016/7/layout/RepeatingBendingProcessNew"/>
    <dgm:cxn modelId="{8BADBBF9-4B4F-9C45-85DF-161341BE81C2}" type="presOf" srcId="{FA221878-A768-4146-A72D-B4877FE08F8F}" destId="{E482C35F-8552-B247-B0F5-2AD54AE4DE28}" srcOrd="1" destOrd="0" presId="urn:microsoft.com/office/officeart/2016/7/layout/RepeatingBendingProcessNew"/>
    <dgm:cxn modelId="{519684DC-7BB0-5744-B17A-FDCE6DE32288}" type="presParOf" srcId="{9FEC4401-A33A-1943-A6AE-D98BEE62ACFA}" destId="{9581C160-3ED3-D342-BA8D-49A5A571D662}" srcOrd="0" destOrd="0" presId="urn:microsoft.com/office/officeart/2016/7/layout/RepeatingBendingProcessNew"/>
    <dgm:cxn modelId="{B2AC8137-284F-4742-AC22-AE75DCF46507}" type="presParOf" srcId="{9FEC4401-A33A-1943-A6AE-D98BEE62ACFA}" destId="{2E7421C1-0E57-C34F-8DD8-3723DEE56E1F}" srcOrd="1" destOrd="0" presId="urn:microsoft.com/office/officeart/2016/7/layout/RepeatingBendingProcessNew"/>
    <dgm:cxn modelId="{0322CA99-33A5-FE4D-8CC3-63DB686EE728}" type="presParOf" srcId="{2E7421C1-0E57-C34F-8DD8-3723DEE56E1F}" destId="{C0ECFEB7-E397-614B-B5B1-E606B9C36328}" srcOrd="0" destOrd="0" presId="urn:microsoft.com/office/officeart/2016/7/layout/RepeatingBendingProcessNew"/>
    <dgm:cxn modelId="{807FBA3D-14C2-DE4C-986D-E7B68CFBF6A4}" type="presParOf" srcId="{9FEC4401-A33A-1943-A6AE-D98BEE62ACFA}" destId="{A6C2EC3E-6CE0-134C-B4A2-68723646BA8F}" srcOrd="2" destOrd="0" presId="urn:microsoft.com/office/officeart/2016/7/layout/RepeatingBendingProcessNew"/>
    <dgm:cxn modelId="{00F2FE5A-0AAD-954B-9B99-98975942739F}" type="presParOf" srcId="{9FEC4401-A33A-1943-A6AE-D98BEE62ACFA}" destId="{6002956B-4119-7A48-BB30-1B19AEFE3F9B}" srcOrd="3" destOrd="0" presId="urn:microsoft.com/office/officeart/2016/7/layout/RepeatingBendingProcessNew"/>
    <dgm:cxn modelId="{4E1B916E-4ACB-5F4B-B072-32EC3AFEFB1F}" type="presParOf" srcId="{6002956B-4119-7A48-BB30-1B19AEFE3F9B}" destId="{D62CD26B-43D6-4446-9082-B6191A8FBF61}" srcOrd="0" destOrd="0" presId="urn:microsoft.com/office/officeart/2016/7/layout/RepeatingBendingProcessNew"/>
    <dgm:cxn modelId="{C076606B-9173-2740-B8DD-D05DBDA78879}" type="presParOf" srcId="{9FEC4401-A33A-1943-A6AE-D98BEE62ACFA}" destId="{5A0584C6-DCC2-C946-BE24-07E32D586891}" srcOrd="4" destOrd="0" presId="urn:microsoft.com/office/officeart/2016/7/layout/RepeatingBendingProcessNew"/>
    <dgm:cxn modelId="{488CFDF8-8DC4-F94D-82CF-90A046F39890}" type="presParOf" srcId="{9FEC4401-A33A-1943-A6AE-D98BEE62ACFA}" destId="{0CECAB48-9245-8E4B-86FA-3A126FC65F97}" srcOrd="5" destOrd="0" presId="urn:microsoft.com/office/officeart/2016/7/layout/RepeatingBendingProcessNew"/>
    <dgm:cxn modelId="{43E16F8F-B022-7D42-B173-CBA3464BF23C}" type="presParOf" srcId="{0CECAB48-9245-8E4B-86FA-3A126FC65F97}" destId="{6DC3C149-2B00-7849-B6BF-D4166E2159DF}" srcOrd="0" destOrd="0" presId="urn:microsoft.com/office/officeart/2016/7/layout/RepeatingBendingProcessNew"/>
    <dgm:cxn modelId="{E8FA7132-3542-A443-AF7D-000D7B2706A5}" type="presParOf" srcId="{9FEC4401-A33A-1943-A6AE-D98BEE62ACFA}" destId="{5B5028B4-2F88-1A4C-B642-629D64ED9E78}" srcOrd="6" destOrd="0" presId="urn:microsoft.com/office/officeart/2016/7/layout/RepeatingBendingProcessNew"/>
    <dgm:cxn modelId="{C54BBBEB-DE03-D84E-A9A6-1B1F25F8F9FC}" type="presParOf" srcId="{9FEC4401-A33A-1943-A6AE-D98BEE62ACFA}" destId="{3250A9DE-A7A0-1B4A-A093-1ED7995D2C0C}" srcOrd="7" destOrd="0" presId="urn:microsoft.com/office/officeart/2016/7/layout/RepeatingBendingProcessNew"/>
    <dgm:cxn modelId="{18F4444F-6C08-244C-938A-95B6891D3797}" type="presParOf" srcId="{3250A9DE-A7A0-1B4A-A093-1ED7995D2C0C}" destId="{BBCCEFB9-4C0A-8247-BD6E-0121144C523E}" srcOrd="0" destOrd="0" presId="urn:microsoft.com/office/officeart/2016/7/layout/RepeatingBendingProcessNew"/>
    <dgm:cxn modelId="{CDE6DEE5-3642-5045-8FA1-E7AB942EE230}" type="presParOf" srcId="{9FEC4401-A33A-1943-A6AE-D98BEE62ACFA}" destId="{A5B81FC4-794A-FF44-9B51-E1D1EEFF30D1}" srcOrd="8" destOrd="0" presId="urn:microsoft.com/office/officeart/2016/7/layout/RepeatingBendingProcessNew"/>
    <dgm:cxn modelId="{CC3A2958-A4E8-9449-B400-F39AF6FA3786}" type="presParOf" srcId="{9FEC4401-A33A-1943-A6AE-D98BEE62ACFA}" destId="{32FCB51C-80BB-FD4C-9922-A649045E1868}" srcOrd="9" destOrd="0" presId="urn:microsoft.com/office/officeart/2016/7/layout/RepeatingBendingProcessNew"/>
    <dgm:cxn modelId="{3069FD0A-2AF1-E845-8535-B568EFD2C27D}" type="presParOf" srcId="{32FCB51C-80BB-FD4C-9922-A649045E1868}" destId="{E482C35F-8552-B247-B0F5-2AD54AE4DE28}" srcOrd="0" destOrd="0" presId="urn:microsoft.com/office/officeart/2016/7/layout/RepeatingBendingProcessNew"/>
    <dgm:cxn modelId="{21BA05A5-DCDD-6541-89B9-A2CF6C454F0C}" type="presParOf" srcId="{9FEC4401-A33A-1943-A6AE-D98BEE62ACFA}" destId="{F724CE3A-85DC-8B43-8B25-949057564097}" srcOrd="10" destOrd="0" presId="urn:microsoft.com/office/officeart/2016/7/layout/RepeatingBendingProcessNew"/>
    <dgm:cxn modelId="{0D85D072-5DED-094F-80A7-8CA41A568F09}" type="presParOf" srcId="{9FEC4401-A33A-1943-A6AE-D98BEE62ACFA}" destId="{159664DE-9B23-7347-A706-915E6D5DEA01}" srcOrd="11" destOrd="0" presId="urn:microsoft.com/office/officeart/2016/7/layout/RepeatingBendingProcessNew"/>
    <dgm:cxn modelId="{E76771C3-8282-B94F-97D8-83476E980130}" type="presParOf" srcId="{159664DE-9B23-7347-A706-915E6D5DEA01}" destId="{7C1066A2-18A5-AC4A-AAB9-74478495BE07}" srcOrd="0" destOrd="0" presId="urn:microsoft.com/office/officeart/2016/7/layout/RepeatingBendingProcessNew"/>
    <dgm:cxn modelId="{43D492CA-879F-5443-A7AE-E05117FEEE2F}" type="presParOf" srcId="{9FEC4401-A33A-1943-A6AE-D98BEE62ACFA}" destId="{30A54E8F-79DA-EF4F-A7DE-E53EB137B4B3}" srcOrd="12" destOrd="0" presId="urn:microsoft.com/office/officeart/2016/7/layout/RepeatingBendingProcessNew"/>
    <dgm:cxn modelId="{1444CCF0-623D-C242-9294-665FE15E411F}" type="presParOf" srcId="{9FEC4401-A33A-1943-A6AE-D98BEE62ACFA}" destId="{3B137E97-6648-8348-9812-51E114FF5FEA}" srcOrd="13" destOrd="0" presId="urn:microsoft.com/office/officeart/2016/7/layout/RepeatingBendingProcessNew"/>
    <dgm:cxn modelId="{D64B161F-899B-FA43-9EE3-AE183663AE7A}" type="presParOf" srcId="{3B137E97-6648-8348-9812-51E114FF5FEA}" destId="{7CFCE70C-6878-B140-A48A-3C777E886CCC}" srcOrd="0" destOrd="0" presId="urn:microsoft.com/office/officeart/2016/7/layout/RepeatingBendingProcessNew"/>
    <dgm:cxn modelId="{A1BCCEEC-AE8F-D94C-8BA5-5CD1C248FB18}" type="presParOf" srcId="{9FEC4401-A33A-1943-A6AE-D98BEE62ACFA}" destId="{BE72636B-5476-EA49-9492-019DDF36D1A3}" srcOrd="14" destOrd="0" presId="urn:microsoft.com/office/officeart/2016/7/layout/RepeatingBendingProcessNew"/>
    <dgm:cxn modelId="{7CB558AA-729A-D74D-84CE-8889F5B12A92}" type="presParOf" srcId="{9FEC4401-A33A-1943-A6AE-D98BEE62ACFA}" destId="{D96C9183-A8BE-624D-92F6-279718627FAF}" srcOrd="15" destOrd="0" presId="urn:microsoft.com/office/officeart/2016/7/layout/RepeatingBendingProcessNew"/>
    <dgm:cxn modelId="{7CE6C022-83AD-0D47-8AC6-04A063715434}" type="presParOf" srcId="{D96C9183-A8BE-624D-92F6-279718627FAF}" destId="{A6184F11-D294-4045-861D-A87BC73A2C8F}" srcOrd="0" destOrd="0" presId="urn:microsoft.com/office/officeart/2016/7/layout/RepeatingBendingProcessNew"/>
    <dgm:cxn modelId="{3798901E-48B8-4249-AE8C-3D3A6E0A861A}" type="presParOf" srcId="{9FEC4401-A33A-1943-A6AE-D98BEE62ACFA}" destId="{D5FC8728-20E6-8248-BCC2-1D86701223EE}" srcOrd="16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3029D85-421A-4352-B725-35520EAEF680}" type="doc">
      <dgm:prSet loTypeId="urn:microsoft.com/office/officeart/2018/2/layout/IconVerticalSolidList" loCatId="icon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326B2F0A-0677-4858-A1D7-EACFDDB52BD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explosion of enterprise data and the need for AI integration at the data layer</a:t>
          </a:r>
        </a:p>
      </dgm:t>
    </dgm:pt>
    <dgm:pt modelId="{88F9A351-0831-4619-A8B1-F483005425CF}" type="parTrans" cxnId="{0719C58C-AA82-4EC6-AC17-8E9BEA665BA3}">
      <dgm:prSet/>
      <dgm:spPr/>
      <dgm:t>
        <a:bodyPr/>
        <a:lstStyle/>
        <a:p>
          <a:endParaRPr lang="en-US"/>
        </a:p>
      </dgm:t>
    </dgm:pt>
    <dgm:pt modelId="{529C361D-902D-4662-9F95-8E3053494E80}" type="sibTrans" cxnId="{0719C58C-AA82-4EC6-AC17-8E9BEA665BA3}">
      <dgm:prSet/>
      <dgm:spPr/>
      <dgm:t>
        <a:bodyPr/>
        <a:lstStyle/>
        <a:p>
          <a:endParaRPr lang="en-US"/>
        </a:p>
      </dgm:t>
    </dgm:pt>
    <dgm:pt modelId="{91DD4C61-B573-492C-9C84-1B66E4C45C7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Why the database — not a separate service — is the right place for AI building blocks</a:t>
          </a:r>
        </a:p>
      </dgm:t>
    </dgm:pt>
    <dgm:pt modelId="{30EDB323-942E-421A-91BA-04279B5FE093}" type="parTrans" cxnId="{9220D640-14B7-49A7-8DE7-20B8174E17FE}">
      <dgm:prSet/>
      <dgm:spPr/>
      <dgm:t>
        <a:bodyPr/>
        <a:lstStyle/>
        <a:p>
          <a:endParaRPr lang="en-US"/>
        </a:p>
      </dgm:t>
    </dgm:pt>
    <dgm:pt modelId="{C4BA0267-1FA0-4769-B412-988BF733373F}" type="sibTrans" cxnId="{9220D640-14B7-49A7-8DE7-20B8174E17FE}">
      <dgm:prSet/>
      <dgm:spPr/>
      <dgm:t>
        <a:bodyPr/>
        <a:lstStyle/>
        <a:p>
          <a:endParaRPr lang="en-US"/>
        </a:p>
      </dgm:t>
    </dgm:pt>
    <dgm:pt modelId="{56170E2A-0A3F-4D6F-AFD8-D8D3D99539D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SQL Server's position: trusted engine meets modern AI workloads</a:t>
          </a:r>
        </a:p>
      </dgm:t>
    </dgm:pt>
    <dgm:pt modelId="{F36B9FB5-0E51-4706-B718-58B9289CD06C}" type="parTrans" cxnId="{5ADAFA0C-D2FC-479F-B88C-188C6261EFAF}">
      <dgm:prSet/>
      <dgm:spPr/>
      <dgm:t>
        <a:bodyPr/>
        <a:lstStyle/>
        <a:p>
          <a:endParaRPr lang="en-US"/>
        </a:p>
      </dgm:t>
    </dgm:pt>
    <dgm:pt modelId="{6D1AD7FB-B11B-4F58-81D8-B722FB381D6B}" type="sibTrans" cxnId="{5ADAFA0C-D2FC-479F-B88C-188C6261EFAF}">
      <dgm:prSet/>
      <dgm:spPr/>
      <dgm:t>
        <a:bodyPr/>
        <a:lstStyle/>
        <a:p>
          <a:endParaRPr lang="en-US"/>
        </a:p>
      </dgm:t>
    </dgm:pt>
    <dgm:pt modelId="{37955701-A1FF-45EF-B0CE-E9C56EBC2DE3}" type="pres">
      <dgm:prSet presAssocID="{83029D85-421A-4352-B725-35520EAEF680}" presName="root" presStyleCnt="0">
        <dgm:presLayoutVars>
          <dgm:dir/>
          <dgm:resizeHandles val="exact"/>
        </dgm:presLayoutVars>
      </dgm:prSet>
      <dgm:spPr/>
    </dgm:pt>
    <dgm:pt modelId="{D0C44986-11B6-4C19-921A-A65781586973}" type="pres">
      <dgm:prSet presAssocID="{326B2F0A-0677-4858-A1D7-EACFDDB52BD5}" presName="compNode" presStyleCnt="0"/>
      <dgm:spPr/>
    </dgm:pt>
    <dgm:pt modelId="{456FDE86-7AD3-4F5A-A6F4-F5E01B01D478}" type="pres">
      <dgm:prSet presAssocID="{326B2F0A-0677-4858-A1D7-EACFDDB52BD5}" presName="bgRect" presStyleLbl="bgShp" presStyleIdx="0" presStyleCnt="3"/>
      <dgm:spPr/>
    </dgm:pt>
    <dgm:pt modelId="{F1ECC650-4357-4D21-930B-09CEC9BFADA3}" type="pres">
      <dgm:prSet presAssocID="{326B2F0A-0677-4858-A1D7-EACFDDB52BD5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B7CB4CDF-59D9-489B-B923-BBD824FE61F7}" type="pres">
      <dgm:prSet presAssocID="{326B2F0A-0677-4858-A1D7-EACFDDB52BD5}" presName="spaceRect" presStyleCnt="0"/>
      <dgm:spPr/>
    </dgm:pt>
    <dgm:pt modelId="{2AB1E007-EFE9-4AC5-94A6-AF864921AF5F}" type="pres">
      <dgm:prSet presAssocID="{326B2F0A-0677-4858-A1D7-EACFDDB52BD5}" presName="parTx" presStyleLbl="revTx" presStyleIdx="0" presStyleCnt="3">
        <dgm:presLayoutVars>
          <dgm:chMax val="0"/>
          <dgm:chPref val="0"/>
        </dgm:presLayoutVars>
      </dgm:prSet>
      <dgm:spPr/>
    </dgm:pt>
    <dgm:pt modelId="{08B565DA-2D2D-4CE7-91E6-30ADA13DEC7E}" type="pres">
      <dgm:prSet presAssocID="{529C361D-902D-4662-9F95-8E3053494E80}" presName="sibTrans" presStyleCnt="0"/>
      <dgm:spPr/>
    </dgm:pt>
    <dgm:pt modelId="{5528B7FD-BF7A-44EC-AA44-105741BB22B0}" type="pres">
      <dgm:prSet presAssocID="{91DD4C61-B573-492C-9C84-1B66E4C45C76}" presName="compNode" presStyleCnt="0"/>
      <dgm:spPr/>
    </dgm:pt>
    <dgm:pt modelId="{55C251FC-91F1-4AE0-B1A7-CDA517F4962B}" type="pres">
      <dgm:prSet presAssocID="{91DD4C61-B573-492C-9C84-1B66E4C45C76}" presName="bgRect" presStyleLbl="bgShp" presStyleIdx="1" presStyleCnt="3"/>
      <dgm:spPr/>
    </dgm:pt>
    <dgm:pt modelId="{4BF74C84-AF2D-44C8-BB50-42E2A2BC81B3}" type="pres">
      <dgm:prSet presAssocID="{91DD4C61-B573-492C-9C84-1B66E4C45C76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7A14B9A8-984D-4AEC-8C20-EEF0E14CBFB5}" type="pres">
      <dgm:prSet presAssocID="{91DD4C61-B573-492C-9C84-1B66E4C45C76}" presName="spaceRect" presStyleCnt="0"/>
      <dgm:spPr/>
    </dgm:pt>
    <dgm:pt modelId="{F94569CD-6922-495F-A61D-DC783B217378}" type="pres">
      <dgm:prSet presAssocID="{91DD4C61-B573-492C-9C84-1B66E4C45C76}" presName="parTx" presStyleLbl="revTx" presStyleIdx="1" presStyleCnt="3">
        <dgm:presLayoutVars>
          <dgm:chMax val="0"/>
          <dgm:chPref val="0"/>
        </dgm:presLayoutVars>
      </dgm:prSet>
      <dgm:spPr/>
    </dgm:pt>
    <dgm:pt modelId="{B202F39D-471A-4C45-A245-C344C8E93EB2}" type="pres">
      <dgm:prSet presAssocID="{C4BA0267-1FA0-4769-B412-988BF733373F}" presName="sibTrans" presStyleCnt="0"/>
      <dgm:spPr/>
    </dgm:pt>
    <dgm:pt modelId="{B8BA867C-8C6E-424D-AB00-FE1FA6A175A3}" type="pres">
      <dgm:prSet presAssocID="{56170E2A-0A3F-4D6F-AFD8-D8D3D99539D4}" presName="compNode" presStyleCnt="0"/>
      <dgm:spPr/>
    </dgm:pt>
    <dgm:pt modelId="{A96BD703-ED4C-4243-ABD7-258F8DDB422F}" type="pres">
      <dgm:prSet presAssocID="{56170E2A-0A3F-4D6F-AFD8-D8D3D99539D4}" presName="bgRect" presStyleLbl="bgShp" presStyleIdx="2" presStyleCnt="3"/>
      <dgm:spPr/>
    </dgm:pt>
    <dgm:pt modelId="{FC3ED54F-62F5-4CB8-9823-7C0D3160C46C}" type="pres">
      <dgm:prSet presAssocID="{56170E2A-0A3F-4D6F-AFD8-D8D3D99539D4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oud"/>
        </a:ext>
      </dgm:extLst>
    </dgm:pt>
    <dgm:pt modelId="{E8AE507F-0E33-4CF5-953B-3ABD8B368A18}" type="pres">
      <dgm:prSet presAssocID="{56170E2A-0A3F-4D6F-AFD8-D8D3D99539D4}" presName="spaceRect" presStyleCnt="0"/>
      <dgm:spPr/>
    </dgm:pt>
    <dgm:pt modelId="{0DEB77AD-D0BF-4374-A5D9-B4F923663F5A}" type="pres">
      <dgm:prSet presAssocID="{56170E2A-0A3F-4D6F-AFD8-D8D3D99539D4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5ADAFA0C-D2FC-479F-B88C-188C6261EFAF}" srcId="{83029D85-421A-4352-B725-35520EAEF680}" destId="{56170E2A-0A3F-4D6F-AFD8-D8D3D99539D4}" srcOrd="2" destOrd="0" parTransId="{F36B9FB5-0E51-4706-B718-58B9289CD06C}" sibTransId="{6D1AD7FB-B11B-4F58-81D8-B722FB381D6B}"/>
    <dgm:cxn modelId="{3C038823-0248-44F8-842C-C232461E22C3}" type="presOf" srcId="{91DD4C61-B573-492C-9C84-1B66E4C45C76}" destId="{F94569CD-6922-495F-A61D-DC783B217378}" srcOrd="0" destOrd="0" presId="urn:microsoft.com/office/officeart/2018/2/layout/IconVerticalSolidList"/>
    <dgm:cxn modelId="{75934833-9B8F-4271-B86B-5EF056821DA6}" type="presOf" srcId="{56170E2A-0A3F-4D6F-AFD8-D8D3D99539D4}" destId="{0DEB77AD-D0BF-4374-A5D9-B4F923663F5A}" srcOrd="0" destOrd="0" presId="urn:microsoft.com/office/officeart/2018/2/layout/IconVerticalSolidList"/>
    <dgm:cxn modelId="{9220D640-14B7-49A7-8DE7-20B8174E17FE}" srcId="{83029D85-421A-4352-B725-35520EAEF680}" destId="{91DD4C61-B573-492C-9C84-1B66E4C45C76}" srcOrd="1" destOrd="0" parTransId="{30EDB323-942E-421A-91BA-04279B5FE093}" sibTransId="{C4BA0267-1FA0-4769-B412-988BF733373F}"/>
    <dgm:cxn modelId="{6F315E4C-394F-45AE-9F74-5962A4FA7B4B}" type="presOf" srcId="{326B2F0A-0677-4858-A1D7-EACFDDB52BD5}" destId="{2AB1E007-EFE9-4AC5-94A6-AF864921AF5F}" srcOrd="0" destOrd="0" presId="urn:microsoft.com/office/officeart/2018/2/layout/IconVerticalSolidList"/>
    <dgm:cxn modelId="{0719C58C-AA82-4EC6-AC17-8E9BEA665BA3}" srcId="{83029D85-421A-4352-B725-35520EAEF680}" destId="{326B2F0A-0677-4858-A1D7-EACFDDB52BD5}" srcOrd="0" destOrd="0" parTransId="{88F9A351-0831-4619-A8B1-F483005425CF}" sibTransId="{529C361D-902D-4662-9F95-8E3053494E80}"/>
    <dgm:cxn modelId="{82211CDE-CFE3-4B26-B8EA-BB02F4B1D198}" type="presOf" srcId="{83029D85-421A-4352-B725-35520EAEF680}" destId="{37955701-A1FF-45EF-B0CE-E9C56EBC2DE3}" srcOrd="0" destOrd="0" presId="urn:microsoft.com/office/officeart/2018/2/layout/IconVerticalSolidList"/>
    <dgm:cxn modelId="{443822C8-05CB-4160-92D3-D828D9F3B868}" type="presParOf" srcId="{37955701-A1FF-45EF-B0CE-E9C56EBC2DE3}" destId="{D0C44986-11B6-4C19-921A-A65781586973}" srcOrd="0" destOrd="0" presId="urn:microsoft.com/office/officeart/2018/2/layout/IconVerticalSolidList"/>
    <dgm:cxn modelId="{1B7AA9AE-4F6E-4468-A109-6A451B4C2D24}" type="presParOf" srcId="{D0C44986-11B6-4C19-921A-A65781586973}" destId="{456FDE86-7AD3-4F5A-A6F4-F5E01B01D478}" srcOrd="0" destOrd="0" presId="urn:microsoft.com/office/officeart/2018/2/layout/IconVerticalSolidList"/>
    <dgm:cxn modelId="{ACAA1644-49DB-4A9D-A553-0095B4833B68}" type="presParOf" srcId="{D0C44986-11B6-4C19-921A-A65781586973}" destId="{F1ECC650-4357-4D21-930B-09CEC9BFADA3}" srcOrd="1" destOrd="0" presId="urn:microsoft.com/office/officeart/2018/2/layout/IconVerticalSolidList"/>
    <dgm:cxn modelId="{74459157-F197-4C28-BA14-CAFFD3ADE953}" type="presParOf" srcId="{D0C44986-11B6-4C19-921A-A65781586973}" destId="{B7CB4CDF-59D9-489B-B923-BBD824FE61F7}" srcOrd="2" destOrd="0" presId="urn:microsoft.com/office/officeart/2018/2/layout/IconVerticalSolidList"/>
    <dgm:cxn modelId="{AF564F87-4280-469F-B3FE-32ADB5DF5137}" type="presParOf" srcId="{D0C44986-11B6-4C19-921A-A65781586973}" destId="{2AB1E007-EFE9-4AC5-94A6-AF864921AF5F}" srcOrd="3" destOrd="0" presId="urn:microsoft.com/office/officeart/2018/2/layout/IconVerticalSolidList"/>
    <dgm:cxn modelId="{A7E76E3E-76B6-4F99-B258-5CA14314666A}" type="presParOf" srcId="{37955701-A1FF-45EF-B0CE-E9C56EBC2DE3}" destId="{08B565DA-2D2D-4CE7-91E6-30ADA13DEC7E}" srcOrd="1" destOrd="0" presId="urn:microsoft.com/office/officeart/2018/2/layout/IconVerticalSolidList"/>
    <dgm:cxn modelId="{AC48F7A1-70A5-4401-B93D-36E90F44A390}" type="presParOf" srcId="{37955701-A1FF-45EF-B0CE-E9C56EBC2DE3}" destId="{5528B7FD-BF7A-44EC-AA44-105741BB22B0}" srcOrd="2" destOrd="0" presId="urn:microsoft.com/office/officeart/2018/2/layout/IconVerticalSolidList"/>
    <dgm:cxn modelId="{236689E1-53AF-4AD3-AEF7-26BF0C5F5493}" type="presParOf" srcId="{5528B7FD-BF7A-44EC-AA44-105741BB22B0}" destId="{55C251FC-91F1-4AE0-B1A7-CDA517F4962B}" srcOrd="0" destOrd="0" presId="urn:microsoft.com/office/officeart/2018/2/layout/IconVerticalSolidList"/>
    <dgm:cxn modelId="{6593254F-E851-4C17-B21E-180C83E1FAA2}" type="presParOf" srcId="{5528B7FD-BF7A-44EC-AA44-105741BB22B0}" destId="{4BF74C84-AF2D-44C8-BB50-42E2A2BC81B3}" srcOrd="1" destOrd="0" presId="urn:microsoft.com/office/officeart/2018/2/layout/IconVerticalSolidList"/>
    <dgm:cxn modelId="{EEFC1C40-4BDB-4909-A01F-409825B9EA57}" type="presParOf" srcId="{5528B7FD-BF7A-44EC-AA44-105741BB22B0}" destId="{7A14B9A8-984D-4AEC-8C20-EEF0E14CBFB5}" srcOrd="2" destOrd="0" presId="urn:microsoft.com/office/officeart/2018/2/layout/IconVerticalSolidList"/>
    <dgm:cxn modelId="{A6D5DCB2-BAAD-4AFF-93A1-20BA3FCB6954}" type="presParOf" srcId="{5528B7FD-BF7A-44EC-AA44-105741BB22B0}" destId="{F94569CD-6922-495F-A61D-DC783B217378}" srcOrd="3" destOrd="0" presId="urn:microsoft.com/office/officeart/2018/2/layout/IconVerticalSolidList"/>
    <dgm:cxn modelId="{8E8EFD34-DA9E-469D-99C0-502FF8F863A2}" type="presParOf" srcId="{37955701-A1FF-45EF-B0CE-E9C56EBC2DE3}" destId="{B202F39D-471A-4C45-A245-C344C8E93EB2}" srcOrd="3" destOrd="0" presId="urn:microsoft.com/office/officeart/2018/2/layout/IconVerticalSolidList"/>
    <dgm:cxn modelId="{0906E23D-E833-4F8F-B410-64C6F042CC10}" type="presParOf" srcId="{37955701-A1FF-45EF-B0CE-E9C56EBC2DE3}" destId="{B8BA867C-8C6E-424D-AB00-FE1FA6A175A3}" srcOrd="4" destOrd="0" presId="urn:microsoft.com/office/officeart/2018/2/layout/IconVerticalSolidList"/>
    <dgm:cxn modelId="{E18D1A8F-770F-4E4B-B166-7DC95E102BEF}" type="presParOf" srcId="{B8BA867C-8C6E-424D-AB00-FE1FA6A175A3}" destId="{A96BD703-ED4C-4243-ABD7-258F8DDB422F}" srcOrd="0" destOrd="0" presId="urn:microsoft.com/office/officeart/2018/2/layout/IconVerticalSolidList"/>
    <dgm:cxn modelId="{0B58AA10-0217-46A7-8055-93E4FAB907DA}" type="presParOf" srcId="{B8BA867C-8C6E-424D-AB00-FE1FA6A175A3}" destId="{FC3ED54F-62F5-4CB8-9823-7C0D3160C46C}" srcOrd="1" destOrd="0" presId="urn:microsoft.com/office/officeart/2018/2/layout/IconVerticalSolidList"/>
    <dgm:cxn modelId="{2FA62988-3F4A-400F-AF9C-EFBD4CCFC33B}" type="presParOf" srcId="{B8BA867C-8C6E-424D-AB00-FE1FA6A175A3}" destId="{E8AE507F-0E33-4CF5-953B-3ABD8B368A18}" srcOrd="2" destOrd="0" presId="urn:microsoft.com/office/officeart/2018/2/layout/IconVerticalSolidList"/>
    <dgm:cxn modelId="{2DA30E88-42A7-4CB1-A7CE-18EB26BA14F6}" type="presParOf" srcId="{B8BA867C-8C6E-424D-AB00-FE1FA6A175A3}" destId="{0DEB77AD-D0BF-4374-A5D9-B4F923663F5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F3AD959-234B-4E3D-B3D3-91AC01C10D69}" type="doc">
      <dgm:prSet loTypeId="urn:microsoft.com/office/officeart/2018/2/layout/IconVerticalSolidList" loCatId="icon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0C14D057-C8A5-4374-880F-9F337351789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"The AI-ready enterprise database from ground to cloud"</a:t>
          </a:r>
        </a:p>
      </dgm:t>
    </dgm:pt>
    <dgm:pt modelId="{F2F8B5AB-CE9B-4CDB-919C-A8D2AB6367FD}" type="parTrans" cxnId="{C744E6F4-D1EE-4F15-B073-B41A4D1F6030}">
      <dgm:prSet/>
      <dgm:spPr/>
      <dgm:t>
        <a:bodyPr/>
        <a:lstStyle/>
        <a:p>
          <a:endParaRPr lang="en-US"/>
        </a:p>
      </dgm:t>
    </dgm:pt>
    <dgm:pt modelId="{ED5A84DF-46A8-4454-8B98-7CC0BB3C96AC}" type="sibTrans" cxnId="{C744E6F4-D1EE-4F15-B073-B41A4D1F6030}">
      <dgm:prSet/>
      <dgm:spPr/>
      <dgm:t>
        <a:bodyPr/>
        <a:lstStyle/>
        <a:p>
          <a:endParaRPr lang="en-US"/>
        </a:p>
      </dgm:t>
    </dgm:pt>
    <dgm:pt modelId="{3F419373-2D19-4AAF-A8D3-86C35E173D7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Five pillars: AI Built-In, Best-in-class Security &amp; Performance, Made for Developers, Cloud Agility through Azure, Fabric Integration</a:t>
          </a:r>
        </a:p>
      </dgm:t>
    </dgm:pt>
    <dgm:pt modelId="{FDA5DF00-C4C5-4207-A92A-9C1D7090E175}" type="parTrans" cxnId="{9370D8BA-E073-4658-A04A-5D8DEDDA4470}">
      <dgm:prSet/>
      <dgm:spPr/>
      <dgm:t>
        <a:bodyPr/>
        <a:lstStyle/>
        <a:p>
          <a:endParaRPr lang="en-US"/>
        </a:p>
      </dgm:t>
    </dgm:pt>
    <dgm:pt modelId="{D48A3720-654E-4EFA-B7AC-60B3F94BED6D}" type="sibTrans" cxnId="{9370D8BA-E073-4658-A04A-5D8DEDDA4470}">
      <dgm:prSet/>
      <dgm:spPr/>
      <dgm:t>
        <a:bodyPr/>
        <a:lstStyle/>
        <a:p>
          <a:endParaRPr lang="en-US"/>
        </a:p>
      </dgm:t>
    </dgm:pt>
    <dgm:pt modelId="{6A83DB18-DA40-45AE-BA4D-7CF17506717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aka.ms/sqlserver2025</a:t>
          </a:r>
        </a:p>
      </dgm:t>
    </dgm:pt>
    <dgm:pt modelId="{D29B1A58-EF21-4A25-B817-D744B6438BF0}" type="parTrans" cxnId="{0CE1E8B2-98B5-4116-9C99-6566EC24878D}">
      <dgm:prSet/>
      <dgm:spPr/>
      <dgm:t>
        <a:bodyPr/>
        <a:lstStyle/>
        <a:p>
          <a:endParaRPr lang="en-US"/>
        </a:p>
      </dgm:t>
    </dgm:pt>
    <dgm:pt modelId="{F55FB0FE-7954-4FAE-9B7B-78251EE0F438}" type="sibTrans" cxnId="{0CE1E8B2-98B5-4116-9C99-6566EC24878D}">
      <dgm:prSet/>
      <dgm:spPr/>
      <dgm:t>
        <a:bodyPr/>
        <a:lstStyle/>
        <a:p>
          <a:endParaRPr lang="en-US"/>
        </a:p>
      </dgm:t>
    </dgm:pt>
    <dgm:pt modelId="{9877B2C6-C1D2-4FDB-8DF3-33CB2375B696}" type="pres">
      <dgm:prSet presAssocID="{AF3AD959-234B-4E3D-B3D3-91AC01C10D69}" presName="root" presStyleCnt="0">
        <dgm:presLayoutVars>
          <dgm:dir/>
          <dgm:resizeHandles val="exact"/>
        </dgm:presLayoutVars>
      </dgm:prSet>
      <dgm:spPr/>
    </dgm:pt>
    <dgm:pt modelId="{76E50958-8078-4015-AF6A-7E4775B9C7A2}" type="pres">
      <dgm:prSet presAssocID="{0C14D057-C8A5-4374-880F-9F337351789C}" presName="compNode" presStyleCnt="0"/>
      <dgm:spPr/>
    </dgm:pt>
    <dgm:pt modelId="{1B82CAF3-5006-4F50-A024-482A933EF53B}" type="pres">
      <dgm:prSet presAssocID="{0C14D057-C8A5-4374-880F-9F337351789C}" presName="bgRect" presStyleLbl="bgShp" presStyleIdx="0" presStyleCnt="3"/>
      <dgm:spPr/>
    </dgm:pt>
    <dgm:pt modelId="{6C1B0B27-4A57-432E-8E31-210C3CEAC0ED}" type="pres">
      <dgm:prSet presAssocID="{0C14D057-C8A5-4374-880F-9F337351789C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C6C64DAB-A978-4012-AEA0-9F942F226B6F}" type="pres">
      <dgm:prSet presAssocID="{0C14D057-C8A5-4374-880F-9F337351789C}" presName="spaceRect" presStyleCnt="0"/>
      <dgm:spPr/>
    </dgm:pt>
    <dgm:pt modelId="{6C001EA6-2FDA-485D-8AD2-574C482F4FD7}" type="pres">
      <dgm:prSet presAssocID="{0C14D057-C8A5-4374-880F-9F337351789C}" presName="parTx" presStyleLbl="revTx" presStyleIdx="0" presStyleCnt="3">
        <dgm:presLayoutVars>
          <dgm:chMax val="0"/>
          <dgm:chPref val="0"/>
        </dgm:presLayoutVars>
      </dgm:prSet>
      <dgm:spPr/>
    </dgm:pt>
    <dgm:pt modelId="{53E40116-4B43-4FBB-ABF6-090AF7143155}" type="pres">
      <dgm:prSet presAssocID="{ED5A84DF-46A8-4454-8B98-7CC0BB3C96AC}" presName="sibTrans" presStyleCnt="0"/>
      <dgm:spPr/>
    </dgm:pt>
    <dgm:pt modelId="{B4A81BC8-83AC-4C91-99FC-459E31FF0579}" type="pres">
      <dgm:prSet presAssocID="{3F419373-2D19-4AAF-A8D3-86C35E173D75}" presName="compNode" presStyleCnt="0"/>
      <dgm:spPr/>
    </dgm:pt>
    <dgm:pt modelId="{2D736029-CC01-481B-8941-0D3DA5369F2B}" type="pres">
      <dgm:prSet presAssocID="{3F419373-2D19-4AAF-A8D3-86C35E173D75}" presName="bgRect" presStyleLbl="bgShp" presStyleIdx="1" presStyleCnt="3"/>
      <dgm:spPr/>
    </dgm:pt>
    <dgm:pt modelId="{68BE1574-071E-4C1C-8C2D-29228477EA5A}" type="pres">
      <dgm:prSet presAssocID="{3F419373-2D19-4AAF-A8D3-86C35E173D75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22716CB5-8136-43D3-A10C-CAF70B0E61D7}" type="pres">
      <dgm:prSet presAssocID="{3F419373-2D19-4AAF-A8D3-86C35E173D75}" presName="spaceRect" presStyleCnt="0"/>
      <dgm:spPr/>
    </dgm:pt>
    <dgm:pt modelId="{9D9BBF4E-938C-4635-B691-914EFD3B1E98}" type="pres">
      <dgm:prSet presAssocID="{3F419373-2D19-4AAF-A8D3-86C35E173D75}" presName="parTx" presStyleLbl="revTx" presStyleIdx="1" presStyleCnt="3">
        <dgm:presLayoutVars>
          <dgm:chMax val="0"/>
          <dgm:chPref val="0"/>
        </dgm:presLayoutVars>
      </dgm:prSet>
      <dgm:spPr/>
    </dgm:pt>
    <dgm:pt modelId="{0237ED4C-E40F-48C2-ABD6-65A1F470CC06}" type="pres">
      <dgm:prSet presAssocID="{D48A3720-654E-4EFA-B7AC-60B3F94BED6D}" presName="sibTrans" presStyleCnt="0"/>
      <dgm:spPr/>
    </dgm:pt>
    <dgm:pt modelId="{3C3E036F-9FD2-4AE3-BE52-7DC7DAA48B8B}" type="pres">
      <dgm:prSet presAssocID="{6A83DB18-DA40-45AE-BA4D-7CF175067179}" presName="compNode" presStyleCnt="0"/>
      <dgm:spPr/>
    </dgm:pt>
    <dgm:pt modelId="{20254F22-8C9D-46C8-8D05-CA59FF414253}" type="pres">
      <dgm:prSet presAssocID="{6A83DB18-DA40-45AE-BA4D-7CF175067179}" presName="bgRect" presStyleLbl="bgShp" presStyleIdx="2" presStyleCnt="3"/>
      <dgm:spPr/>
    </dgm:pt>
    <dgm:pt modelId="{D29BA16F-AA6B-47EF-9121-E264603B52BF}" type="pres">
      <dgm:prSet presAssocID="{6A83DB18-DA40-45AE-BA4D-7CF175067179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rker"/>
        </a:ext>
      </dgm:extLst>
    </dgm:pt>
    <dgm:pt modelId="{828752BF-147A-4EBA-9163-556AA72C3223}" type="pres">
      <dgm:prSet presAssocID="{6A83DB18-DA40-45AE-BA4D-7CF175067179}" presName="spaceRect" presStyleCnt="0"/>
      <dgm:spPr/>
    </dgm:pt>
    <dgm:pt modelId="{EEA37679-09CA-4F81-A51E-5CEF5900CD07}" type="pres">
      <dgm:prSet presAssocID="{6A83DB18-DA40-45AE-BA4D-7CF175067179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33D1F606-9087-4E73-A154-DECCFB0110F1}" type="presOf" srcId="{AF3AD959-234B-4E3D-B3D3-91AC01C10D69}" destId="{9877B2C6-C1D2-4FDB-8DF3-33CB2375B696}" srcOrd="0" destOrd="0" presId="urn:microsoft.com/office/officeart/2018/2/layout/IconVerticalSolidList"/>
    <dgm:cxn modelId="{AC6EF03B-60BB-459D-87B9-FC5F382B14E0}" type="presOf" srcId="{6A83DB18-DA40-45AE-BA4D-7CF175067179}" destId="{EEA37679-09CA-4F81-A51E-5CEF5900CD07}" srcOrd="0" destOrd="0" presId="urn:microsoft.com/office/officeart/2018/2/layout/IconVerticalSolidList"/>
    <dgm:cxn modelId="{0CE1E8B2-98B5-4116-9C99-6566EC24878D}" srcId="{AF3AD959-234B-4E3D-B3D3-91AC01C10D69}" destId="{6A83DB18-DA40-45AE-BA4D-7CF175067179}" srcOrd="2" destOrd="0" parTransId="{D29B1A58-EF21-4A25-B817-D744B6438BF0}" sibTransId="{F55FB0FE-7954-4FAE-9B7B-78251EE0F438}"/>
    <dgm:cxn modelId="{9370D8BA-E073-4658-A04A-5D8DEDDA4470}" srcId="{AF3AD959-234B-4E3D-B3D3-91AC01C10D69}" destId="{3F419373-2D19-4AAF-A8D3-86C35E173D75}" srcOrd="1" destOrd="0" parTransId="{FDA5DF00-C4C5-4207-A92A-9C1D7090E175}" sibTransId="{D48A3720-654E-4EFA-B7AC-60B3F94BED6D}"/>
    <dgm:cxn modelId="{8805BDBB-D801-40C5-B43D-4B7B63E56D2D}" type="presOf" srcId="{3F419373-2D19-4AAF-A8D3-86C35E173D75}" destId="{9D9BBF4E-938C-4635-B691-914EFD3B1E98}" srcOrd="0" destOrd="0" presId="urn:microsoft.com/office/officeart/2018/2/layout/IconVerticalSolidList"/>
    <dgm:cxn modelId="{C744E6F4-D1EE-4F15-B073-B41A4D1F6030}" srcId="{AF3AD959-234B-4E3D-B3D3-91AC01C10D69}" destId="{0C14D057-C8A5-4374-880F-9F337351789C}" srcOrd="0" destOrd="0" parTransId="{F2F8B5AB-CE9B-4CDB-919C-A8D2AB6367FD}" sibTransId="{ED5A84DF-46A8-4454-8B98-7CC0BB3C96AC}"/>
    <dgm:cxn modelId="{E209A9F8-9AA5-46FE-84C7-12383CAC8CD2}" type="presOf" srcId="{0C14D057-C8A5-4374-880F-9F337351789C}" destId="{6C001EA6-2FDA-485D-8AD2-574C482F4FD7}" srcOrd="0" destOrd="0" presId="urn:microsoft.com/office/officeart/2018/2/layout/IconVerticalSolidList"/>
    <dgm:cxn modelId="{7D2FC2A4-4226-43D2-88B5-724AA71238E7}" type="presParOf" srcId="{9877B2C6-C1D2-4FDB-8DF3-33CB2375B696}" destId="{76E50958-8078-4015-AF6A-7E4775B9C7A2}" srcOrd="0" destOrd="0" presId="urn:microsoft.com/office/officeart/2018/2/layout/IconVerticalSolidList"/>
    <dgm:cxn modelId="{EDCB2EE7-95B6-45A3-A2CB-0F14B0D26D80}" type="presParOf" srcId="{76E50958-8078-4015-AF6A-7E4775B9C7A2}" destId="{1B82CAF3-5006-4F50-A024-482A933EF53B}" srcOrd="0" destOrd="0" presId="urn:microsoft.com/office/officeart/2018/2/layout/IconVerticalSolidList"/>
    <dgm:cxn modelId="{35FD2CA0-5F66-4D88-97B7-D45A94880574}" type="presParOf" srcId="{76E50958-8078-4015-AF6A-7E4775B9C7A2}" destId="{6C1B0B27-4A57-432E-8E31-210C3CEAC0ED}" srcOrd="1" destOrd="0" presId="urn:microsoft.com/office/officeart/2018/2/layout/IconVerticalSolidList"/>
    <dgm:cxn modelId="{C4312F8E-7506-4990-A864-A26B5D7BDBD4}" type="presParOf" srcId="{76E50958-8078-4015-AF6A-7E4775B9C7A2}" destId="{C6C64DAB-A978-4012-AEA0-9F942F226B6F}" srcOrd="2" destOrd="0" presId="urn:microsoft.com/office/officeart/2018/2/layout/IconVerticalSolidList"/>
    <dgm:cxn modelId="{CA07ADEF-684E-4506-8413-53CD1A9E4DCB}" type="presParOf" srcId="{76E50958-8078-4015-AF6A-7E4775B9C7A2}" destId="{6C001EA6-2FDA-485D-8AD2-574C482F4FD7}" srcOrd="3" destOrd="0" presId="urn:microsoft.com/office/officeart/2018/2/layout/IconVerticalSolidList"/>
    <dgm:cxn modelId="{B01DF0F5-5ECA-4E58-AEC0-FEEEFF2F8821}" type="presParOf" srcId="{9877B2C6-C1D2-4FDB-8DF3-33CB2375B696}" destId="{53E40116-4B43-4FBB-ABF6-090AF7143155}" srcOrd="1" destOrd="0" presId="urn:microsoft.com/office/officeart/2018/2/layout/IconVerticalSolidList"/>
    <dgm:cxn modelId="{F5F34979-A3C1-4E76-9DDB-1EA321C7F964}" type="presParOf" srcId="{9877B2C6-C1D2-4FDB-8DF3-33CB2375B696}" destId="{B4A81BC8-83AC-4C91-99FC-459E31FF0579}" srcOrd="2" destOrd="0" presId="urn:microsoft.com/office/officeart/2018/2/layout/IconVerticalSolidList"/>
    <dgm:cxn modelId="{6AD151D5-EBE7-49DA-8897-B33B60C7ECF6}" type="presParOf" srcId="{B4A81BC8-83AC-4C91-99FC-459E31FF0579}" destId="{2D736029-CC01-481B-8941-0D3DA5369F2B}" srcOrd="0" destOrd="0" presId="urn:microsoft.com/office/officeart/2018/2/layout/IconVerticalSolidList"/>
    <dgm:cxn modelId="{918150DB-8B46-4F64-81DF-487D5EDC1FB3}" type="presParOf" srcId="{B4A81BC8-83AC-4C91-99FC-459E31FF0579}" destId="{68BE1574-071E-4C1C-8C2D-29228477EA5A}" srcOrd="1" destOrd="0" presId="urn:microsoft.com/office/officeart/2018/2/layout/IconVerticalSolidList"/>
    <dgm:cxn modelId="{1E68FC84-04A2-4D26-9808-A898370F952C}" type="presParOf" srcId="{B4A81BC8-83AC-4C91-99FC-459E31FF0579}" destId="{22716CB5-8136-43D3-A10C-CAF70B0E61D7}" srcOrd="2" destOrd="0" presId="urn:microsoft.com/office/officeart/2018/2/layout/IconVerticalSolidList"/>
    <dgm:cxn modelId="{D77B09F1-EF52-4E80-9F40-92742AD5B9F5}" type="presParOf" srcId="{B4A81BC8-83AC-4C91-99FC-459E31FF0579}" destId="{9D9BBF4E-938C-4635-B691-914EFD3B1E98}" srcOrd="3" destOrd="0" presId="urn:microsoft.com/office/officeart/2018/2/layout/IconVerticalSolidList"/>
    <dgm:cxn modelId="{4D76735E-86D9-4E28-9D86-7A010F16181F}" type="presParOf" srcId="{9877B2C6-C1D2-4FDB-8DF3-33CB2375B696}" destId="{0237ED4C-E40F-48C2-ABD6-65A1F470CC06}" srcOrd="3" destOrd="0" presId="urn:microsoft.com/office/officeart/2018/2/layout/IconVerticalSolidList"/>
    <dgm:cxn modelId="{A1BEAC34-D786-4BF7-B0EC-5E57D3C53F6D}" type="presParOf" srcId="{9877B2C6-C1D2-4FDB-8DF3-33CB2375B696}" destId="{3C3E036F-9FD2-4AE3-BE52-7DC7DAA48B8B}" srcOrd="4" destOrd="0" presId="urn:microsoft.com/office/officeart/2018/2/layout/IconVerticalSolidList"/>
    <dgm:cxn modelId="{18748E34-C1D1-4B7C-8A13-687C155A653F}" type="presParOf" srcId="{3C3E036F-9FD2-4AE3-BE52-7DC7DAA48B8B}" destId="{20254F22-8C9D-46C8-8D05-CA59FF414253}" srcOrd="0" destOrd="0" presId="urn:microsoft.com/office/officeart/2018/2/layout/IconVerticalSolidList"/>
    <dgm:cxn modelId="{687F29BA-4654-4B8B-9B79-15B0F00E143B}" type="presParOf" srcId="{3C3E036F-9FD2-4AE3-BE52-7DC7DAA48B8B}" destId="{D29BA16F-AA6B-47EF-9121-E264603B52BF}" srcOrd="1" destOrd="0" presId="urn:microsoft.com/office/officeart/2018/2/layout/IconVerticalSolidList"/>
    <dgm:cxn modelId="{0D851AC0-35D6-4F69-9ED4-AEEB35882BD1}" type="presParOf" srcId="{3C3E036F-9FD2-4AE3-BE52-7DC7DAA48B8B}" destId="{828752BF-147A-4EBA-9163-556AA72C3223}" srcOrd="2" destOrd="0" presId="urn:microsoft.com/office/officeart/2018/2/layout/IconVerticalSolidList"/>
    <dgm:cxn modelId="{1C161265-CDED-4701-885B-96FCAA4D0005}" type="presParOf" srcId="{3C3E036F-9FD2-4AE3-BE52-7DC7DAA48B8B}" destId="{EEA37679-09CA-4F81-A51E-5CEF5900CD0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AAC7BFA-68A4-47FE-9EFD-289CD61D18AB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7F2E178B-CF2C-4A9F-9639-8EEF0ED2B231}">
      <dgm:prSet/>
      <dgm:spPr/>
      <dgm:t>
        <a:bodyPr/>
        <a:lstStyle/>
        <a:p>
          <a:pPr>
            <a:defRPr cap="all"/>
          </a:pPr>
          <a:r>
            <a:rPr lang="en-US" cap="none" dirty="0"/>
            <a:t>Use Query Store</a:t>
          </a:r>
        </a:p>
      </dgm:t>
    </dgm:pt>
    <dgm:pt modelId="{2F67470F-55EE-4E89-AF7A-F877065E5929}" type="parTrans" cxnId="{F883FFB0-8D6A-4F0D-97F3-34B68BAED206}">
      <dgm:prSet/>
      <dgm:spPr/>
      <dgm:t>
        <a:bodyPr/>
        <a:lstStyle/>
        <a:p>
          <a:endParaRPr lang="en-US"/>
        </a:p>
      </dgm:t>
    </dgm:pt>
    <dgm:pt modelId="{DCFDBDD7-BB35-44B9-B069-65E0478B7894}" type="sibTrans" cxnId="{F883FFB0-8D6A-4F0D-97F3-34B68BAED206}">
      <dgm:prSet/>
      <dgm:spPr/>
      <dgm:t>
        <a:bodyPr/>
        <a:lstStyle/>
        <a:p>
          <a:endParaRPr lang="en-US"/>
        </a:p>
      </dgm:t>
    </dgm:pt>
    <dgm:pt modelId="{CA188780-D000-4A45-AA85-1CED8C4B268F}">
      <dgm:prSet/>
      <dgm:spPr/>
      <dgm:t>
        <a:bodyPr/>
        <a:lstStyle/>
        <a:p>
          <a:pPr>
            <a:defRPr cap="all"/>
          </a:pPr>
          <a:r>
            <a:rPr lang="en-US" cap="none" dirty="0"/>
            <a:t>Use ADR</a:t>
          </a:r>
        </a:p>
      </dgm:t>
    </dgm:pt>
    <dgm:pt modelId="{42AD643F-B3D5-4F0E-A061-9944051471C7}" type="parTrans" cxnId="{910E8149-9C27-4D6A-AF70-ADDA1E10EFD7}">
      <dgm:prSet/>
      <dgm:spPr/>
      <dgm:t>
        <a:bodyPr/>
        <a:lstStyle/>
        <a:p>
          <a:endParaRPr lang="en-US"/>
        </a:p>
      </dgm:t>
    </dgm:pt>
    <dgm:pt modelId="{CA7A45A4-BA9E-4499-852E-5CE2D346BD75}" type="sibTrans" cxnId="{910E8149-9C27-4D6A-AF70-ADDA1E10EFD7}">
      <dgm:prSet/>
      <dgm:spPr/>
      <dgm:t>
        <a:bodyPr/>
        <a:lstStyle/>
        <a:p>
          <a:endParaRPr lang="en-US"/>
        </a:p>
      </dgm:t>
    </dgm:pt>
    <dgm:pt modelId="{6568AEC0-C492-4A88-8279-1A9144AEB2D0}" type="pres">
      <dgm:prSet presAssocID="{2AAC7BFA-68A4-47FE-9EFD-289CD61D18AB}" presName="root" presStyleCnt="0">
        <dgm:presLayoutVars>
          <dgm:dir/>
          <dgm:resizeHandles val="exact"/>
        </dgm:presLayoutVars>
      </dgm:prSet>
      <dgm:spPr/>
    </dgm:pt>
    <dgm:pt modelId="{450EA5A0-A53F-4B0E-BF44-9A304EBEA6C3}" type="pres">
      <dgm:prSet presAssocID="{7F2E178B-CF2C-4A9F-9639-8EEF0ED2B231}" presName="compNode" presStyleCnt="0"/>
      <dgm:spPr/>
    </dgm:pt>
    <dgm:pt modelId="{F1BA31D1-B203-4C07-B9E7-B2DE708D79C5}" type="pres">
      <dgm:prSet presAssocID="{7F2E178B-CF2C-4A9F-9639-8EEF0ED2B231}" presName="iconBgRect" presStyleLbl="bgShp" presStyleIdx="0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CA326E5D-359E-4171-AF13-5EDC5E4E1EA3}" type="pres">
      <dgm:prSet presAssocID="{7F2E178B-CF2C-4A9F-9639-8EEF0ED2B231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5A145CC4-4F89-4B7D-9D6E-5062B4923F96}" type="pres">
      <dgm:prSet presAssocID="{7F2E178B-CF2C-4A9F-9639-8EEF0ED2B231}" presName="spaceRect" presStyleCnt="0"/>
      <dgm:spPr/>
    </dgm:pt>
    <dgm:pt modelId="{FB374082-F880-4E14-B6E9-A9405F717C76}" type="pres">
      <dgm:prSet presAssocID="{7F2E178B-CF2C-4A9F-9639-8EEF0ED2B231}" presName="textRect" presStyleLbl="revTx" presStyleIdx="0" presStyleCnt="2">
        <dgm:presLayoutVars>
          <dgm:chMax val="1"/>
          <dgm:chPref val="1"/>
        </dgm:presLayoutVars>
      </dgm:prSet>
      <dgm:spPr/>
    </dgm:pt>
    <dgm:pt modelId="{823FD22F-A7FE-41F8-8D39-D71CBA77495B}" type="pres">
      <dgm:prSet presAssocID="{DCFDBDD7-BB35-44B9-B069-65E0478B7894}" presName="sibTrans" presStyleCnt="0"/>
      <dgm:spPr/>
    </dgm:pt>
    <dgm:pt modelId="{F96667DB-6865-489F-9F25-0B866CE077F3}" type="pres">
      <dgm:prSet presAssocID="{CA188780-D000-4A45-AA85-1CED8C4B268F}" presName="compNode" presStyleCnt="0"/>
      <dgm:spPr/>
    </dgm:pt>
    <dgm:pt modelId="{3814C6BD-07DB-4EFF-ACE6-9C53B98D2A12}" type="pres">
      <dgm:prSet presAssocID="{CA188780-D000-4A45-AA85-1CED8C4B268F}" presName="iconBgRect" presStyleLbl="bgShp" presStyleIdx="1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25D61E3A-105D-4950-BAA7-76972C250E3F}" type="pres">
      <dgm:prSet presAssocID="{CA188780-D000-4A45-AA85-1CED8C4B268F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29B5D02B-CA7C-4D1D-8546-55CA80AFD37C}" type="pres">
      <dgm:prSet presAssocID="{CA188780-D000-4A45-AA85-1CED8C4B268F}" presName="spaceRect" presStyleCnt="0"/>
      <dgm:spPr/>
    </dgm:pt>
    <dgm:pt modelId="{62E8833C-541F-4D7B-9BD1-37C4295099DB}" type="pres">
      <dgm:prSet presAssocID="{CA188780-D000-4A45-AA85-1CED8C4B268F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DD1AFA1B-CD31-564E-92C4-3E315CC64F76}" type="presOf" srcId="{7F2E178B-CF2C-4A9F-9639-8EEF0ED2B231}" destId="{FB374082-F880-4E14-B6E9-A9405F717C76}" srcOrd="0" destOrd="0" presId="urn:microsoft.com/office/officeart/2018/5/layout/IconLeafLabelList"/>
    <dgm:cxn modelId="{73F17A1F-BBAB-4844-87CF-D384942B2EA4}" type="presOf" srcId="{CA188780-D000-4A45-AA85-1CED8C4B268F}" destId="{62E8833C-541F-4D7B-9BD1-37C4295099DB}" srcOrd="0" destOrd="0" presId="urn:microsoft.com/office/officeart/2018/5/layout/IconLeafLabelList"/>
    <dgm:cxn modelId="{910E8149-9C27-4D6A-AF70-ADDA1E10EFD7}" srcId="{2AAC7BFA-68A4-47FE-9EFD-289CD61D18AB}" destId="{CA188780-D000-4A45-AA85-1CED8C4B268F}" srcOrd="1" destOrd="0" parTransId="{42AD643F-B3D5-4F0E-A061-9944051471C7}" sibTransId="{CA7A45A4-BA9E-4499-852E-5CE2D346BD75}"/>
    <dgm:cxn modelId="{F883FFB0-8D6A-4F0D-97F3-34B68BAED206}" srcId="{2AAC7BFA-68A4-47FE-9EFD-289CD61D18AB}" destId="{7F2E178B-CF2C-4A9F-9639-8EEF0ED2B231}" srcOrd="0" destOrd="0" parTransId="{2F67470F-55EE-4E89-AF7A-F877065E5929}" sibTransId="{DCFDBDD7-BB35-44B9-B069-65E0478B7894}"/>
    <dgm:cxn modelId="{8F4621F6-33DD-8746-AC25-66B91149232E}" type="presOf" srcId="{2AAC7BFA-68A4-47FE-9EFD-289CD61D18AB}" destId="{6568AEC0-C492-4A88-8279-1A9144AEB2D0}" srcOrd="0" destOrd="0" presId="urn:microsoft.com/office/officeart/2018/5/layout/IconLeafLabelList"/>
    <dgm:cxn modelId="{6889C293-5172-9F4B-868A-593A5C9248CB}" type="presParOf" srcId="{6568AEC0-C492-4A88-8279-1A9144AEB2D0}" destId="{450EA5A0-A53F-4B0E-BF44-9A304EBEA6C3}" srcOrd="0" destOrd="0" presId="urn:microsoft.com/office/officeart/2018/5/layout/IconLeafLabelList"/>
    <dgm:cxn modelId="{BB71571B-AD38-D34E-B51B-5DA984DC269C}" type="presParOf" srcId="{450EA5A0-A53F-4B0E-BF44-9A304EBEA6C3}" destId="{F1BA31D1-B203-4C07-B9E7-B2DE708D79C5}" srcOrd="0" destOrd="0" presId="urn:microsoft.com/office/officeart/2018/5/layout/IconLeafLabelList"/>
    <dgm:cxn modelId="{2C984B35-163D-3547-AD89-46838BBB2E49}" type="presParOf" srcId="{450EA5A0-A53F-4B0E-BF44-9A304EBEA6C3}" destId="{CA326E5D-359E-4171-AF13-5EDC5E4E1EA3}" srcOrd="1" destOrd="0" presId="urn:microsoft.com/office/officeart/2018/5/layout/IconLeafLabelList"/>
    <dgm:cxn modelId="{518BB45C-88B8-4846-9D86-BF5D9E6F693F}" type="presParOf" srcId="{450EA5A0-A53F-4B0E-BF44-9A304EBEA6C3}" destId="{5A145CC4-4F89-4B7D-9D6E-5062B4923F96}" srcOrd="2" destOrd="0" presId="urn:microsoft.com/office/officeart/2018/5/layout/IconLeafLabelList"/>
    <dgm:cxn modelId="{BFD3CC38-883F-C848-A45E-23BB8332459F}" type="presParOf" srcId="{450EA5A0-A53F-4B0E-BF44-9A304EBEA6C3}" destId="{FB374082-F880-4E14-B6E9-A9405F717C76}" srcOrd="3" destOrd="0" presId="urn:microsoft.com/office/officeart/2018/5/layout/IconLeafLabelList"/>
    <dgm:cxn modelId="{EE211BC1-9D11-2E46-B409-4D94431152F9}" type="presParOf" srcId="{6568AEC0-C492-4A88-8279-1A9144AEB2D0}" destId="{823FD22F-A7FE-41F8-8D39-D71CBA77495B}" srcOrd="1" destOrd="0" presId="urn:microsoft.com/office/officeart/2018/5/layout/IconLeafLabelList"/>
    <dgm:cxn modelId="{DCC9ADDF-BD07-E447-852E-C6778802300A}" type="presParOf" srcId="{6568AEC0-C492-4A88-8279-1A9144AEB2D0}" destId="{F96667DB-6865-489F-9F25-0B866CE077F3}" srcOrd="2" destOrd="0" presId="urn:microsoft.com/office/officeart/2018/5/layout/IconLeafLabelList"/>
    <dgm:cxn modelId="{7ABA3305-4729-5A43-9773-37037F1E81EE}" type="presParOf" srcId="{F96667DB-6865-489F-9F25-0B866CE077F3}" destId="{3814C6BD-07DB-4EFF-ACE6-9C53B98D2A12}" srcOrd="0" destOrd="0" presId="urn:microsoft.com/office/officeart/2018/5/layout/IconLeafLabelList"/>
    <dgm:cxn modelId="{471986FF-759E-E046-808A-DE60C0F969FB}" type="presParOf" srcId="{F96667DB-6865-489F-9F25-0B866CE077F3}" destId="{25D61E3A-105D-4950-BAA7-76972C250E3F}" srcOrd="1" destOrd="0" presId="urn:microsoft.com/office/officeart/2018/5/layout/IconLeafLabelList"/>
    <dgm:cxn modelId="{FB48F091-06CB-8742-A82C-C9432A7B7B3F}" type="presParOf" srcId="{F96667DB-6865-489F-9F25-0B866CE077F3}" destId="{29B5D02B-CA7C-4D1D-8546-55CA80AFD37C}" srcOrd="2" destOrd="0" presId="urn:microsoft.com/office/officeart/2018/5/layout/IconLeafLabelList"/>
    <dgm:cxn modelId="{B85353D2-743D-D549-80D2-DD57DFB137A5}" type="presParOf" srcId="{F96667DB-6865-489F-9F25-0B866CE077F3}" destId="{62E8833C-541F-4D7B-9BD1-37C4295099DB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82B9896-8A25-4EE2-8410-E7742CA65D42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EFFD999-1996-4489-AC1E-32995F5C23D1}">
      <dgm:prSet/>
      <dgm:spPr/>
      <dgm:t>
        <a:bodyPr/>
        <a:lstStyle/>
        <a:p>
          <a:r>
            <a:rPr lang="en-US" b="1"/>
            <a:t>AI Built-In:</a:t>
          </a:r>
          <a:r>
            <a:rPr lang="en-US"/>
            <a:t> Vectors, embeddings, model management, RAG patterns</a:t>
          </a:r>
        </a:p>
      </dgm:t>
    </dgm:pt>
    <dgm:pt modelId="{892AE69E-3855-47B6-9911-A60A7E28A745}" type="parTrans" cxnId="{FEB93992-F4F1-4073-9E7A-5FB5A17A0C9B}">
      <dgm:prSet/>
      <dgm:spPr/>
      <dgm:t>
        <a:bodyPr/>
        <a:lstStyle/>
        <a:p>
          <a:endParaRPr lang="en-US"/>
        </a:p>
      </dgm:t>
    </dgm:pt>
    <dgm:pt modelId="{7BABDB8E-3FFC-4E69-9A9B-65BF568FB20F}" type="sibTrans" cxnId="{FEB93992-F4F1-4073-9E7A-5FB5A17A0C9B}">
      <dgm:prSet/>
      <dgm:spPr/>
      <dgm:t>
        <a:bodyPr/>
        <a:lstStyle/>
        <a:p>
          <a:endParaRPr lang="en-US"/>
        </a:p>
      </dgm:t>
    </dgm:pt>
    <dgm:pt modelId="{9A1BD911-E38C-4E6A-B244-9F7D7849026D}">
      <dgm:prSet/>
      <dgm:spPr/>
      <dgm:t>
        <a:bodyPr/>
        <a:lstStyle/>
        <a:p>
          <a:r>
            <a:rPr lang="en-US" b="1" dirty="0"/>
            <a:t>Develop Modern Data Applications:</a:t>
          </a:r>
          <a:r>
            <a:rPr lang="en-US" dirty="0"/>
            <a:t> JSON, </a:t>
          </a:r>
          <a:r>
            <a:rPr lang="en-US" dirty="0" err="1"/>
            <a:t>RegEx</a:t>
          </a:r>
          <a:r>
            <a:rPr lang="en-US" dirty="0"/>
            <a:t>, REST API, CES, GitHub Copilot for SQL</a:t>
          </a:r>
        </a:p>
      </dgm:t>
    </dgm:pt>
    <dgm:pt modelId="{9E39809A-0960-420E-8485-546482D3CD66}" type="parTrans" cxnId="{D89792FB-DFEB-41AB-97E9-6DA3AFB2A160}">
      <dgm:prSet/>
      <dgm:spPr/>
      <dgm:t>
        <a:bodyPr/>
        <a:lstStyle/>
        <a:p>
          <a:endParaRPr lang="en-US"/>
        </a:p>
      </dgm:t>
    </dgm:pt>
    <dgm:pt modelId="{2E218C9F-24B7-4636-912E-84648481F617}" type="sibTrans" cxnId="{D89792FB-DFEB-41AB-97E9-6DA3AFB2A160}">
      <dgm:prSet/>
      <dgm:spPr/>
      <dgm:t>
        <a:bodyPr/>
        <a:lstStyle/>
        <a:p>
          <a:endParaRPr lang="en-US"/>
        </a:p>
      </dgm:t>
    </dgm:pt>
    <dgm:pt modelId="{9B8FE750-EBF8-4FB2-9178-4CF6380D5C11}">
      <dgm:prSet/>
      <dgm:spPr/>
      <dgm:t>
        <a:bodyPr/>
        <a:lstStyle/>
        <a:p>
          <a:r>
            <a:rPr lang="en-US" b="1"/>
            <a:t>Integrate Your Data with Fabric:</a:t>
          </a:r>
          <a:r>
            <a:rPr lang="en-US"/>
            <a:t> Mirroring, near-real-time analytics</a:t>
          </a:r>
        </a:p>
      </dgm:t>
    </dgm:pt>
    <dgm:pt modelId="{7797AF78-39D8-4858-8217-6C5C5CD2446F}" type="parTrans" cxnId="{9A443A35-15DE-4CF0-84CC-E72FE7BF726D}">
      <dgm:prSet/>
      <dgm:spPr/>
      <dgm:t>
        <a:bodyPr/>
        <a:lstStyle/>
        <a:p>
          <a:endParaRPr lang="en-US"/>
        </a:p>
      </dgm:t>
    </dgm:pt>
    <dgm:pt modelId="{BBE61A4C-F726-47C4-9BA4-5B8583507841}" type="sibTrans" cxnId="{9A443A35-15DE-4CF0-84CC-E72FE7BF726D}">
      <dgm:prSet/>
      <dgm:spPr/>
      <dgm:t>
        <a:bodyPr/>
        <a:lstStyle/>
        <a:p>
          <a:endParaRPr lang="en-US"/>
        </a:p>
      </dgm:t>
    </dgm:pt>
    <dgm:pt modelId="{FC2F2428-CCA8-6441-8958-C320C86C35AD}" type="pres">
      <dgm:prSet presAssocID="{182B9896-8A25-4EE2-8410-E7742CA65D42}" presName="vert0" presStyleCnt="0">
        <dgm:presLayoutVars>
          <dgm:dir/>
          <dgm:animOne val="branch"/>
          <dgm:animLvl val="lvl"/>
        </dgm:presLayoutVars>
      </dgm:prSet>
      <dgm:spPr/>
    </dgm:pt>
    <dgm:pt modelId="{E8503894-39E5-9541-A0AD-C7EC0B6ABC5C}" type="pres">
      <dgm:prSet presAssocID="{1EFFD999-1996-4489-AC1E-32995F5C23D1}" presName="thickLine" presStyleLbl="alignNode1" presStyleIdx="0" presStyleCnt="3"/>
      <dgm:spPr/>
    </dgm:pt>
    <dgm:pt modelId="{B963E542-DA3D-824E-BCDF-E788C29E59CB}" type="pres">
      <dgm:prSet presAssocID="{1EFFD999-1996-4489-AC1E-32995F5C23D1}" presName="horz1" presStyleCnt="0"/>
      <dgm:spPr/>
    </dgm:pt>
    <dgm:pt modelId="{F4AC3FB8-DBC4-3740-8A32-255808A3A09E}" type="pres">
      <dgm:prSet presAssocID="{1EFFD999-1996-4489-AC1E-32995F5C23D1}" presName="tx1" presStyleLbl="revTx" presStyleIdx="0" presStyleCnt="3"/>
      <dgm:spPr/>
    </dgm:pt>
    <dgm:pt modelId="{28717835-137B-264D-9D41-1F6A02E20C42}" type="pres">
      <dgm:prSet presAssocID="{1EFFD999-1996-4489-AC1E-32995F5C23D1}" presName="vert1" presStyleCnt="0"/>
      <dgm:spPr/>
    </dgm:pt>
    <dgm:pt modelId="{7166742D-0043-6E4B-9979-D297102D5E02}" type="pres">
      <dgm:prSet presAssocID="{9A1BD911-E38C-4E6A-B244-9F7D7849026D}" presName="thickLine" presStyleLbl="alignNode1" presStyleIdx="1" presStyleCnt="3"/>
      <dgm:spPr/>
    </dgm:pt>
    <dgm:pt modelId="{EFDC2824-BF57-5348-85A3-39504DC3F5E2}" type="pres">
      <dgm:prSet presAssocID="{9A1BD911-E38C-4E6A-B244-9F7D7849026D}" presName="horz1" presStyleCnt="0"/>
      <dgm:spPr/>
    </dgm:pt>
    <dgm:pt modelId="{3754B9AA-0B61-E141-A1DD-E14E0D96A231}" type="pres">
      <dgm:prSet presAssocID="{9A1BD911-E38C-4E6A-B244-9F7D7849026D}" presName="tx1" presStyleLbl="revTx" presStyleIdx="1" presStyleCnt="3"/>
      <dgm:spPr/>
    </dgm:pt>
    <dgm:pt modelId="{BDD0C4BF-DEF7-0749-931D-5CA69EF4A86D}" type="pres">
      <dgm:prSet presAssocID="{9A1BD911-E38C-4E6A-B244-9F7D7849026D}" presName="vert1" presStyleCnt="0"/>
      <dgm:spPr/>
    </dgm:pt>
    <dgm:pt modelId="{C7FA1C90-D114-6240-B776-44B7726A5636}" type="pres">
      <dgm:prSet presAssocID="{9B8FE750-EBF8-4FB2-9178-4CF6380D5C11}" presName="thickLine" presStyleLbl="alignNode1" presStyleIdx="2" presStyleCnt="3"/>
      <dgm:spPr/>
    </dgm:pt>
    <dgm:pt modelId="{9EA5746E-307D-224D-87BF-AE550B65B82F}" type="pres">
      <dgm:prSet presAssocID="{9B8FE750-EBF8-4FB2-9178-4CF6380D5C11}" presName="horz1" presStyleCnt="0"/>
      <dgm:spPr/>
    </dgm:pt>
    <dgm:pt modelId="{D057D283-AFFB-8D42-BE07-7AC68F281932}" type="pres">
      <dgm:prSet presAssocID="{9B8FE750-EBF8-4FB2-9178-4CF6380D5C11}" presName="tx1" presStyleLbl="revTx" presStyleIdx="2" presStyleCnt="3"/>
      <dgm:spPr/>
    </dgm:pt>
    <dgm:pt modelId="{66E83B98-E717-4E46-A04E-8CFF4AC4F064}" type="pres">
      <dgm:prSet presAssocID="{9B8FE750-EBF8-4FB2-9178-4CF6380D5C11}" presName="vert1" presStyleCnt="0"/>
      <dgm:spPr/>
    </dgm:pt>
  </dgm:ptLst>
  <dgm:cxnLst>
    <dgm:cxn modelId="{54800C25-E868-0C43-B3D0-2D454457AA9B}" type="presOf" srcId="{182B9896-8A25-4EE2-8410-E7742CA65D42}" destId="{FC2F2428-CCA8-6441-8958-C320C86C35AD}" srcOrd="0" destOrd="0" presId="urn:microsoft.com/office/officeart/2008/layout/LinedList"/>
    <dgm:cxn modelId="{9A443A35-15DE-4CF0-84CC-E72FE7BF726D}" srcId="{182B9896-8A25-4EE2-8410-E7742CA65D42}" destId="{9B8FE750-EBF8-4FB2-9178-4CF6380D5C11}" srcOrd="2" destOrd="0" parTransId="{7797AF78-39D8-4858-8217-6C5C5CD2446F}" sibTransId="{BBE61A4C-F726-47C4-9BA4-5B8583507841}"/>
    <dgm:cxn modelId="{FEB93992-F4F1-4073-9E7A-5FB5A17A0C9B}" srcId="{182B9896-8A25-4EE2-8410-E7742CA65D42}" destId="{1EFFD999-1996-4489-AC1E-32995F5C23D1}" srcOrd="0" destOrd="0" parTransId="{892AE69E-3855-47B6-9911-A60A7E28A745}" sibTransId="{7BABDB8E-3FFC-4E69-9A9B-65BF568FB20F}"/>
    <dgm:cxn modelId="{DE3BD795-293E-2F43-9C40-CFA5F8B66227}" type="presOf" srcId="{9A1BD911-E38C-4E6A-B244-9F7D7849026D}" destId="{3754B9AA-0B61-E141-A1DD-E14E0D96A231}" srcOrd="0" destOrd="0" presId="urn:microsoft.com/office/officeart/2008/layout/LinedList"/>
    <dgm:cxn modelId="{C1BC8DDA-2D13-974A-956C-AC2047C67D60}" type="presOf" srcId="{9B8FE750-EBF8-4FB2-9178-4CF6380D5C11}" destId="{D057D283-AFFB-8D42-BE07-7AC68F281932}" srcOrd="0" destOrd="0" presId="urn:microsoft.com/office/officeart/2008/layout/LinedList"/>
    <dgm:cxn modelId="{9195F1F9-A438-EB40-B445-00BFB9994F6B}" type="presOf" srcId="{1EFFD999-1996-4489-AC1E-32995F5C23D1}" destId="{F4AC3FB8-DBC4-3740-8A32-255808A3A09E}" srcOrd="0" destOrd="0" presId="urn:microsoft.com/office/officeart/2008/layout/LinedList"/>
    <dgm:cxn modelId="{D89792FB-DFEB-41AB-97E9-6DA3AFB2A160}" srcId="{182B9896-8A25-4EE2-8410-E7742CA65D42}" destId="{9A1BD911-E38C-4E6A-B244-9F7D7849026D}" srcOrd="1" destOrd="0" parTransId="{9E39809A-0960-420E-8485-546482D3CD66}" sibTransId="{2E218C9F-24B7-4636-912E-84648481F617}"/>
    <dgm:cxn modelId="{7D641423-A080-8C47-BF29-B8B35BBBFEAC}" type="presParOf" srcId="{FC2F2428-CCA8-6441-8958-C320C86C35AD}" destId="{E8503894-39E5-9541-A0AD-C7EC0B6ABC5C}" srcOrd="0" destOrd="0" presId="urn:microsoft.com/office/officeart/2008/layout/LinedList"/>
    <dgm:cxn modelId="{CC1CC990-965B-7C43-BE2D-52B14422AE3B}" type="presParOf" srcId="{FC2F2428-CCA8-6441-8958-C320C86C35AD}" destId="{B963E542-DA3D-824E-BCDF-E788C29E59CB}" srcOrd="1" destOrd="0" presId="urn:microsoft.com/office/officeart/2008/layout/LinedList"/>
    <dgm:cxn modelId="{380EF955-A045-F844-ACBE-A0772825AC59}" type="presParOf" srcId="{B963E542-DA3D-824E-BCDF-E788C29E59CB}" destId="{F4AC3FB8-DBC4-3740-8A32-255808A3A09E}" srcOrd="0" destOrd="0" presId="urn:microsoft.com/office/officeart/2008/layout/LinedList"/>
    <dgm:cxn modelId="{4E539124-A8DC-234C-BC44-539CA3B59804}" type="presParOf" srcId="{B963E542-DA3D-824E-BCDF-E788C29E59CB}" destId="{28717835-137B-264D-9D41-1F6A02E20C42}" srcOrd="1" destOrd="0" presId="urn:microsoft.com/office/officeart/2008/layout/LinedList"/>
    <dgm:cxn modelId="{CA79F6F2-C09D-B749-865C-1A9D1DA861E5}" type="presParOf" srcId="{FC2F2428-CCA8-6441-8958-C320C86C35AD}" destId="{7166742D-0043-6E4B-9979-D297102D5E02}" srcOrd="2" destOrd="0" presId="urn:microsoft.com/office/officeart/2008/layout/LinedList"/>
    <dgm:cxn modelId="{E12C36A1-AB65-3643-8E4B-33C4179315F0}" type="presParOf" srcId="{FC2F2428-CCA8-6441-8958-C320C86C35AD}" destId="{EFDC2824-BF57-5348-85A3-39504DC3F5E2}" srcOrd="3" destOrd="0" presId="urn:microsoft.com/office/officeart/2008/layout/LinedList"/>
    <dgm:cxn modelId="{6454981A-863E-2542-A457-033F3E3ACB61}" type="presParOf" srcId="{EFDC2824-BF57-5348-85A3-39504DC3F5E2}" destId="{3754B9AA-0B61-E141-A1DD-E14E0D96A231}" srcOrd="0" destOrd="0" presId="urn:microsoft.com/office/officeart/2008/layout/LinedList"/>
    <dgm:cxn modelId="{A22A7719-3959-0D4E-A5A6-B83995C31D98}" type="presParOf" srcId="{EFDC2824-BF57-5348-85A3-39504DC3F5E2}" destId="{BDD0C4BF-DEF7-0749-931D-5CA69EF4A86D}" srcOrd="1" destOrd="0" presId="urn:microsoft.com/office/officeart/2008/layout/LinedList"/>
    <dgm:cxn modelId="{0A2C9E22-2581-834A-9719-5D9772F2CA74}" type="presParOf" srcId="{FC2F2428-CCA8-6441-8958-C320C86C35AD}" destId="{C7FA1C90-D114-6240-B776-44B7726A5636}" srcOrd="4" destOrd="0" presId="urn:microsoft.com/office/officeart/2008/layout/LinedList"/>
    <dgm:cxn modelId="{DABB004F-8F51-2949-83DC-09D05967CE34}" type="presParOf" srcId="{FC2F2428-CCA8-6441-8958-C320C86C35AD}" destId="{9EA5746E-307D-224D-87BF-AE550B65B82F}" srcOrd="5" destOrd="0" presId="urn:microsoft.com/office/officeart/2008/layout/LinedList"/>
    <dgm:cxn modelId="{EFD67944-3BB8-614C-9B11-7D188B1CC0B9}" type="presParOf" srcId="{9EA5746E-307D-224D-87BF-AE550B65B82F}" destId="{D057D283-AFFB-8D42-BE07-7AC68F281932}" srcOrd="0" destOrd="0" presId="urn:microsoft.com/office/officeart/2008/layout/LinedList"/>
    <dgm:cxn modelId="{7D55976F-E8D6-EB4D-AB08-0AC8D78AE546}" type="presParOf" srcId="{9EA5746E-307D-224D-87BF-AE550B65B82F}" destId="{66E83B98-E717-4E46-A04E-8CFF4AC4F06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F46C6D8-0BF4-4E65-A132-5CC1333307A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74215C1-5EB0-4356-A1C6-E37E76C77B03}">
      <dgm:prSet/>
      <dgm:spPr/>
      <dgm:t>
        <a:bodyPr/>
        <a:lstStyle/>
        <a:p>
          <a:r>
            <a:rPr lang="en-US" b="1"/>
            <a:t>Secure by Default:</a:t>
          </a:r>
          <a:r>
            <a:rPr lang="en-US"/>
            <a:t> Managed Identity, Entra, Defender integration</a:t>
          </a:r>
        </a:p>
      </dgm:t>
    </dgm:pt>
    <dgm:pt modelId="{787A1257-9E89-4F24-84C6-381CBC22B7AA}" type="parTrans" cxnId="{8421BDAA-251D-4FDC-A224-E9E8AECB65A5}">
      <dgm:prSet/>
      <dgm:spPr/>
      <dgm:t>
        <a:bodyPr/>
        <a:lstStyle/>
        <a:p>
          <a:endParaRPr lang="en-US"/>
        </a:p>
      </dgm:t>
    </dgm:pt>
    <dgm:pt modelId="{F02A3176-31A1-4F7C-BD96-9CD26658D413}" type="sibTrans" cxnId="{8421BDAA-251D-4FDC-A224-E9E8AECB65A5}">
      <dgm:prSet/>
      <dgm:spPr/>
      <dgm:t>
        <a:bodyPr/>
        <a:lstStyle/>
        <a:p>
          <a:endParaRPr lang="en-US"/>
        </a:p>
      </dgm:t>
    </dgm:pt>
    <dgm:pt modelId="{CB8C0A75-0344-4BCC-B090-AF7259CC1CC1}">
      <dgm:prSet/>
      <dgm:spPr/>
      <dgm:t>
        <a:bodyPr/>
        <a:lstStyle/>
        <a:p>
          <a:r>
            <a:rPr lang="en-US" b="1"/>
            <a:t>Mission Critical Engine:</a:t>
          </a:r>
          <a:r>
            <a:rPr lang="en-US"/>
            <a:t> Optimized Locking, IQP enhancements, AG reliability</a:t>
          </a:r>
        </a:p>
      </dgm:t>
    </dgm:pt>
    <dgm:pt modelId="{F6FC026B-00E0-47E1-8A7B-6ACC71CD39E7}" type="parTrans" cxnId="{0DFCAFA7-DD96-4F4A-B556-12FE0CDE5650}">
      <dgm:prSet/>
      <dgm:spPr/>
      <dgm:t>
        <a:bodyPr/>
        <a:lstStyle/>
        <a:p>
          <a:endParaRPr lang="en-US"/>
        </a:p>
      </dgm:t>
    </dgm:pt>
    <dgm:pt modelId="{D19283C9-0A1C-4050-B5DA-41120C4067A9}" type="sibTrans" cxnId="{0DFCAFA7-DD96-4F4A-B556-12FE0CDE5650}">
      <dgm:prSet/>
      <dgm:spPr/>
      <dgm:t>
        <a:bodyPr/>
        <a:lstStyle/>
        <a:p>
          <a:endParaRPr lang="en-US"/>
        </a:p>
      </dgm:t>
    </dgm:pt>
    <dgm:pt modelId="{9BA0E7A0-C298-4AA7-90E2-8340A78EC52E}">
      <dgm:prSet/>
      <dgm:spPr/>
      <dgm:t>
        <a:bodyPr/>
        <a:lstStyle/>
        <a:p>
          <a:r>
            <a:rPr lang="en-US" b="1" dirty="0"/>
            <a:t>Connected with Arc</a:t>
          </a:r>
          <a:r>
            <a:rPr lang="en-US" dirty="0"/>
            <a:t> | </a:t>
          </a:r>
          <a:r>
            <a:rPr lang="en-US" b="1" dirty="0"/>
            <a:t>Built for All Platforms</a:t>
          </a:r>
          <a:endParaRPr lang="en-US" dirty="0"/>
        </a:p>
      </dgm:t>
    </dgm:pt>
    <dgm:pt modelId="{24639C04-5EFB-4788-83C2-2D8ECFCEC3E4}" type="parTrans" cxnId="{FA5A45BB-3CDD-4D80-8FD9-2E64A42F43E9}">
      <dgm:prSet/>
      <dgm:spPr/>
      <dgm:t>
        <a:bodyPr/>
        <a:lstStyle/>
        <a:p>
          <a:endParaRPr lang="en-US"/>
        </a:p>
      </dgm:t>
    </dgm:pt>
    <dgm:pt modelId="{6F25F5C1-6E09-4A53-B440-04545ED25DED}" type="sibTrans" cxnId="{FA5A45BB-3CDD-4D80-8FD9-2E64A42F43E9}">
      <dgm:prSet/>
      <dgm:spPr/>
      <dgm:t>
        <a:bodyPr/>
        <a:lstStyle/>
        <a:p>
          <a:endParaRPr lang="en-US"/>
        </a:p>
      </dgm:t>
    </dgm:pt>
    <dgm:pt modelId="{21DAF003-CA7C-4BBB-98DE-2E45D31B919E}" type="pres">
      <dgm:prSet presAssocID="{FF46C6D8-0BF4-4E65-A132-5CC1333307A0}" presName="root" presStyleCnt="0">
        <dgm:presLayoutVars>
          <dgm:dir/>
          <dgm:resizeHandles val="exact"/>
        </dgm:presLayoutVars>
      </dgm:prSet>
      <dgm:spPr/>
    </dgm:pt>
    <dgm:pt modelId="{257FE552-648C-43AA-8461-BF13E8900C9E}" type="pres">
      <dgm:prSet presAssocID="{174215C1-5EB0-4356-A1C6-E37E76C77B03}" presName="compNode" presStyleCnt="0"/>
      <dgm:spPr/>
    </dgm:pt>
    <dgm:pt modelId="{4CC119D2-3646-4043-B648-49742D85F521}" type="pres">
      <dgm:prSet presAssocID="{174215C1-5EB0-4356-A1C6-E37E76C77B03}" presName="bgRect" presStyleLbl="bgShp" presStyleIdx="0" presStyleCnt="3"/>
      <dgm:spPr/>
    </dgm:pt>
    <dgm:pt modelId="{7719F8C3-A275-4EFB-9B1B-E364A3BBDDDB}" type="pres">
      <dgm:prSet presAssocID="{174215C1-5EB0-4356-A1C6-E37E76C77B03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nlock"/>
        </a:ext>
      </dgm:extLst>
    </dgm:pt>
    <dgm:pt modelId="{47D4FA7F-9142-4DD6-A20F-FB56B85CC1CC}" type="pres">
      <dgm:prSet presAssocID="{174215C1-5EB0-4356-A1C6-E37E76C77B03}" presName="spaceRect" presStyleCnt="0"/>
      <dgm:spPr/>
    </dgm:pt>
    <dgm:pt modelId="{67D719CD-C287-497B-9E16-C4CA4706E4D5}" type="pres">
      <dgm:prSet presAssocID="{174215C1-5EB0-4356-A1C6-E37E76C77B03}" presName="parTx" presStyleLbl="revTx" presStyleIdx="0" presStyleCnt="3">
        <dgm:presLayoutVars>
          <dgm:chMax val="0"/>
          <dgm:chPref val="0"/>
        </dgm:presLayoutVars>
      </dgm:prSet>
      <dgm:spPr/>
    </dgm:pt>
    <dgm:pt modelId="{E0F739C3-22E8-43A7-9D08-10AC16CA9B2F}" type="pres">
      <dgm:prSet presAssocID="{F02A3176-31A1-4F7C-BD96-9CD26658D413}" presName="sibTrans" presStyleCnt="0"/>
      <dgm:spPr/>
    </dgm:pt>
    <dgm:pt modelId="{E8F92832-B90B-4E87-9511-2B1E07CCAFD7}" type="pres">
      <dgm:prSet presAssocID="{CB8C0A75-0344-4BCC-B090-AF7259CC1CC1}" presName="compNode" presStyleCnt="0"/>
      <dgm:spPr/>
    </dgm:pt>
    <dgm:pt modelId="{61B6D756-933C-4D63-B567-4F04E973F837}" type="pres">
      <dgm:prSet presAssocID="{CB8C0A75-0344-4BCC-B090-AF7259CC1CC1}" presName="bgRect" presStyleLbl="bgShp" presStyleIdx="1" presStyleCnt="3"/>
      <dgm:spPr/>
    </dgm:pt>
    <dgm:pt modelId="{31AB3E01-6625-423C-AB1C-A4593BD71BBC}" type="pres">
      <dgm:prSet presAssocID="{CB8C0A75-0344-4BCC-B090-AF7259CC1CC1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528ED9ED-8ED6-476C-B8FA-1E70A86CA878}" type="pres">
      <dgm:prSet presAssocID="{CB8C0A75-0344-4BCC-B090-AF7259CC1CC1}" presName="spaceRect" presStyleCnt="0"/>
      <dgm:spPr/>
    </dgm:pt>
    <dgm:pt modelId="{CDA2E06D-42FA-4F28-8B82-F9D71FDB3491}" type="pres">
      <dgm:prSet presAssocID="{CB8C0A75-0344-4BCC-B090-AF7259CC1CC1}" presName="parTx" presStyleLbl="revTx" presStyleIdx="1" presStyleCnt="3">
        <dgm:presLayoutVars>
          <dgm:chMax val="0"/>
          <dgm:chPref val="0"/>
        </dgm:presLayoutVars>
      </dgm:prSet>
      <dgm:spPr/>
    </dgm:pt>
    <dgm:pt modelId="{CAE14031-1184-40A9-96C0-294288764D91}" type="pres">
      <dgm:prSet presAssocID="{D19283C9-0A1C-4050-B5DA-41120C4067A9}" presName="sibTrans" presStyleCnt="0"/>
      <dgm:spPr/>
    </dgm:pt>
    <dgm:pt modelId="{EC4F3933-6421-44B5-8843-52DA07332251}" type="pres">
      <dgm:prSet presAssocID="{9BA0E7A0-C298-4AA7-90E2-8340A78EC52E}" presName="compNode" presStyleCnt="0"/>
      <dgm:spPr/>
    </dgm:pt>
    <dgm:pt modelId="{57FBA9F6-28CF-49C9-B435-B006C634C74B}" type="pres">
      <dgm:prSet presAssocID="{9BA0E7A0-C298-4AA7-90E2-8340A78EC52E}" presName="bgRect" presStyleLbl="bgShp" presStyleIdx="2" presStyleCnt="3"/>
      <dgm:spPr/>
    </dgm:pt>
    <dgm:pt modelId="{3C9AEA83-63F1-4B24-8AA7-5BA8590E1902}" type="pres">
      <dgm:prSet presAssocID="{9BA0E7A0-C298-4AA7-90E2-8340A78EC52E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9EF24C92-F5B6-4E41-A22D-E81D273B5834}" type="pres">
      <dgm:prSet presAssocID="{9BA0E7A0-C298-4AA7-90E2-8340A78EC52E}" presName="spaceRect" presStyleCnt="0"/>
      <dgm:spPr/>
    </dgm:pt>
    <dgm:pt modelId="{77C3CD58-7387-446D-9D90-589C9CB96E21}" type="pres">
      <dgm:prSet presAssocID="{9BA0E7A0-C298-4AA7-90E2-8340A78EC52E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6C93FE21-E38A-48B5-A427-4AB8A758F732}" type="presOf" srcId="{9BA0E7A0-C298-4AA7-90E2-8340A78EC52E}" destId="{77C3CD58-7387-446D-9D90-589C9CB96E21}" srcOrd="0" destOrd="0" presId="urn:microsoft.com/office/officeart/2018/2/layout/IconVerticalSolidList"/>
    <dgm:cxn modelId="{724C7239-9FC4-4A24-BE4F-E29303D21BA8}" type="presOf" srcId="{174215C1-5EB0-4356-A1C6-E37E76C77B03}" destId="{67D719CD-C287-497B-9E16-C4CA4706E4D5}" srcOrd="0" destOrd="0" presId="urn:microsoft.com/office/officeart/2018/2/layout/IconVerticalSolidList"/>
    <dgm:cxn modelId="{2E5ABB4D-8977-47D3-8641-E67CE952B385}" type="presOf" srcId="{CB8C0A75-0344-4BCC-B090-AF7259CC1CC1}" destId="{CDA2E06D-42FA-4F28-8B82-F9D71FDB3491}" srcOrd="0" destOrd="0" presId="urn:microsoft.com/office/officeart/2018/2/layout/IconVerticalSolidList"/>
    <dgm:cxn modelId="{2AEF8055-BA23-47E9-BC9B-1AB6B863A6BD}" type="presOf" srcId="{FF46C6D8-0BF4-4E65-A132-5CC1333307A0}" destId="{21DAF003-CA7C-4BBB-98DE-2E45D31B919E}" srcOrd="0" destOrd="0" presId="urn:microsoft.com/office/officeart/2018/2/layout/IconVerticalSolidList"/>
    <dgm:cxn modelId="{0DFCAFA7-DD96-4F4A-B556-12FE0CDE5650}" srcId="{FF46C6D8-0BF4-4E65-A132-5CC1333307A0}" destId="{CB8C0A75-0344-4BCC-B090-AF7259CC1CC1}" srcOrd="1" destOrd="0" parTransId="{F6FC026B-00E0-47E1-8A7B-6ACC71CD39E7}" sibTransId="{D19283C9-0A1C-4050-B5DA-41120C4067A9}"/>
    <dgm:cxn modelId="{8421BDAA-251D-4FDC-A224-E9E8AECB65A5}" srcId="{FF46C6D8-0BF4-4E65-A132-5CC1333307A0}" destId="{174215C1-5EB0-4356-A1C6-E37E76C77B03}" srcOrd="0" destOrd="0" parTransId="{787A1257-9E89-4F24-84C6-381CBC22B7AA}" sibTransId="{F02A3176-31A1-4F7C-BD96-9CD26658D413}"/>
    <dgm:cxn modelId="{FA5A45BB-3CDD-4D80-8FD9-2E64A42F43E9}" srcId="{FF46C6D8-0BF4-4E65-A132-5CC1333307A0}" destId="{9BA0E7A0-C298-4AA7-90E2-8340A78EC52E}" srcOrd="2" destOrd="0" parTransId="{24639C04-5EFB-4788-83C2-2D8ECFCEC3E4}" sibTransId="{6F25F5C1-6E09-4A53-B440-04545ED25DED}"/>
    <dgm:cxn modelId="{99BAB18F-7341-42B9-89ED-5E546DECD4E2}" type="presParOf" srcId="{21DAF003-CA7C-4BBB-98DE-2E45D31B919E}" destId="{257FE552-648C-43AA-8461-BF13E8900C9E}" srcOrd="0" destOrd="0" presId="urn:microsoft.com/office/officeart/2018/2/layout/IconVerticalSolidList"/>
    <dgm:cxn modelId="{306502B1-C197-4C51-A03F-601822268E8C}" type="presParOf" srcId="{257FE552-648C-43AA-8461-BF13E8900C9E}" destId="{4CC119D2-3646-4043-B648-49742D85F521}" srcOrd="0" destOrd="0" presId="urn:microsoft.com/office/officeart/2018/2/layout/IconVerticalSolidList"/>
    <dgm:cxn modelId="{17F157E0-3770-4309-B9D9-0D02748C4449}" type="presParOf" srcId="{257FE552-648C-43AA-8461-BF13E8900C9E}" destId="{7719F8C3-A275-4EFB-9B1B-E364A3BBDDDB}" srcOrd="1" destOrd="0" presId="urn:microsoft.com/office/officeart/2018/2/layout/IconVerticalSolidList"/>
    <dgm:cxn modelId="{0C8317ED-85D0-4A0D-85C2-79FA7858BE93}" type="presParOf" srcId="{257FE552-648C-43AA-8461-BF13E8900C9E}" destId="{47D4FA7F-9142-4DD6-A20F-FB56B85CC1CC}" srcOrd="2" destOrd="0" presId="urn:microsoft.com/office/officeart/2018/2/layout/IconVerticalSolidList"/>
    <dgm:cxn modelId="{843C8933-E89C-47E5-A5A6-210A50E4E828}" type="presParOf" srcId="{257FE552-648C-43AA-8461-BF13E8900C9E}" destId="{67D719CD-C287-497B-9E16-C4CA4706E4D5}" srcOrd="3" destOrd="0" presId="urn:microsoft.com/office/officeart/2018/2/layout/IconVerticalSolidList"/>
    <dgm:cxn modelId="{89E7D21F-BA49-4039-BB06-4DDEAFA71523}" type="presParOf" srcId="{21DAF003-CA7C-4BBB-98DE-2E45D31B919E}" destId="{E0F739C3-22E8-43A7-9D08-10AC16CA9B2F}" srcOrd="1" destOrd="0" presId="urn:microsoft.com/office/officeart/2018/2/layout/IconVerticalSolidList"/>
    <dgm:cxn modelId="{C3A825C4-BFA2-4F82-95BC-924EF1B878D0}" type="presParOf" srcId="{21DAF003-CA7C-4BBB-98DE-2E45D31B919E}" destId="{E8F92832-B90B-4E87-9511-2B1E07CCAFD7}" srcOrd="2" destOrd="0" presId="urn:microsoft.com/office/officeart/2018/2/layout/IconVerticalSolidList"/>
    <dgm:cxn modelId="{E65644CA-BBA9-418A-BC98-D347ACAFA5C2}" type="presParOf" srcId="{E8F92832-B90B-4E87-9511-2B1E07CCAFD7}" destId="{61B6D756-933C-4D63-B567-4F04E973F837}" srcOrd="0" destOrd="0" presId="urn:microsoft.com/office/officeart/2018/2/layout/IconVerticalSolidList"/>
    <dgm:cxn modelId="{EEF6E27C-E57B-4D8F-BF33-6EA65DA5148D}" type="presParOf" srcId="{E8F92832-B90B-4E87-9511-2B1E07CCAFD7}" destId="{31AB3E01-6625-423C-AB1C-A4593BD71BBC}" srcOrd="1" destOrd="0" presId="urn:microsoft.com/office/officeart/2018/2/layout/IconVerticalSolidList"/>
    <dgm:cxn modelId="{ECE73A02-9185-4088-B877-A0A061ABFBC7}" type="presParOf" srcId="{E8F92832-B90B-4E87-9511-2B1E07CCAFD7}" destId="{528ED9ED-8ED6-476C-B8FA-1E70A86CA878}" srcOrd="2" destOrd="0" presId="urn:microsoft.com/office/officeart/2018/2/layout/IconVerticalSolidList"/>
    <dgm:cxn modelId="{60696E28-F69F-48A3-9F93-DA6C29C3869B}" type="presParOf" srcId="{E8F92832-B90B-4E87-9511-2B1E07CCAFD7}" destId="{CDA2E06D-42FA-4F28-8B82-F9D71FDB3491}" srcOrd="3" destOrd="0" presId="urn:microsoft.com/office/officeart/2018/2/layout/IconVerticalSolidList"/>
    <dgm:cxn modelId="{7163B21C-95CC-4C2C-892C-C4025FBD8EC8}" type="presParOf" srcId="{21DAF003-CA7C-4BBB-98DE-2E45D31B919E}" destId="{CAE14031-1184-40A9-96C0-294288764D91}" srcOrd="3" destOrd="0" presId="urn:microsoft.com/office/officeart/2018/2/layout/IconVerticalSolidList"/>
    <dgm:cxn modelId="{34491281-4082-4946-A970-26FBF9A28A89}" type="presParOf" srcId="{21DAF003-CA7C-4BBB-98DE-2E45D31B919E}" destId="{EC4F3933-6421-44B5-8843-52DA07332251}" srcOrd="4" destOrd="0" presId="urn:microsoft.com/office/officeart/2018/2/layout/IconVerticalSolidList"/>
    <dgm:cxn modelId="{B1BD0A7F-D565-4653-89E8-9781B76FE46D}" type="presParOf" srcId="{EC4F3933-6421-44B5-8843-52DA07332251}" destId="{57FBA9F6-28CF-49C9-B435-B006C634C74B}" srcOrd="0" destOrd="0" presId="urn:microsoft.com/office/officeart/2018/2/layout/IconVerticalSolidList"/>
    <dgm:cxn modelId="{0A96B5C5-BDE7-4A93-9DE2-D47CFA1B2C79}" type="presParOf" srcId="{EC4F3933-6421-44B5-8843-52DA07332251}" destId="{3C9AEA83-63F1-4B24-8AA7-5BA8590E1902}" srcOrd="1" destOrd="0" presId="urn:microsoft.com/office/officeart/2018/2/layout/IconVerticalSolidList"/>
    <dgm:cxn modelId="{D8C238FC-E26E-476E-8F53-9957261EA463}" type="presParOf" srcId="{EC4F3933-6421-44B5-8843-52DA07332251}" destId="{9EF24C92-F5B6-4E41-A22D-E81D273B5834}" srcOrd="2" destOrd="0" presId="urn:microsoft.com/office/officeart/2018/2/layout/IconVerticalSolidList"/>
    <dgm:cxn modelId="{FEDCF3FD-E8C3-4130-B6F0-5992E074D5E6}" type="presParOf" srcId="{EC4F3933-6421-44B5-8843-52DA07332251}" destId="{77C3CD58-7387-446D-9D90-589C9CB96E2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71F54F67-D67F-4866-9911-F783029C2E2B}" type="doc">
      <dgm:prSet loTypeId="urn:microsoft.com/office/officeart/2005/8/layout/default" loCatId="list" qsTypeId="urn:microsoft.com/office/officeart/2005/8/quickstyle/simple1" qsCatId="simple" csTypeId="urn:microsoft.com/office/officeart/2005/8/colors/colorful3" csCatId="colorful"/>
      <dgm:spPr/>
      <dgm:t>
        <a:bodyPr/>
        <a:lstStyle/>
        <a:p>
          <a:endParaRPr lang="en-US"/>
        </a:p>
      </dgm:t>
    </dgm:pt>
    <dgm:pt modelId="{E9714473-45A5-417E-84E7-AF00584FF335}">
      <dgm:prSet/>
      <dgm:spPr/>
      <dgm:t>
        <a:bodyPr/>
        <a:lstStyle/>
        <a:p>
          <a:r>
            <a:rPr lang="en-US"/>
            <a:t>Query editor improvements</a:t>
          </a:r>
        </a:p>
      </dgm:t>
    </dgm:pt>
    <dgm:pt modelId="{5A0AC9D2-772F-481A-B8AB-9C56171FB112}" type="parTrans" cxnId="{2F7A6C79-0AF6-4BCE-A483-8C80E5318E2A}">
      <dgm:prSet/>
      <dgm:spPr/>
      <dgm:t>
        <a:bodyPr/>
        <a:lstStyle/>
        <a:p>
          <a:endParaRPr lang="en-US"/>
        </a:p>
      </dgm:t>
    </dgm:pt>
    <dgm:pt modelId="{170FB996-7DC3-4633-849A-E397ABB7F7E7}" type="sibTrans" cxnId="{2F7A6C79-0AF6-4BCE-A483-8C80E5318E2A}">
      <dgm:prSet/>
      <dgm:spPr/>
      <dgm:t>
        <a:bodyPr/>
        <a:lstStyle/>
        <a:p>
          <a:endParaRPr lang="en-US"/>
        </a:p>
      </dgm:t>
    </dgm:pt>
    <dgm:pt modelId="{36BB78DF-E585-4823-9386-31171DE3931B}">
      <dgm:prSet/>
      <dgm:spPr/>
      <dgm:t>
        <a:bodyPr/>
        <a:lstStyle/>
        <a:p>
          <a:r>
            <a:rPr lang="en-US"/>
            <a:t>JSON viewer</a:t>
          </a:r>
        </a:p>
      </dgm:t>
    </dgm:pt>
    <dgm:pt modelId="{4144844B-A366-4B0B-AE91-DBD6CA38C77D}" type="parTrans" cxnId="{FCFFB08A-8DA8-42D1-80AE-85EBC1D97D53}">
      <dgm:prSet/>
      <dgm:spPr/>
      <dgm:t>
        <a:bodyPr/>
        <a:lstStyle/>
        <a:p>
          <a:endParaRPr lang="en-US"/>
        </a:p>
      </dgm:t>
    </dgm:pt>
    <dgm:pt modelId="{363AE62D-E13A-4CB7-9F58-700D124FAC22}" type="sibTrans" cxnId="{FCFFB08A-8DA8-42D1-80AE-85EBC1D97D53}">
      <dgm:prSet/>
      <dgm:spPr/>
      <dgm:t>
        <a:bodyPr/>
        <a:lstStyle/>
        <a:p>
          <a:endParaRPr lang="en-US"/>
        </a:p>
      </dgm:t>
    </dgm:pt>
    <dgm:pt modelId="{AE20CE6C-1FA1-4C24-AE11-EA4161D63EA7}">
      <dgm:prSet/>
      <dgm:spPr/>
      <dgm:t>
        <a:bodyPr/>
        <a:lstStyle/>
        <a:p>
          <a:r>
            <a:rPr lang="en-US" dirty="0"/>
            <a:t>Query hints recommendation</a:t>
          </a:r>
        </a:p>
      </dgm:t>
    </dgm:pt>
    <dgm:pt modelId="{D67ACC70-C171-4216-8810-A5D4AAB95FEE}" type="parTrans" cxnId="{003BAC00-54EE-4C4B-BFA7-B96E8B734B12}">
      <dgm:prSet/>
      <dgm:spPr/>
      <dgm:t>
        <a:bodyPr/>
        <a:lstStyle/>
        <a:p>
          <a:endParaRPr lang="en-US"/>
        </a:p>
      </dgm:t>
    </dgm:pt>
    <dgm:pt modelId="{2B59B204-8039-42D2-BCAC-0946B440F06B}" type="sibTrans" cxnId="{003BAC00-54EE-4C4B-BFA7-B96E8B734B12}">
      <dgm:prSet/>
      <dgm:spPr/>
      <dgm:t>
        <a:bodyPr/>
        <a:lstStyle/>
        <a:p>
          <a:endParaRPr lang="en-US"/>
        </a:p>
      </dgm:t>
    </dgm:pt>
    <dgm:pt modelId="{2E6EF949-008E-46C4-A7F6-05B3B0777CD0}">
      <dgm:prSet/>
      <dgm:spPr/>
      <dgm:t>
        <a:bodyPr/>
        <a:lstStyle/>
        <a:p>
          <a:r>
            <a:rPr lang="en-US"/>
            <a:t>Zooming for grid results</a:t>
          </a:r>
        </a:p>
      </dgm:t>
    </dgm:pt>
    <dgm:pt modelId="{227D5041-0780-4965-A15B-187BD5E7AA16}" type="parTrans" cxnId="{3357EE77-BDAB-47AA-A00D-7D714EA33C95}">
      <dgm:prSet/>
      <dgm:spPr/>
      <dgm:t>
        <a:bodyPr/>
        <a:lstStyle/>
        <a:p>
          <a:endParaRPr lang="en-US"/>
        </a:p>
      </dgm:t>
    </dgm:pt>
    <dgm:pt modelId="{BB48AABF-1473-45F3-A4F8-6D3ADD16893E}" type="sibTrans" cxnId="{3357EE77-BDAB-47AA-A00D-7D714EA33C95}">
      <dgm:prSet/>
      <dgm:spPr/>
      <dgm:t>
        <a:bodyPr/>
        <a:lstStyle/>
        <a:p>
          <a:endParaRPr lang="en-US"/>
        </a:p>
      </dgm:t>
    </dgm:pt>
    <dgm:pt modelId="{BAA142AF-697E-4601-8EC5-7EA4E700A386}">
      <dgm:prSet/>
      <dgm:spPr/>
      <dgm:t>
        <a:bodyPr/>
        <a:lstStyle/>
        <a:p>
          <a:r>
            <a:rPr lang="en-US" dirty="0"/>
            <a:t>Always Encrypted assessment</a:t>
          </a:r>
        </a:p>
      </dgm:t>
    </dgm:pt>
    <dgm:pt modelId="{49E16B46-6F61-43B6-9DBD-CBC2FAF8D9AC}" type="parTrans" cxnId="{9F873EEE-42EC-43E5-9F70-F70889344357}">
      <dgm:prSet/>
      <dgm:spPr/>
      <dgm:t>
        <a:bodyPr/>
        <a:lstStyle/>
        <a:p>
          <a:endParaRPr lang="en-US"/>
        </a:p>
      </dgm:t>
    </dgm:pt>
    <dgm:pt modelId="{305F722E-46C9-4D7B-80DD-D7FCEF6C711C}" type="sibTrans" cxnId="{9F873EEE-42EC-43E5-9F70-F70889344357}">
      <dgm:prSet/>
      <dgm:spPr/>
      <dgm:t>
        <a:bodyPr/>
        <a:lstStyle/>
        <a:p>
          <a:endParaRPr lang="en-US"/>
        </a:p>
      </dgm:t>
    </dgm:pt>
    <dgm:pt modelId="{C6419761-03A9-4DD1-97A7-FB89A1611057}">
      <dgm:prSet/>
      <dgm:spPr/>
      <dgm:t>
        <a:bodyPr/>
        <a:lstStyle/>
        <a:p>
          <a:r>
            <a:rPr lang="en-US"/>
            <a:t>VS Installer / update experience</a:t>
          </a:r>
        </a:p>
      </dgm:t>
    </dgm:pt>
    <dgm:pt modelId="{CDD54ED2-F990-49E8-A406-CCC686A7DC2E}" type="parTrans" cxnId="{C2E1E91C-B212-46D4-82A8-940461F818B9}">
      <dgm:prSet/>
      <dgm:spPr/>
      <dgm:t>
        <a:bodyPr/>
        <a:lstStyle/>
        <a:p>
          <a:endParaRPr lang="en-US"/>
        </a:p>
      </dgm:t>
    </dgm:pt>
    <dgm:pt modelId="{3837A581-4DB3-4468-BD8D-CE82E181EF18}" type="sibTrans" cxnId="{C2E1E91C-B212-46D4-82A8-940461F818B9}">
      <dgm:prSet/>
      <dgm:spPr/>
      <dgm:t>
        <a:bodyPr/>
        <a:lstStyle/>
        <a:p>
          <a:endParaRPr lang="en-US"/>
        </a:p>
      </dgm:t>
    </dgm:pt>
    <dgm:pt modelId="{0D349E4D-0294-ED48-B82C-68A91B3E11D9}" type="pres">
      <dgm:prSet presAssocID="{71F54F67-D67F-4866-9911-F783029C2E2B}" presName="diagram" presStyleCnt="0">
        <dgm:presLayoutVars>
          <dgm:dir/>
          <dgm:resizeHandles val="exact"/>
        </dgm:presLayoutVars>
      </dgm:prSet>
      <dgm:spPr/>
    </dgm:pt>
    <dgm:pt modelId="{7D5FE3EE-3189-684E-9370-D305C67D78D0}" type="pres">
      <dgm:prSet presAssocID="{E9714473-45A5-417E-84E7-AF00584FF335}" presName="node" presStyleLbl="node1" presStyleIdx="0" presStyleCnt="6">
        <dgm:presLayoutVars>
          <dgm:bulletEnabled val="1"/>
        </dgm:presLayoutVars>
      </dgm:prSet>
      <dgm:spPr/>
    </dgm:pt>
    <dgm:pt modelId="{06D80281-F54C-9245-94F3-BEB00E540D23}" type="pres">
      <dgm:prSet presAssocID="{170FB996-7DC3-4633-849A-E397ABB7F7E7}" presName="sibTrans" presStyleCnt="0"/>
      <dgm:spPr/>
    </dgm:pt>
    <dgm:pt modelId="{BFE2E493-2ADC-C94A-B7C6-3652D5BE3F95}" type="pres">
      <dgm:prSet presAssocID="{36BB78DF-E585-4823-9386-31171DE3931B}" presName="node" presStyleLbl="node1" presStyleIdx="1" presStyleCnt="6">
        <dgm:presLayoutVars>
          <dgm:bulletEnabled val="1"/>
        </dgm:presLayoutVars>
      </dgm:prSet>
      <dgm:spPr/>
    </dgm:pt>
    <dgm:pt modelId="{F0B8CEC2-033F-C947-AF05-D16C43B5D4F8}" type="pres">
      <dgm:prSet presAssocID="{363AE62D-E13A-4CB7-9F58-700D124FAC22}" presName="sibTrans" presStyleCnt="0"/>
      <dgm:spPr/>
    </dgm:pt>
    <dgm:pt modelId="{5D30A7CA-7052-104A-8B5C-3A6082308E2C}" type="pres">
      <dgm:prSet presAssocID="{AE20CE6C-1FA1-4C24-AE11-EA4161D63EA7}" presName="node" presStyleLbl="node1" presStyleIdx="2" presStyleCnt="6">
        <dgm:presLayoutVars>
          <dgm:bulletEnabled val="1"/>
        </dgm:presLayoutVars>
      </dgm:prSet>
      <dgm:spPr/>
    </dgm:pt>
    <dgm:pt modelId="{1FE98D33-22E2-804F-8F71-5B3DDB1E7420}" type="pres">
      <dgm:prSet presAssocID="{2B59B204-8039-42D2-BCAC-0946B440F06B}" presName="sibTrans" presStyleCnt="0"/>
      <dgm:spPr/>
    </dgm:pt>
    <dgm:pt modelId="{F3171985-93F0-AD4D-90D0-D2CAD99B9AE0}" type="pres">
      <dgm:prSet presAssocID="{2E6EF949-008E-46C4-A7F6-05B3B0777CD0}" presName="node" presStyleLbl="node1" presStyleIdx="3" presStyleCnt="6">
        <dgm:presLayoutVars>
          <dgm:bulletEnabled val="1"/>
        </dgm:presLayoutVars>
      </dgm:prSet>
      <dgm:spPr/>
    </dgm:pt>
    <dgm:pt modelId="{3CAD7532-5A5C-514F-B3A0-AF802B0CD292}" type="pres">
      <dgm:prSet presAssocID="{BB48AABF-1473-45F3-A4F8-6D3ADD16893E}" presName="sibTrans" presStyleCnt="0"/>
      <dgm:spPr/>
    </dgm:pt>
    <dgm:pt modelId="{3179234C-3147-6F4F-A43E-6319110E9642}" type="pres">
      <dgm:prSet presAssocID="{BAA142AF-697E-4601-8EC5-7EA4E700A386}" presName="node" presStyleLbl="node1" presStyleIdx="4" presStyleCnt="6">
        <dgm:presLayoutVars>
          <dgm:bulletEnabled val="1"/>
        </dgm:presLayoutVars>
      </dgm:prSet>
      <dgm:spPr/>
    </dgm:pt>
    <dgm:pt modelId="{BEC0ADC9-1A19-AA47-9EC5-96DACDE193A7}" type="pres">
      <dgm:prSet presAssocID="{305F722E-46C9-4D7B-80DD-D7FCEF6C711C}" presName="sibTrans" presStyleCnt="0"/>
      <dgm:spPr/>
    </dgm:pt>
    <dgm:pt modelId="{DE39AA80-0D70-7848-95EF-62A93AA409C2}" type="pres">
      <dgm:prSet presAssocID="{C6419761-03A9-4DD1-97A7-FB89A1611057}" presName="node" presStyleLbl="node1" presStyleIdx="5" presStyleCnt="6">
        <dgm:presLayoutVars>
          <dgm:bulletEnabled val="1"/>
        </dgm:presLayoutVars>
      </dgm:prSet>
      <dgm:spPr/>
    </dgm:pt>
  </dgm:ptLst>
  <dgm:cxnLst>
    <dgm:cxn modelId="{003BAC00-54EE-4C4B-BFA7-B96E8B734B12}" srcId="{71F54F67-D67F-4866-9911-F783029C2E2B}" destId="{AE20CE6C-1FA1-4C24-AE11-EA4161D63EA7}" srcOrd="2" destOrd="0" parTransId="{D67ACC70-C171-4216-8810-A5D4AAB95FEE}" sibTransId="{2B59B204-8039-42D2-BCAC-0946B440F06B}"/>
    <dgm:cxn modelId="{CFE9E102-D0A5-C649-98D3-B6615C48FAD3}" type="presOf" srcId="{AE20CE6C-1FA1-4C24-AE11-EA4161D63EA7}" destId="{5D30A7CA-7052-104A-8B5C-3A6082308E2C}" srcOrd="0" destOrd="0" presId="urn:microsoft.com/office/officeart/2005/8/layout/default"/>
    <dgm:cxn modelId="{C2E1E91C-B212-46D4-82A8-940461F818B9}" srcId="{71F54F67-D67F-4866-9911-F783029C2E2B}" destId="{C6419761-03A9-4DD1-97A7-FB89A1611057}" srcOrd="5" destOrd="0" parTransId="{CDD54ED2-F990-49E8-A406-CCC686A7DC2E}" sibTransId="{3837A581-4DB3-4468-BD8D-CE82E181EF18}"/>
    <dgm:cxn modelId="{4D7A743E-D70D-134E-B46A-DE5E5BCD3F06}" type="presOf" srcId="{71F54F67-D67F-4866-9911-F783029C2E2B}" destId="{0D349E4D-0294-ED48-B82C-68A91B3E11D9}" srcOrd="0" destOrd="0" presId="urn:microsoft.com/office/officeart/2005/8/layout/default"/>
    <dgm:cxn modelId="{D5FAB65D-DA4E-AF41-9081-166C72FCE2F2}" type="presOf" srcId="{2E6EF949-008E-46C4-A7F6-05B3B0777CD0}" destId="{F3171985-93F0-AD4D-90D0-D2CAD99B9AE0}" srcOrd="0" destOrd="0" presId="urn:microsoft.com/office/officeart/2005/8/layout/default"/>
    <dgm:cxn modelId="{07BCE46C-B4AA-DC49-8B91-84BA6C707BA1}" type="presOf" srcId="{E9714473-45A5-417E-84E7-AF00584FF335}" destId="{7D5FE3EE-3189-684E-9370-D305C67D78D0}" srcOrd="0" destOrd="0" presId="urn:microsoft.com/office/officeart/2005/8/layout/default"/>
    <dgm:cxn modelId="{3357EE77-BDAB-47AA-A00D-7D714EA33C95}" srcId="{71F54F67-D67F-4866-9911-F783029C2E2B}" destId="{2E6EF949-008E-46C4-A7F6-05B3B0777CD0}" srcOrd="3" destOrd="0" parTransId="{227D5041-0780-4965-A15B-187BD5E7AA16}" sibTransId="{BB48AABF-1473-45F3-A4F8-6D3ADD16893E}"/>
    <dgm:cxn modelId="{2F7A6C79-0AF6-4BCE-A483-8C80E5318E2A}" srcId="{71F54F67-D67F-4866-9911-F783029C2E2B}" destId="{E9714473-45A5-417E-84E7-AF00584FF335}" srcOrd="0" destOrd="0" parTransId="{5A0AC9D2-772F-481A-B8AB-9C56171FB112}" sibTransId="{170FB996-7DC3-4633-849A-E397ABB7F7E7}"/>
    <dgm:cxn modelId="{FCFFB08A-8DA8-42D1-80AE-85EBC1D97D53}" srcId="{71F54F67-D67F-4866-9911-F783029C2E2B}" destId="{36BB78DF-E585-4823-9386-31171DE3931B}" srcOrd="1" destOrd="0" parTransId="{4144844B-A366-4B0B-AE91-DBD6CA38C77D}" sibTransId="{363AE62D-E13A-4CB7-9F58-700D124FAC22}"/>
    <dgm:cxn modelId="{8F413B9A-4358-2C40-A2DC-0A4E3B854B50}" type="presOf" srcId="{36BB78DF-E585-4823-9386-31171DE3931B}" destId="{BFE2E493-2ADC-C94A-B7C6-3652D5BE3F95}" srcOrd="0" destOrd="0" presId="urn:microsoft.com/office/officeart/2005/8/layout/default"/>
    <dgm:cxn modelId="{9F873EEE-42EC-43E5-9F70-F70889344357}" srcId="{71F54F67-D67F-4866-9911-F783029C2E2B}" destId="{BAA142AF-697E-4601-8EC5-7EA4E700A386}" srcOrd="4" destOrd="0" parTransId="{49E16B46-6F61-43B6-9DBD-CBC2FAF8D9AC}" sibTransId="{305F722E-46C9-4D7B-80DD-D7FCEF6C711C}"/>
    <dgm:cxn modelId="{C6FCFDFB-FE47-2F4E-A9A3-3EBDC39F4BC2}" type="presOf" srcId="{BAA142AF-697E-4601-8EC5-7EA4E700A386}" destId="{3179234C-3147-6F4F-A43E-6319110E9642}" srcOrd="0" destOrd="0" presId="urn:microsoft.com/office/officeart/2005/8/layout/default"/>
    <dgm:cxn modelId="{CC4B44FC-E66C-2245-9141-D02A449496F8}" type="presOf" srcId="{C6419761-03A9-4DD1-97A7-FB89A1611057}" destId="{DE39AA80-0D70-7848-95EF-62A93AA409C2}" srcOrd="0" destOrd="0" presId="urn:microsoft.com/office/officeart/2005/8/layout/default"/>
    <dgm:cxn modelId="{2D0EBC2C-CE63-6842-80D0-C2E0AE9394EF}" type="presParOf" srcId="{0D349E4D-0294-ED48-B82C-68A91B3E11D9}" destId="{7D5FE3EE-3189-684E-9370-D305C67D78D0}" srcOrd="0" destOrd="0" presId="urn:microsoft.com/office/officeart/2005/8/layout/default"/>
    <dgm:cxn modelId="{2508C906-A96C-564D-A627-ED152C45080D}" type="presParOf" srcId="{0D349E4D-0294-ED48-B82C-68A91B3E11D9}" destId="{06D80281-F54C-9245-94F3-BEB00E540D23}" srcOrd="1" destOrd="0" presId="urn:microsoft.com/office/officeart/2005/8/layout/default"/>
    <dgm:cxn modelId="{638DEDCE-9025-B949-9BE0-4ABC1E8E73DA}" type="presParOf" srcId="{0D349E4D-0294-ED48-B82C-68A91B3E11D9}" destId="{BFE2E493-2ADC-C94A-B7C6-3652D5BE3F95}" srcOrd="2" destOrd="0" presId="urn:microsoft.com/office/officeart/2005/8/layout/default"/>
    <dgm:cxn modelId="{5F2961D6-748A-3146-AEED-F94F4897B3B6}" type="presParOf" srcId="{0D349E4D-0294-ED48-B82C-68A91B3E11D9}" destId="{F0B8CEC2-033F-C947-AF05-D16C43B5D4F8}" srcOrd="3" destOrd="0" presId="urn:microsoft.com/office/officeart/2005/8/layout/default"/>
    <dgm:cxn modelId="{C6636334-3BE8-6042-A456-C3B415C1BD55}" type="presParOf" srcId="{0D349E4D-0294-ED48-B82C-68A91B3E11D9}" destId="{5D30A7CA-7052-104A-8B5C-3A6082308E2C}" srcOrd="4" destOrd="0" presId="urn:microsoft.com/office/officeart/2005/8/layout/default"/>
    <dgm:cxn modelId="{11F83E19-4709-3644-A94A-8DC4F1894F75}" type="presParOf" srcId="{0D349E4D-0294-ED48-B82C-68A91B3E11D9}" destId="{1FE98D33-22E2-804F-8F71-5B3DDB1E7420}" srcOrd="5" destOrd="0" presId="urn:microsoft.com/office/officeart/2005/8/layout/default"/>
    <dgm:cxn modelId="{4A61E0FD-CCD2-0C4C-B833-C4BCC7DB7BEE}" type="presParOf" srcId="{0D349E4D-0294-ED48-B82C-68A91B3E11D9}" destId="{F3171985-93F0-AD4D-90D0-D2CAD99B9AE0}" srcOrd="6" destOrd="0" presId="urn:microsoft.com/office/officeart/2005/8/layout/default"/>
    <dgm:cxn modelId="{163EC9C3-A35A-634B-881D-944CD7432CFD}" type="presParOf" srcId="{0D349E4D-0294-ED48-B82C-68A91B3E11D9}" destId="{3CAD7532-5A5C-514F-B3A0-AF802B0CD292}" srcOrd="7" destOrd="0" presId="urn:microsoft.com/office/officeart/2005/8/layout/default"/>
    <dgm:cxn modelId="{E683C7E5-BE11-4E4D-9CA6-0A2D2937606A}" type="presParOf" srcId="{0D349E4D-0294-ED48-B82C-68A91B3E11D9}" destId="{3179234C-3147-6F4F-A43E-6319110E9642}" srcOrd="8" destOrd="0" presId="urn:microsoft.com/office/officeart/2005/8/layout/default"/>
    <dgm:cxn modelId="{461D9951-E43A-C943-9404-AF09AEE77D46}" type="presParOf" srcId="{0D349E4D-0294-ED48-B82C-68A91B3E11D9}" destId="{BEC0ADC9-1A19-AA47-9EC5-96DACDE193A7}" srcOrd="9" destOrd="0" presId="urn:microsoft.com/office/officeart/2005/8/layout/default"/>
    <dgm:cxn modelId="{DAEA8F98-CA8E-9F4F-8449-BF22C9E5A98E}" type="presParOf" srcId="{0D349E4D-0294-ED48-B82C-68A91B3E11D9}" destId="{DE39AA80-0D70-7848-95EF-62A93AA409C2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1AA5FCC2-513E-4F0A-BCA8-1F8F3F408690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618F721-D4D4-4D06-8707-0F60406355A9}">
      <dgm:prSet/>
      <dgm:spPr/>
      <dgm:t>
        <a:bodyPr/>
        <a:lstStyle/>
        <a:p>
          <a:r>
            <a:rPr lang="en-US" dirty="0"/>
            <a:t>GitHub Copilot integration for SQL authoring</a:t>
          </a:r>
        </a:p>
      </dgm:t>
    </dgm:pt>
    <dgm:pt modelId="{C04E1EDF-4D87-4B58-8C05-AFF4AE384708}" type="parTrans" cxnId="{EA95CD04-8E89-4856-9DF6-88E02574DD83}">
      <dgm:prSet/>
      <dgm:spPr/>
      <dgm:t>
        <a:bodyPr/>
        <a:lstStyle/>
        <a:p>
          <a:endParaRPr lang="en-US"/>
        </a:p>
      </dgm:t>
    </dgm:pt>
    <dgm:pt modelId="{D7AC124B-B81C-4164-AB6D-794799B8C1AF}" type="sibTrans" cxnId="{EA95CD04-8E89-4856-9DF6-88E02574DD83}">
      <dgm:prSet/>
      <dgm:spPr/>
      <dgm:t>
        <a:bodyPr/>
        <a:lstStyle/>
        <a:p>
          <a:endParaRPr lang="en-US"/>
        </a:p>
      </dgm:t>
    </dgm:pt>
    <dgm:pt modelId="{C078926B-F965-4671-B915-C6BD8550F89A}">
      <dgm:prSet/>
      <dgm:spPr/>
      <dgm:t>
        <a:bodyPr/>
        <a:lstStyle/>
        <a:p>
          <a:r>
            <a:rPr lang="en-US"/>
            <a:t>Cross-platform SQL development (Windows, Mac, Linux)</a:t>
          </a:r>
        </a:p>
      </dgm:t>
    </dgm:pt>
    <dgm:pt modelId="{17A82E95-91D0-4AB6-86E0-0F342DE1E2DE}" type="parTrans" cxnId="{EA17BE6E-F597-41C6-9967-F56CE52EFF12}">
      <dgm:prSet/>
      <dgm:spPr/>
      <dgm:t>
        <a:bodyPr/>
        <a:lstStyle/>
        <a:p>
          <a:endParaRPr lang="en-US"/>
        </a:p>
      </dgm:t>
    </dgm:pt>
    <dgm:pt modelId="{7701CA5D-076F-4C0D-9321-E68F0548A352}" type="sibTrans" cxnId="{EA17BE6E-F597-41C6-9967-F56CE52EFF12}">
      <dgm:prSet/>
      <dgm:spPr/>
      <dgm:t>
        <a:bodyPr/>
        <a:lstStyle/>
        <a:p>
          <a:endParaRPr lang="en-US"/>
        </a:p>
      </dgm:t>
    </dgm:pt>
    <dgm:pt modelId="{D7854187-5C3B-4EDC-895A-FF8669FF7737}">
      <dgm:prSet/>
      <dgm:spPr/>
      <dgm:t>
        <a:bodyPr/>
        <a:lstStyle/>
        <a:p>
          <a:r>
            <a:rPr lang="en-US"/>
            <a:t>Schema-aware IntelliSense</a:t>
          </a:r>
        </a:p>
      </dgm:t>
    </dgm:pt>
    <dgm:pt modelId="{E5131CAF-093E-4670-83C6-EF6ED86B369B}" type="parTrans" cxnId="{323EE5B6-D0D3-4E64-A1DD-657AA87E44D5}">
      <dgm:prSet/>
      <dgm:spPr/>
      <dgm:t>
        <a:bodyPr/>
        <a:lstStyle/>
        <a:p>
          <a:endParaRPr lang="en-US"/>
        </a:p>
      </dgm:t>
    </dgm:pt>
    <dgm:pt modelId="{E09F7C3E-E330-4FE2-B5DA-6608E8BB514D}" type="sibTrans" cxnId="{323EE5B6-D0D3-4E64-A1DD-657AA87E44D5}">
      <dgm:prSet/>
      <dgm:spPr/>
      <dgm:t>
        <a:bodyPr/>
        <a:lstStyle/>
        <a:p>
          <a:endParaRPr lang="en-US"/>
        </a:p>
      </dgm:t>
    </dgm:pt>
    <dgm:pt modelId="{9A9E56CC-5857-4F87-8A8D-EE547D78467F}">
      <dgm:prSet/>
      <dgm:spPr/>
      <dgm:t>
        <a:bodyPr/>
        <a:lstStyle/>
        <a:p>
          <a:r>
            <a:rPr lang="en-US"/>
            <a:t>Modern development workflow integration</a:t>
          </a:r>
        </a:p>
      </dgm:t>
    </dgm:pt>
    <dgm:pt modelId="{5125449B-A474-44C9-8B49-9DCA92E7ADC1}" type="parTrans" cxnId="{E2715C82-42DD-4A98-AB62-7C4E2015D2FF}">
      <dgm:prSet/>
      <dgm:spPr/>
      <dgm:t>
        <a:bodyPr/>
        <a:lstStyle/>
        <a:p>
          <a:endParaRPr lang="en-US"/>
        </a:p>
      </dgm:t>
    </dgm:pt>
    <dgm:pt modelId="{DCB2572E-C032-44F1-9E69-7DF4A6CC916A}" type="sibTrans" cxnId="{E2715C82-42DD-4A98-AB62-7C4E2015D2FF}">
      <dgm:prSet/>
      <dgm:spPr/>
      <dgm:t>
        <a:bodyPr/>
        <a:lstStyle/>
        <a:p>
          <a:endParaRPr lang="en-US"/>
        </a:p>
      </dgm:t>
    </dgm:pt>
    <dgm:pt modelId="{A33699CE-6366-4D63-B82B-10518189ABA4}">
      <dgm:prSet/>
      <dgm:spPr/>
      <dgm:t>
        <a:bodyPr/>
        <a:lstStyle/>
        <a:p>
          <a:r>
            <a:rPr lang="en-US"/>
            <a:t>*Query Store Extension (self-promotion)</a:t>
          </a:r>
        </a:p>
      </dgm:t>
    </dgm:pt>
    <dgm:pt modelId="{BCFB5B47-325E-4CE2-AD95-41D4268D4B0A}" type="parTrans" cxnId="{AE56A7E8-BD99-465A-BE4E-480E6C3A30B3}">
      <dgm:prSet/>
      <dgm:spPr/>
      <dgm:t>
        <a:bodyPr/>
        <a:lstStyle/>
        <a:p>
          <a:endParaRPr lang="en-US"/>
        </a:p>
      </dgm:t>
    </dgm:pt>
    <dgm:pt modelId="{13653C12-7A5F-41F8-BEEB-8AF748E53752}" type="sibTrans" cxnId="{AE56A7E8-BD99-465A-BE4E-480E6C3A30B3}">
      <dgm:prSet/>
      <dgm:spPr/>
      <dgm:t>
        <a:bodyPr/>
        <a:lstStyle/>
        <a:p>
          <a:endParaRPr lang="en-US"/>
        </a:p>
      </dgm:t>
    </dgm:pt>
    <dgm:pt modelId="{18913479-0228-E146-892E-C4D7DD72A256}" type="pres">
      <dgm:prSet presAssocID="{1AA5FCC2-513E-4F0A-BCA8-1F8F3F408690}" presName="vert0" presStyleCnt="0">
        <dgm:presLayoutVars>
          <dgm:dir/>
          <dgm:animOne val="branch"/>
          <dgm:animLvl val="lvl"/>
        </dgm:presLayoutVars>
      </dgm:prSet>
      <dgm:spPr/>
    </dgm:pt>
    <dgm:pt modelId="{AC7D4BBA-3AA0-BA4F-A6C5-25559DECB7A8}" type="pres">
      <dgm:prSet presAssocID="{3618F721-D4D4-4D06-8707-0F60406355A9}" presName="thickLine" presStyleLbl="alignNode1" presStyleIdx="0" presStyleCnt="5"/>
      <dgm:spPr/>
    </dgm:pt>
    <dgm:pt modelId="{8C316DEE-A9EA-254E-A06D-C90F6CDBD5A7}" type="pres">
      <dgm:prSet presAssocID="{3618F721-D4D4-4D06-8707-0F60406355A9}" presName="horz1" presStyleCnt="0"/>
      <dgm:spPr/>
    </dgm:pt>
    <dgm:pt modelId="{9D148778-1D49-D843-B599-507963EAC5E8}" type="pres">
      <dgm:prSet presAssocID="{3618F721-D4D4-4D06-8707-0F60406355A9}" presName="tx1" presStyleLbl="revTx" presStyleIdx="0" presStyleCnt="5"/>
      <dgm:spPr/>
    </dgm:pt>
    <dgm:pt modelId="{C7EA2BEC-C830-D643-A19B-B1D92B58441E}" type="pres">
      <dgm:prSet presAssocID="{3618F721-D4D4-4D06-8707-0F60406355A9}" presName="vert1" presStyleCnt="0"/>
      <dgm:spPr/>
    </dgm:pt>
    <dgm:pt modelId="{C3D0B92B-D127-D847-8DA7-034B0BBAFDC9}" type="pres">
      <dgm:prSet presAssocID="{C078926B-F965-4671-B915-C6BD8550F89A}" presName="thickLine" presStyleLbl="alignNode1" presStyleIdx="1" presStyleCnt="5"/>
      <dgm:spPr/>
    </dgm:pt>
    <dgm:pt modelId="{3E8F5FB6-7902-C041-9F20-FA2430DC6318}" type="pres">
      <dgm:prSet presAssocID="{C078926B-F965-4671-B915-C6BD8550F89A}" presName="horz1" presStyleCnt="0"/>
      <dgm:spPr/>
    </dgm:pt>
    <dgm:pt modelId="{496E6141-6755-A849-8A35-D7EC39D249D8}" type="pres">
      <dgm:prSet presAssocID="{C078926B-F965-4671-B915-C6BD8550F89A}" presName="tx1" presStyleLbl="revTx" presStyleIdx="1" presStyleCnt="5"/>
      <dgm:spPr/>
    </dgm:pt>
    <dgm:pt modelId="{7066E8D8-1A6E-BF4A-B9B2-7A1B28DB0DD1}" type="pres">
      <dgm:prSet presAssocID="{C078926B-F965-4671-B915-C6BD8550F89A}" presName="vert1" presStyleCnt="0"/>
      <dgm:spPr/>
    </dgm:pt>
    <dgm:pt modelId="{46A0BE6C-8A14-834C-93C1-7A4845982F90}" type="pres">
      <dgm:prSet presAssocID="{D7854187-5C3B-4EDC-895A-FF8669FF7737}" presName="thickLine" presStyleLbl="alignNode1" presStyleIdx="2" presStyleCnt="5"/>
      <dgm:spPr/>
    </dgm:pt>
    <dgm:pt modelId="{BC3B6102-394D-DD49-804A-B7312256E6FA}" type="pres">
      <dgm:prSet presAssocID="{D7854187-5C3B-4EDC-895A-FF8669FF7737}" presName="horz1" presStyleCnt="0"/>
      <dgm:spPr/>
    </dgm:pt>
    <dgm:pt modelId="{6C7A3D3E-9589-5F48-A8BD-53852DA52434}" type="pres">
      <dgm:prSet presAssocID="{D7854187-5C3B-4EDC-895A-FF8669FF7737}" presName="tx1" presStyleLbl="revTx" presStyleIdx="2" presStyleCnt="5"/>
      <dgm:spPr/>
    </dgm:pt>
    <dgm:pt modelId="{3A0B943B-BAC0-F246-98ED-362A888C7619}" type="pres">
      <dgm:prSet presAssocID="{D7854187-5C3B-4EDC-895A-FF8669FF7737}" presName="vert1" presStyleCnt="0"/>
      <dgm:spPr/>
    </dgm:pt>
    <dgm:pt modelId="{2F2D4CEA-1316-CD43-B7BE-793C7D941DF1}" type="pres">
      <dgm:prSet presAssocID="{9A9E56CC-5857-4F87-8A8D-EE547D78467F}" presName="thickLine" presStyleLbl="alignNode1" presStyleIdx="3" presStyleCnt="5"/>
      <dgm:spPr/>
    </dgm:pt>
    <dgm:pt modelId="{D51DD84D-BE17-FA40-A398-C46B84C3B9C7}" type="pres">
      <dgm:prSet presAssocID="{9A9E56CC-5857-4F87-8A8D-EE547D78467F}" presName="horz1" presStyleCnt="0"/>
      <dgm:spPr/>
    </dgm:pt>
    <dgm:pt modelId="{6B08A938-A8E7-8648-B283-2488CFECB93D}" type="pres">
      <dgm:prSet presAssocID="{9A9E56CC-5857-4F87-8A8D-EE547D78467F}" presName="tx1" presStyleLbl="revTx" presStyleIdx="3" presStyleCnt="5"/>
      <dgm:spPr/>
    </dgm:pt>
    <dgm:pt modelId="{B8D67046-033E-CD44-889A-33F6082FDAB8}" type="pres">
      <dgm:prSet presAssocID="{9A9E56CC-5857-4F87-8A8D-EE547D78467F}" presName="vert1" presStyleCnt="0"/>
      <dgm:spPr/>
    </dgm:pt>
    <dgm:pt modelId="{DE1F649D-E242-1B4C-BDC1-E25235F2C18B}" type="pres">
      <dgm:prSet presAssocID="{A33699CE-6366-4D63-B82B-10518189ABA4}" presName="thickLine" presStyleLbl="alignNode1" presStyleIdx="4" presStyleCnt="5"/>
      <dgm:spPr/>
    </dgm:pt>
    <dgm:pt modelId="{4CAC214D-1CC4-3748-A746-75D649F2E809}" type="pres">
      <dgm:prSet presAssocID="{A33699CE-6366-4D63-B82B-10518189ABA4}" presName="horz1" presStyleCnt="0"/>
      <dgm:spPr/>
    </dgm:pt>
    <dgm:pt modelId="{161101DD-8BFD-864E-A26D-69714FBDB5A7}" type="pres">
      <dgm:prSet presAssocID="{A33699CE-6366-4D63-B82B-10518189ABA4}" presName="tx1" presStyleLbl="revTx" presStyleIdx="4" presStyleCnt="5"/>
      <dgm:spPr/>
    </dgm:pt>
    <dgm:pt modelId="{B70B14D2-9026-534C-BBED-F7DB97FE326B}" type="pres">
      <dgm:prSet presAssocID="{A33699CE-6366-4D63-B82B-10518189ABA4}" presName="vert1" presStyleCnt="0"/>
      <dgm:spPr/>
    </dgm:pt>
  </dgm:ptLst>
  <dgm:cxnLst>
    <dgm:cxn modelId="{EA95CD04-8E89-4856-9DF6-88E02574DD83}" srcId="{1AA5FCC2-513E-4F0A-BCA8-1F8F3F408690}" destId="{3618F721-D4D4-4D06-8707-0F60406355A9}" srcOrd="0" destOrd="0" parTransId="{C04E1EDF-4D87-4B58-8C05-AFF4AE384708}" sibTransId="{D7AC124B-B81C-4164-AB6D-794799B8C1AF}"/>
    <dgm:cxn modelId="{28E8BD21-D88D-9E42-8B46-79353CC96806}" type="presOf" srcId="{3618F721-D4D4-4D06-8707-0F60406355A9}" destId="{9D148778-1D49-D843-B599-507963EAC5E8}" srcOrd="0" destOrd="0" presId="urn:microsoft.com/office/officeart/2008/layout/LinedList"/>
    <dgm:cxn modelId="{DBED7B40-C70E-A444-9CD1-DE55CACFF04A}" type="presOf" srcId="{D7854187-5C3B-4EDC-895A-FF8669FF7737}" destId="{6C7A3D3E-9589-5F48-A8BD-53852DA52434}" srcOrd="0" destOrd="0" presId="urn:microsoft.com/office/officeart/2008/layout/LinedList"/>
    <dgm:cxn modelId="{DB1B644C-25C2-1A4E-BC91-1E3BECA37143}" type="presOf" srcId="{1AA5FCC2-513E-4F0A-BCA8-1F8F3F408690}" destId="{18913479-0228-E146-892E-C4D7DD72A256}" srcOrd="0" destOrd="0" presId="urn:microsoft.com/office/officeart/2008/layout/LinedList"/>
    <dgm:cxn modelId="{EA17BE6E-F597-41C6-9967-F56CE52EFF12}" srcId="{1AA5FCC2-513E-4F0A-BCA8-1F8F3F408690}" destId="{C078926B-F965-4671-B915-C6BD8550F89A}" srcOrd="1" destOrd="0" parTransId="{17A82E95-91D0-4AB6-86E0-0F342DE1E2DE}" sibTransId="{7701CA5D-076F-4C0D-9321-E68F0548A352}"/>
    <dgm:cxn modelId="{7D555C52-497F-A844-84E4-390F6BD5C418}" type="presOf" srcId="{C078926B-F965-4671-B915-C6BD8550F89A}" destId="{496E6141-6755-A849-8A35-D7EC39D249D8}" srcOrd="0" destOrd="0" presId="urn:microsoft.com/office/officeart/2008/layout/LinedList"/>
    <dgm:cxn modelId="{BB15CA80-AC67-6548-975B-264124D67070}" type="presOf" srcId="{9A9E56CC-5857-4F87-8A8D-EE547D78467F}" destId="{6B08A938-A8E7-8648-B283-2488CFECB93D}" srcOrd="0" destOrd="0" presId="urn:microsoft.com/office/officeart/2008/layout/LinedList"/>
    <dgm:cxn modelId="{E2715C82-42DD-4A98-AB62-7C4E2015D2FF}" srcId="{1AA5FCC2-513E-4F0A-BCA8-1F8F3F408690}" destId="{9A9E56CC-5857-4F87-8A8D-EE547D78467F}" srcOrd="3" destOrd="0" parTransId="{5125449B-A474-44C9-8B49-9DCA92E7ADC1}" sibTransId="{DCB2572E-C032-44F1-9E69-7DF4A6CC916A}"/>
    <dgm:cxn modelId="{323EE5B6-D0D3-4E64-A1DD-657AA87E44D5}" srcId="{1AA5FCC2-513E-4F0A-BCA8-1F8F3F408690}" destId="{D7854187-5C3B-4EDC-895A-FF8669FF7737}" srcOrd="2" destOrd="0" parTransId="{E5131CAF-093E-4670-83C6-EF6ED86B369B}" sibTransId="{E09F7C3E-E330-4FE2-B5DA-6608E8BB514D}"/>
    <dgm:cxn modelId="{E6A8AAB9-CEFD-6149-9D2A-A45AA42C3C00}" type="presOf" srcId="{A33699CE-6366-4D63-B82B-10518189ABA4}" destId="{161101DD-8BFD-864E-A26D-69714FBDB5A7}" srcOrd="0" destOrd="0" presId="urn:microsoft.com/office/officeart/2008/layout/LinedList"/>
    <dgm:cxn modelId="{AE56A7E8-BD99-465A-BE4E-480E6C3A30B3}" srcId="{1AA5FCC2-513E-4F0A-BCA8-1F8F3F408690}" destId="{A33699CE-6366-4D63-B82B-10518189ABA4}" srcOrd="4" destOrd="0" parTransId="{BCFB5B47-325E-4CE2-AD95-41D4268D4B0A}" sibTransId="{13653C12-7A5F-41F8-BEEB-8AF748E53752}"/>
    <dgm:cxn modelId="{BDEB5104-8477-EA44-9F7B-CB818DE16763}" type="presParOf" srcId="{18913479-0228-E146-892E-C4D7DD72A256}" destId="{AC7D4BBA-3AA0-BA4F-A6C5-25559DECB7A8}" srcOrd="0" destOrd="0" presId="urn:microsoft.com/office/officeart/2008/layout/LinedList"/>
    <dgm:cxn modelId="{1DA9F92D-B896-8749-98D5-1EA5C3B0696E}" type="presParOf" srcId="{18913479-0228-E146-892E-C4D7DD72A256}" destId="{8C316DEE-A9EA-254E-A06D-C90F6CDBD5A7}" srcOrd="1" destOrd="0" presId="urn:microsoft.com/office/officeart/2008/layout/LinedList"/>
    <dgm:cxn modelId="{559DB122-DED5-D34A-9977-6F9871EE6844}" type="presParOf" srcId="{8C316DEE-A9EA-254E-A06D-C90F6CDBD5A7}" destId="{9D148778-1D49-D843-B599-507963EAC5E8}" srcOrd="0" destOrd="0" presId="urn:microsoft.com/office/officeart/2008/layout/LinedList"/>
    <dgm:cxn modelId="{36F951E0-A85B-2649-9D5C-6B0762C90053}" type="presParOf" srcId="{8C316DEE-A9EA-254E-A06D-C90F6CDBD5A7}" destId="{C7EA2BEC-C830-D643-A19B-B1D92B58441E}" srcOrd="1" destOrd="0" presId="urn:microsoft.com/office/officeart/2008/layout/LinedList"/>
    <dgm:cxn modelId="{B0739F94-E78D-2E42-9B33-6370F0F1FA9F}" type="presParOf" srcId="{18913479-0228-E146-892E-C4D7DD72A256}" destId="{C3D0B92B-D127-D847-8DA7-034B0BBAFDC9}" srcOrd="2" destOrd="0" presId="urn:microsoft.com/office/officeart/2008/layout/LinedList"/>
    <dgm:cxn modelId="{F8E3FF16-0E04-8B46-845D-F361F348643D}" type="presParOf" srcId="{18913479-0228-E146-892E-C4D7DD72A256}" destId="{3E8F5FB6-7902-C041-9F20-FA2430DC6318}" srcOrd="3" destOrd="0" presId="urn:microsoft.com/office/officeart/2008/layout/LinedList"/>
    <dgm:cxn modelId="{7E2E7F60-6CB3-F44E-9704-5316F23B2897}" type="presParOf" srcId="{3E8F5FB6-7902-C041-9F20-FA2430DC6318}" destId="{496E6141-6755-A849-8A35-D7EC39D249D8}" srcOrd="0" destOrd="0" presId="urn:microsoft.com/office/officeart/2008/layout/LinedList"/>
    <dgm:cxn modelId="{E22F527E-BC49-4742-98FB-26FF02CD7F6E}" type="presParOf" srcId="{3E8F5FB6-7902-C041-9F20-FA2430DC6318}" destId="{7066E8D8-1A6E-BF4A-B9B2-7A1B28DB0DD1}" srcOrd="1" destOrd="0" presId="urn:microsoft.com/office/officeart/2008/layout/LinedList"/>
    <dgm:cxn modelId="{1ED5E80E-999D-E64A-8030-1B6756AF3C2F}" type="presParOf" srcId="{18913479-0228-E146-892E-C4D7DD72A256}" destId="{46A0BE6C-8A14-834C-93C1-7A4845982F90}" srcOrd="4" destOrd="0" presId="urn:microsoft.com/office/officeart/2008/layout/LinedList"/>
    <dgm:cxn modelId="{55469113-9EA7-C74C-91E5-15EB0CE87E15}" type="presParOf" srcId="{18913479-0228-E146-892E-C4D7DD72A256}" destId="{BC3B6102-394D-DD49-804A-B7312256E6FA}" srcOrd="5" destOrd="0" presId="urn:microsoft.com/office/officeart/2008/layout/LinedList"/>
    <dgm:cxn modelId="{E378C17F-2930-D140-8493-CD78E947B0C3}" type="presParOf" srcId="{BC3B6102-394D-DD49-804A-B7312256E6FA}" destId="{6C7A3D3E-9589-5F48-A8BD-53852DA52434}" srcOrd="0" destOrd="0" presId="urn:microsoft.com/office/officeart/2008/layout/LinedList"/>
    <dgm:cxn modelId="{8ADFA732-250E-C34B-B962-7BCF0FED67C3}" type="presParOf" srcId="{BC3B6102-394D-DD49-804A-B7312256E6FA}" destId="{3A0B943B-BAC0-F246-98ED-362A888C7619}" srcOrd="1" destOrd="0" presId="urn:microsoft.com/office/officeart/2008/layout/LinedList"/>
    <dgm:cxn modelId="{4518E9E2-2873-6F42-B73E-C08E3A1B83A1}" type="presParOf" srcId="{18913479-0228-E146-892E-C4D7DD72A256}" destId="{2F2D4CEA-1316-CD43-B7BE-793C7D941DF1}" srcOrd="6" destOrd="0" presId="urn:microsoft.com/office/officeart/2008/layout/LinedList"/>
    <dgm:cxn modelId="{B1338E3C-BC3C-A346-BBBD-010D8F365B49}" type="presParOf" srcId="{18913479-0228-E146-892E-C4D7DD72A256}" destId="{D51DD84D-BE17-FA40-A398-C46B84C3B9C7}" srcOrd="7" destOrd="0" presId="urn:microsoft.com/office/officeart/2008/layout/LinedList"/>
    <dgm:cxn modelId="{28CE2053-0544-B149-BB08-80455DF8ACC8}" type="presParOf" srcId="{D51DD84D-BE17-FA40-A398-C46B84C3B9C7}" destId="{6B08A938-A8E7-8648-B283-2488CFECB93D}" srcOrd="0" destOrd="0" presId="urn:microsoft.com/office/officeart/2008/layout/LinedList"/>
    <dgm:cxn modelId="{203B1EEA-7080-C74E-AE84-8903D12A68B7}" type="presParOf" srcId="{D51DD84D-BE17-FA40-A398-C46B84C3B9C7}" destId="{B8D67046-033E-CD44-889A-33F6082FDAB8}" srcOrd="1" destOrd="0" presId="urn:microsoft.com/office/officeart/2008/layout/LinedList"/>
    <dgm:cxn modelId="{FFFD1A56-33BE-6A4B-B8B0-9357A938B336}" type="presParOf" srcId="{18913479-0228-E146-892E-C4D7DD72A256}" destId="{DE1F649D-E242-1B4C-BDC1-E25235F2C18B}" srcOrd="8" destOrd="0" presId="urn:microsoft.com/office/officeart/2008/layout/LinedList"/>
    <dgm:cxn modelId="{C65372BF-2F85-9D48-9907-A6A079CAE7D7}" type="presParOf" srcId="{18913479-0228-E146-892E-C4D7DD72A256}" destId="{4CAC214D-1CC4-3748-A746-75D649F2E809}" srcOrd="9" destOrd="0" presId="urn:microsoft.com/office/officeart/2008/layout/LinedList"/>
    <dgm:cxn modelId="{21CD1092-7C4F-824F-9A80-A12C2D05BF66}" type="presParOf" srcId="{4CAC214D-1CC4-3748-A746-75D649F2E809}" destId="{161101DD-8BFD-864E-A26D-69714FBDB5A7}" srcOrd="0" destOrd="0" presId="urn:microsoft.com/office/officeart/2008/layout/LinedList"/>
    <dgm:cxn modelId="{8268BE7A-E069-7749-9D10-E6640134B516}" type="presParOf" srcId="{4CAC214D-1CC4-3748-A746-75D649F2E809}" destId="{B70B14D2-9026-534C-BBED-F7DB97FE326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8CA87DCB-802B-4D42-A67B-F9A932174397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C240F1A6-F3FF-4786-931A-C0489266C1FD}">
      <dgm:prSet/>
      <dgm:spPr/>
      <dgm:t>
        <a:bodyPr/>
        <a:lstStyle/>
        <a:p>
          <a:r>
            <a:rPr lang="en-US"/>
            <a:t>Choose your target production deployment: Standard or Enterprise</a:t>
          </a:r>
        </a:p>
      </dgm:t>
    </dgm:pt>
    <dgm:pt modelId="{58D2D71A-B677-40A5-8FEF-973C21EA8220}" type="parTrans" cxnId="{F713FA85-8105-433C-A4EE-75088D87A349}">
      <dgm:prSet/>
      <dgm:spPr/>
      <dgm:t>
        <a:bodyPr/>
        <a:lstStyle/>
        <a:p>
          <a:endParaRPr lang="en-US"/>
        </a:p>
      </dgm:t>
    </dgm:pt>
    <dgm:pt modelId="{E2B250D7-BF72-444D-83A1-8BD10D2662C7}" type="sibTrans" cxnId="{F713FA85-8105-433C-A4EE-75088D87A349}">
      <dgm:prSet/>
      <dgm:spPr/>
      <dgm:t>
        <a:bodyPr/>
        <a:lstStyle/>
        <a:p>
          <a:endParaRPr lang="en-US"/>
        </a:p>
      </dgm:t>
    </dgm:pt>
    <dgm:pt modelId="{896A8382-5CBE-4F9B-AB90-C15BF37101EE}">
      <dgm:prSet/>
      <dgm:spPr/>
      <dgm:t>
        <a:bodyPr/>
        <a:lstStyle/>
        <a:p>
          <a:r>
            <a:rPr lang="en-US"/>
            <a:t>Develop and test with no license costs</a:t>
          </a:r>
        </a:p>
      </dgm:t>
    </dgm:pt>
    <dgm:pt modelId="{F551ED0D-12E9-46F7-B679-AEEC672D0BD2}" type="parTrans" cxnId="{BD1FE17A-A2CF-4725-B05C-35010CE71DCC}">
      <dgm:prSet/>
      <dgm:spPr/>
      <dgm:t>
        <a:bodyPr/>
        <a:lstStyle/>
        <a:p>
          <a:endParaRPr lang="en-US"/>
        </a:p>
      </dgm:t>
    </dgm:pt>
    <dgm:pt modelId="{F48B0112-E548-41B0-A8F5-55C4BC6D4EB4}" type="sibTrans" cxnId="{BD1FE17A-A2CF-4725-B05C-35010CE71DCC}">
      <dgm:prSet/>
      <dgm:spPr/>
      <dgm:t>
        <a:bodyPr/>
        <a:lstStyle/>
        <a:p>
          <a:endParaRPr lang="en-US"/>
        </a:p>
      </dgm:t>
    </dgm:pt>
    <dgm:pt modelId="{202948F2-B453-4C83-A300-FE411ECA3606}">
      <dgm:prSet/>
      <dgm:spPr/>
      <dgm:t>
        <a:bodyPr/>
        <a:lstStyle/>
        <a:p>
          <a:r>
            <a:rPr lang="en-US"/>
            <a:t>Features and limits now match your target deployment edition</a:t>
          </a:r>
        </a:p>
      </dgm:t>
    </dgm:pt>
    <dgm:pt modelId="{3C8E67B6-65E6-4D60-8BF0-E4AACC0DEEF1}" type="parTrans" cxnId="{B5125D3D-BCD9-4A12-8639-8C9A7A55815A}">
      <dgm:prSet/>
      <dgm:spPr/>
      <dgm:t>
        <a:bodyPr/>
        <a:lstStyle/>
        <a:p>
          <a:endParaRPr lang="en-US"/>
        </a:p>
      </dgm:t>
    </dgm:pt>
    <dgm:pt modelId="{DC5DDCB8-F29C-479A-860F-62742322E4AC}" type="sibTrans" cxnId="{B5125D3D-BCD9-4A12-8639-8C9A7A55815A}">
      <dgm:prSet/>
      <dgm:spPr/>
      <dgm:t>
        <a:bodyPr/>
        <a:lstStyle/>
        <a:p>
          <a:endParaRPr lang="en-US"/>
        </a:p>
      </dgm:t>
    </dgm:pt>
    <dgm:pt modelId="{CAE848B3-9C7B-4104-8BB5-BC0236437403}">
      <dgm:prSet/>
      <dgm:spPr/>
      <dgm:t>
        <a:bodyPr/>
        <a:lstStyle/>
        <a:p>
          <a:r>
            <a:rPr lang="en-US"/>
            <a:t>Two flavors: </a:t>
          </a:r>
          <a:r>
            <a:rPr lang="en-US" b="1"/>
            <a:t>Developer Standard Edition </a:t>
          </a:r>
          <a:r>
            <a:rPr lang="en-US"/>
            <a:t>and Developer Enterprise Edition</a:t>
          </a:r>
        </a:p>
      </dgm:t>
    </dgm:pt>
    <dgm:pt modelId="{46A1423F-3AEF-4024-A4D5-5B2040E2FC1B}" type="parTrans" cxnId="{12EFE244-376D-4D40-9467-F923E325FE40}">
      <dgm:prSet/>
      <dgm:spPr/>
      <dgm:t>
        <a:bodyPr/>
        <a:lstStyle/>
        <a:p>
          <a:endParaRPr lang="en-US"/>
        </a:p>
      </dgm:t>
    </dgm:pt>
    <dgm:pt modelId="{FD847F88-893D-442A-B911-4B74CDB51B2D}" type="sibTrans" cxnId="{12EFE244-376D-4D40-9467-F923E325FE40}">
      <dgm:prSet/>
      <dgm:spPr/>
      <dgm:t>
        <a:bodyPr/>
        <a:lstStyle/>
        <a:p>
          <a:endParaRPr lang="en-US"/>
        </a:p>
      </dgm:t>
    </dgm:pt>
    <dgm:pt modelId="{072E5CA4-67AB-8349-A9C7-F100ECA878F1}" type="pres">
      <dgm:prSet presAssocID="{8CA87DCB-802B-4D42-A67B-F9A932174397}" presName="vert0" presStyleCnt="0">
        <dgm:presLayoutVars>
          <dgm:dir/>
          <dgm:animOne val="branch"/>
          <dgm:animLvl val="lvl"/>
        </dgm:presLayoutVars>
      </dgm:prSet>
      <dgm:spPr/>
    </dgm:pt>
    <dgm:pt modelId="{7F628B34-0773-8647-AA46-A475C865285B}" type="pres">
      <dgm:prSet presAssocID="{C240F1A6-F3FF-4786-931A-C0489266C1FD}" presName="thickLine" presStyleLbl="alignNode1" presStyleIdx="0" presStyleCnt="4"/>
      <dgm:spPr/>
    </dgm:pt>
    <dgm:pt modelId="{9D4908C9-18DD-F34D-8976-4629604C929B}" type="pres">
      <dgm:prSet presAssocID="{C240F1A6-F3FF-4786-931A-C0489266C1FD}" presName="horz1" presStyleCnt="0"/>
      <dgm:spPr/>
    </dgm:pt>
    <dgm:pt modelId="{FF7E6BF5-AA6F-2440-9D74-5C4890B7C7EC}" type="pres">
      <dgm:prSet presAssocID="{C240F1A6-F3FF-4786-931A-C0489266C1FD}" presName="tx1" presStyleLbl="revTx" presStyleIdx="0" presStyleCnt="4"/>
      <dgm:spPr/>
    </dgm:pt>
    <dgm:pt modelId="{291F5032-617C-6A4C-9A34-12E63ED436F9}" type="pres">
      <dgm:prSet presAssocID="{C240F1A6-F3FF-4786-931A-C0489266C1FD}" presName="vert1" presStyleCnt="0"/>
      <dgm:spPr/>
    </dgm:pt>
    <dgm:pt modelId="{8A6343A1-0A1E-EB49-877E-DD1236ED9B80}" type="pres">
      <dgm:prSet presAssocID="{896A8382-5CBE-4F9B-AB90-C15BF37101EE}" presName="thickLine" presStyleLbl="alignNode1" presStyleIdx="1" presStyleCnt="4"/>
      <dgm:spPr/>
    </dgm:pt>
    <dgm:pt modelId="{D742BC3D-071E-AE45-9917-1D9D72B3C448}" type="pres">
      <dgm:prSet presAssocID="{896A8382-5CBE-4F9B-AB90-C15BF37101EE}" presName="horz1" presStyleCnt="0"/>
      <dgm:spPr/>
    </dgm:pt>
    <dgm:pt modelId="{F20A9814-0E0A-A54F-B4EB-D0CD8E389CED}" type="pres">
      <dgm:prSet presAssocID="{896A8382-5CBE-4F9B-AB90-C15BF37101EE}" presName="tx1" presStyleLbl="revTx" presStyleIdx="1" presStyleCnt="4"/>
      <dgm:spPr/>
    </dgm:pt>
    <dgm:pt modelId="{DEED988A-FFF1-4243-8928-ED19BEC27F33}" type="pres">
      <dgm:prSet presAssocID="{896A8382-5CBE-4F9B-AB90-C15BF37101EE}" presName="vert1" presStyleCnt="0"/>
      <dgm:spPr/>
    </dgm:pt>
    <dgm:pt modelId="{B52A28B6-0088-0541-ACCD-7D6AC696E9DD}" type="pres">
      <dgm:prSet presAssocID="{202948F2-B453-4C83-A300-FE411ECA3606}" presName="thickLine" presStyleLbl="alignNode1" presStyleIdx="2" presStyleCnt="4"/>
      <dgm:spPr/>
    </dgm:pt>
    <dgm:pt modelId="{02CC55BD-1ED6-B941-8EC5-91D92F691FA2}" type="pres">
      <dgm:prSet presAssocID="{202948F2-B453-4C83-A300-FE411ECA3606}" presName="horz1" presStyleCnt="0"/>
      <dgm:spPr/>
    </dgm:pt>
    <dgm:pt modelId="{7F8583F6-748D-3F4D-A66D-23C2782D66A8}" type="pres">
      <dgm:prSet presAssocID="{202948F2-B453-4C83-A300-FE411ECA3606}" presName="tx1" presStyleLbl="revTx" presStyleIdx="2" presStyleCnt="4"/>
      <dgm:spPr/>
    </dgm:pt>
    <dgm:pt modelId="{070AD93E-F9D1-2248-A73F-7AC9F3999173}" type="pres">
      <dgm:prSet presAssocID="{202948F2-B453-4C83-A300-FE411ECA3606}" presName="vert1" presStyleCnt="0"/>
      <dgm:spPr/>
    </dgm:pt>
    <dgm:pt modelId="{36F23D3F-C652-4E4E-B2E4-E994DC73B9C9}" type="pres">
      <dgm:prSet presAssocID="{CAE848B3-9C7B-4104-8BB5-BC0236437403}" presName="thickLine" presStyleLbl="alignNode1" presStyleIdx="3" presStyleCnt="4"/>
      <dgm:spPr/>
    </dgm:pt>
    <dgm:pt modelId="{EF8B9358-FA95-F947-A551-66F521FF19EF}" type="pres">
      <dgm:prSet presAssocID="{CAE848B3-9C7B-4104-8BB5-BC0236437403}" presName="horz1" presStyleCnt="0"/>
      <dgm:spPr/>
    </dgm:pt>
    <dgm:pt modelId="{03BD5A40-E822-204D-921E-F6DCA6C1D94A}" type="pres">
      <dgm:prSet presAssocID="{CAE848B3-9C7B-4104-8BB5-BC0236437403}" presName="tx1" presStyleLbl="revTx" presStyleIdx="3" presStyleCnt="4"/>
      <dgm:spPr/>
    </dgm:pt>
    <dgm:pt modelId="{399F8B3E-38DE-3248-9944-B9B44DDA8028}" type="pres">
      <dgm:prSet presAssocID="{CAE848B3-9C7B-4104-8BB5-BC0236437403}" presName="vert1" presStyleCnt="0"/>
      <dgm:spPr/>
    </dgm:pt>
  </dgm:ptLst>
  <dgm:cxnLst>
    <dgm:cxn modelId="{D643EA29-590D-8942-BBAE-79103323B135}" type="presOf" srcId="{CAE848B3-9C7B-4104-8BB5-BC0236437403}" destId="{03BD5A40-E822-204D-921E-F6DCA6C1D94A}" srcOrd="0" destOrd="0" presId="urn:microsoft.com/office/officeart/2008/layout/LinedList"/>
    <dgm:cxn modelId="{9A2DF136-90DD-C445-95FA-69F49AC5FCC0}" type="presOf" srcId="{8CA87DCB-802B-4D42-A67B-F9A932174397}" destId="{072E5CA4-67AB-8349-A9C7-F100ECA878F1}" srcOrd="0" destOrd="0" presId="urn:microsoft.com/office/officeart/2008/layout/LinedList"/>
    <dgm:cxn modelId="{B5125D3D-BCD9-4A12-8639-8C9A7A55815A}" srcId="{8CA87DCB-802B-4D42-A67B-F9A932174397}" destId="{202948F2-B453-4C83-A300-FE411ECA3606}" srcOrd="2" destOrd="0" parTransId="{3C8E67B6-65E6-4D60-8BF0-E4AACC0DEEF1}" sibTransId="{DC5DDCB8-F29C-479A-860F-62742322E4AC}"/>
    <dgm:cxn modelId="{12EFE244-376D-4D40-9467-F923E325FE40}" srcId="{8CA87DCB-802B-4D42-A67B-F9A932174397}" destId="{CAE848B3-9C7B-4104-8BB5-BC0236437403}" srcOrd="3" destOrd="0" parTransId="{46A1423F-3AEF-4024-A4D5-5B2040E2FC1B}" sibTransId="{FD847F88-893D-442A-B911-4B74CDB51B2D}"/>
    <dgm:cxn modelId="{BD1FE17A-A2CF-4725-B05C-35010CE71DCC}" srcId="{8CA87DCB-802B-4D42-A67B-F9A932174397}" destId="{896A8382-5CBE-4F9B-AB90-C15BF37101EE}" srcOrd="1" destOrd="0" parTransId="{F551ED0D-12E9-46F7-B679-AEEC672D0BD2}" sibTransId="{F48B0112-E548-41B0-A8F5-55C4BC6D4EB4}"/>
    <dgm:cxn modelId="{F713FA85-8105-433C-A4EE-75088D87A349}" srcId="{8CA87DCB-802B-4D42-A67B-F9A932174397}" destId="{C240F1A6-F3FF-4786-931A-C0489266C1FD}" srcOrd="0" destOrd="0" parTransId="{58D2D71A-B677-40A5-8FEF-973C21EA8220}" sibTransId="{E2B250D7-BF72-444D-83A1-8BD10D2662C7}"/>
    <dgm:cxn modelId="{4AE4078A-9E7D-5F48-BFBF-16DAF9ACA64A}" type="presOf" srcId="{896A8382-5CBE-4F9B-AB90-C15BF37101EE}" destId="{F20A9814-0E0A-A54F-B4EB-D0CD8E389CED}" srcOrd="0" destOrd="0" presId="urn:microsoft.com/office/officeart/2008/layout/LinedList"/>
    <dgm:cxn modelId="{CD0675A7-6A59-4A41-B19D-365E81CE8C43}" type="presOf" srcId="{C240F1A6-F3FF-4786-931A-C0489266C1FD}" destId="{FF7E6BF5-AA6F-2440-9D74-5C4890B7C7EC}" srcOrd="0" destOrd="0" presId="urn:microsoft.com/office/officeart/2008/layout/LinedList"/>
    <dgm:cxn modelId="{8F928DE6-D43F-3F4A-A99E-7CFB5B933BE1}" type="presOf" srcId="{202948F2-B453-4C83-A300-FE411ECA3606}" destId="{7F8583F6-748D-3F4D-A66D-23C2782D66A8}" srcOrd="0" destOrd="0" presId="urn:microsoft.com/office/officeart/2008/layout/LinedList"/>
    <dgm:cxn modelId="{D8ADC93E-AC32-0A4F-9B26-F2B0C4552ECD}" type="presParOf" srcId="{072E5CA4-67AB-8349-A9C7-F100ECA878F1}" destId="{7F628B34-0773-8647-AA46-A475C865285B}" srcOrd="0" destOrd="0" presId="urn:microsoft.com/office/officeart/2008/layout/LinedList"/>
    <dgm:cxn modelId="{23B2D6FF-D786-4D42-B7B1-E97314352D3B}" type="presParOf" srcId="{072E5CA4-67AB-8349-A9C7-F100ECA878F1}" destId="{9D4908C9-18DD-F34D-8976-4629604C929B}" srcOrd="1" destOrd="0" presId="urn:microsoft.com/office/officeart/2008/layout/LinedList"/>
    <dgm:cxn modelId="{7A9CC4F5-FD30-E74F-A679-264C574509A0}" type="presParOf" srcId="{9D4908C9-18DD-F34D-8976-4629604C929B}" destId="{FF7E6BF5-AA6F-2440-9D74-5C4890B7C7EC}" srcOrd="0" destOrd="0" presId="urn:microsoft.com/office/officeart/2008/layout/LinedList"/>
    <dgm:cxn modelId="{CCF130D6-0D2D-A74F-ADA7-A365097B32FB}" type="presParOf" srcId="{9D4908C9-18DD-F34D-8976-4629604C929B}" destId="{291F5032-617C-6A4C-9A34-12E63ED436F9}" srcOrd="1" destOrd="0" presId="urn:microsoft.com/office/officeart/2008/layout/LinedList"/>
    <dgm:cxn modelId="{77E816F0-9587-EC4D-8989-532D76DE220A}" type="presParOf" srcId="{072E5CA4-67AB-8349-A9C7-F100ECA878F1}" destId="{8A6343A1-0A1E-EB49-877E-DD1236ED9B80}" srcOrd="2" destOrd="0" presId="urn:microsoft.com/office/officeart/2008/layout/LinedList"/>
    <dgm:cxn modelId="{B7B3E470-65F8-A446-839E-EF301CBA067B}" type="presParOf" srcId="{072E5CA4-67AB-8349-A9C7-F100ECA878F1}" destId="{D742BC3D-071E-AE45-9917-1D9D72B3C448}" srcOrd="3" destOrd="0" presId="urn:microsoft.com/office/officeart/2008/layout/LinedList"/>
    <dgm:cxn modelId="{9ED2CFDA-91AE-A74F-AADC-38B0BD6665BC}" type="presParOf" srcId="{D742BC3D-071E-AE45-9917-1D9D72B3C448}" destId="{F20A9814-0E0A-A54F-B4EB-D0CD8E389CED}" srcOrd="0" destOrd="0" presId="urn:microsoft.com/office/officeart/2008/layout/LinedList"/>
    <dgm:cxn modelId="{AC706379-3ACA-9048-BD45-B2D7E117E2CD}" type="presParOf" srcId="{D742BC3D-071E-AE45-9917-1D9D72B3C448}" destId="{DEED988A-FFF1-4243-8928-ED19BEC27F33}" srcOrd="1" destOrd="0" presId="urn:microsoft.com/office/officeart/2008/layout/LinedList"/>
    <dgm:cxn modelId="{7A335D47-953F-7546-9C10-90ED38C403F3}" type="presParOf" srcId="{072E5CA4-67AB-8349-A9C7-F100ECA878F1}" destId="{B52A28B6-0088-0541-ACCD-7D6AC696E9DD}" srcOrd="4" destOrd="0" presId="urn:microsoft.com/office/officeart/2008/layout/LinedList"/>
    <dgm:cxn modelId="{084AABFB-FB5F-5049-934C-3E5DF22E7ACA}" type="presParOf" srcId="{072E5CA4-67AB-8349-A9C7-F100ECA878F1}" destId="{02CC55BD-1ED6-B941-8EC5-91D92F691FA2}" srcOrd="5" destOrd="0" presId="urn:microsoft.com/office/officeart/2008/layout/LinedList"/>
    <dgm:cxn modelId="{9B430A89-4EFD-6C47-82FB-9FEA5C3677DE}" type="presParOf" srcId="{02CC55BD-1ED6-B941-8EC5-91D92F691FA2}" destId="{7F8583F6-748D-3F4D-A66D-23C2782D66A8}" srcOrd="0" destOrd="0" presId="urn:microsoft.com/office/officeart/2008/layout/LinedList"/>
    <dgm:cxn modelId="{C7F5A52D-4B46-8446-A1D3-89D9C3E6B2B0}" type="presParOf" srcId="{02CC55BD-1ED6-B941-8EC5-91D92F691FA2}" destId="{070AD93E-F9D1-2248-A73F-7AC9F3999173}" srcOrd="1" destOrd="0" presId="urn:microsoft.com/office/officeart/2008/layout/LinedList"/>
    <dgm:cxn modelId="{C89F7BB4-68F9-D14F-9264-227FB332EFB9}" type="presParOf" srcId="{072E5CA4-67AB-8349-A9C7-F100ECA878F1}" destId="{36F23D3F-C652-4E4E-B2E4-E994DC73B9C9}" srcOrd="6" destOrd="0" presId="urn:microsoft.com/office/officeart/2008/layout/LinedList"/>
    <dgm:cxn modelId="{F48459F8-499E-A14B-92D4-300712D85D29}" type="presParOf" srcId="{072E5CA4-67AB-8349-A9C7-F100ECA878F1}" destId="{EF8B9358-FA95-F947-A551-66F521FF19EF}" srcOrd="7" destOrd="0" presId="urn:microsoft.com/office/officeart/2008/layout/LinedList"/>
    <dgm:cxn modelId="{D0708CDB-F683-B949-B22E-2ADC78082698}" type="presParOf" srcId="{EF8B9358-FA95-F947-A551-66F521FF19EF}" destId="{03BD5A40-E822-204D-921E-F6DCA6C1D94A}" srcOrd="0" destOrd="0" presId="urn:microsoft.com/office/officeart/2008/layout/LinedList"/>
    <dgm:cxn modelId="{56805C67-1406-B243-9DF2-DDB2CE039A89}" type="presParOf" srcId="{EF8B9358-FA95-F947-A551-66F521FF19EF}" destId="{399F8B3E-38DE-3248-9944-B9B44DDA802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24226EE8-F3D3-4381-8CF6-48D7BF7ADEF6}" type="doc">
      <dgm:prSet loTypeId="urn:microsoft.com/office/officeart/2005/8/layout/vList2" loCatId="list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59D244F1-CAE3-4429-84A4-DE029BABFCAC}">
      <dgm:prSet/>
      <dgm:spPr/>
      <dgm:t>
        <a:bodyPr/>
        <a:lstStyle/>
        <a:p>
          <a:r>
            <a:rPr lang="en-US" dirty="0"/>
            <a:t>SQL Server 2025 is now Generally Available (CU8 is current from August 13)</a:t>
          </a:r>
        </a:p>
      </dgm:t>
    </dgm:pt>
    <dgm:pt modelId="{163DC317-02A8-419E-91BD-AB7A9DAD90D7}" type="parTrans" cxnId="{8E4135A4-C2BA-4FF0-9310-4342FF0AF78D}">
      <dgm:prSet/>
      <dgm:spPr/>
      <dgm:t>
        <a:bodyPr/>
        <a:lstStyle/>
        <a:p>
          <a:endParaRPr lang="en-US"/>
        </a:p>
      </dgm:t>
    </dgm:pt>
    <dgm:pt modelId="{CFA0B8BF-4341-4477-BCF9-935A151AEDDF}" type="sibTrans" cxnId="{8E4135A4-C2BA-4FF0-9310-4342FF0AF78D}">
      <dgm:prSet/>
      <dgm:spPr/>
      <dgm:t>
        <a:bodyPr/>
        <a:lstStyle/>
        <a:p>
          <a:endParaRPr lang="en-US"/>
        </a:p>
      </dgm:t>
    </dgm:pt>
    <dgm:pt modelId="{7B6A27F7-FB30-4697-AB54-16EE3B7CECA6}">
      <dgm:prSet/>
      <dgm:spPr/>
      <dgm:t>
        <a:bodyPr/>
        <a:lstStyle/>
        <a:p>
          <a:r>
            <a:rPr lang="en-US"/>
            <a:t>Upgrade methods same as previous releases</a:t>
          </a:r>
        </a:p>
      </dgm:t>
    </dgm:pt>
    <dgm:pt modelId="{E062160B-3730-4861-B566-8BAA3885B238}" type="parTrans" cxnId="{8C4881CB-CDB2-4519-83F2-C00F51ABAEE4}">
      <dgm:prSet/>
      <dgm:spPr/>
      <dgm:t>
        <a:bodyPr/>
        <a:lstStyle/>
        <a:p>
          <a:endParaRPr lang="en-US"/>
        </a:p>
      </dgm:t>
    </dgm:pt>
    <dgm:pt modelId="{9A4E70D0-3264-4CA0-AAD6-DC618A1FF569}" type="sibTrans" cxnId="{8C4881CB-CDB2-4519-83F2-C00F51ABAEE4}">
      <dgm:prSet/>
      <dgm:spPr/>
      <dgm:t>
        <a:bodyPr/>
        <a:lstStyle/>
        <a:p>
          <a:endParaRPr lang="en-US"/>
        </a:p>
      </dgm:t>
    </dgm:pt>
    <dgm:pt modelId="{56417D12-B2B6-4525-9AE7-6EF2F6A4EA85}">
      <dgm:prSet/>
      <dgm:spPr/>
      <dgm:t>
        <a:bodyPr/>
        <a:lstStyle/>
        <a:p>
          <a:r>
            <a:rPr lang="en-US" dirty="0"/>
            <a:t>Requires Windows Server 2019 or higher, check your Linux versions</a:t>
          </a:r>
        </a:p>
      </dgm:t>
    </dgm:pt>
    <dgm:pt modelId="{3D9D69DC-310F-454B-8952-BED14D51F6F9}" type="parTrans" cxnId="{4C312394-4959-4FDB-94CC-2F8F076F85F6}">
      <dgm:prSet/>
      <dgm:spPr/>
      <dgm:t>
        <a:bodyPr/>
        <a:lstStyle/>
        <a:p>
          <a:endParaRPr lang="en-US"/>
        </a:p>
      </dgm:t>
    </dgm:pt>
    <dgm:pt modelId="{05656DB4-65C4-444C-9A37-17536926BFAE}" type="sibTrans" cxnId="{4C312394-4959-4FDB-94CC-2F8F076F85F6}">
      <dgm:prSet/>
      <dgm:spPr/>
      <dgm:t>
        <a:bodyPr/>
        <a:lstStyle/>
        <a:p>
          <a:endParaRPr lang="en-US"/>
        </a:p>
      </dgm:t>
    </dgm:pt>
    <dgm:pt modelId="{6A3495B5-BB35-1C42-A737-8B688B913A02}" type="pres">
      <dgm:prSet presAssocID="{24226EE8-F3D3-4381-8CF6-48D7BF7ADEF6}" presName="linear" presStyleCnt="0">
        <dgm:presLayoutVars>
          <dgm:animLvl val="lvl"/>
          <dgm:resizeHandles val="exact"/>
        </dgm:presLayoutVars>
      </dgm:prSet>
      <dgm:spPr/>
    </dgm:pt>
    <dgm:pt modelId="{5A6C5314-C45F-5A42-8DA5-FF4BFDD166A5}" type="pres">
      <dgm:prSet presAssocID="{59D244F1-CAE3-4429-84A4-DE029BABFCAC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E6BF77CA-21F2-7F42-887E-0016C8965AD7}" type="pres">
      <dgm:prSet presAssocID="{CFA0B8BF-4341-4477-BCF9-935A151AEDDF}" presName="spacer" presStyleCnt="0"/>
      <dgm:spPr/>
    </dgm:pt>
    <dgm:pt modelId="{7E458CB0-C7F5-4045-83E4-0F97A96E20D8}" type="pres">
      <dgm:prSet presAssocID="{7B6A27F7-FB30-4697-AB54-16EE3B7CECA6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7F01B092-A789-9C4E-8EEC-6EBDE1821E8F}" type="pres">
      <dgm:prSet presAssocID="{9A4E70D0-3264-4CA0-AAD6-DC618A1FF569}" presName="spacer" presStyleCnt="0"/>
      <dgm:spPr/>
    </dgm:pt>
    <dgm:pt modelId="{96843D2B-D0B4-4447-845A-CF9C63188772}" type="pres">
      <dgm:prSet presAssocID="{56417D12-B2B6-4525-9AE7-6EF2F6A4EA85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ED9BCD37-75C3-0F44-9B6E-A4D5E2DB37C8}" type="presOf" srcId="{24226EE8-F3D3-4381-8CF6-48D7BF7ADEF6}" destId="{6A3495B5-BB35-1C42-A737-8B688B913A02}" srcOrd="0" destOrd="0" presId="urn:microsoft.com/office/officeart/2005/8/layout/vList2"/>
    <dgm:cxn modelId="{F625B83A-38CF-524E-8EA6-C12036B5D6CE}" type="presOf" srcId="{59D244F1-CAE3-4429-84A4-DE029BABFCAC}" destId="{5A6C5314-C45F-5A42-8DA5-FF4BFDD166A5}" srcOrd="0" destOrd="0" presId="urn:microsoft.com/office/officeart/2005/8/layout/vList2"/>
    <dgm:cxn modelId="{4C312394-4959-4FDB-94CC-2F8F076F85F6}" srcId="{24226EE8-F3D3-4381-8CF6-48D7BF7ADEF6}" destId="{56417D12-B2B6-4525-9AE7-6EF2F6A4EA85}" srcOrd="2" destOrd="0" parTransId="{3D9D69DC-310F-454B-8952-BED14D51F6F9}" sibTransId="{05656DB4-65C4-444C-9A37-17536926BFAE}"/>
    <dgm:cxn modelId="{8E4135A4-C2BA-4FF0-9310-4342FF0AF78D}" srcId="{24226EE8-F3D3-4381-8CF6-48D7BF7ADEF6}" destId="{59D244F1-CAE3-4429-84A4-DE029BABFCAC}" srcOrd="0" destOrd="0" parTransId="{163DC317-02A8-419E-91BD-AB7A9DAD90D7}" sibTransId="{CFA0B8BF-4341-4477-BCF9-935A151AEDDF}"/>
    <dgm:cxn modelId="{3DDE84A4-E060-CE47-8C96-0118A23BC6E5}" type="presOf" srcId="{56417D12-B2B6-4525-9AE7-6EF2F6A4EA85}" destId="{96843D2B-D0B4-4447-845A-CF9C63188772}" srcOrd="0" destOrd="0" presId="urn:microsoft.com/office/officeart/2005/8/layout/vList2"/>
    <dgm:cxn modelId="{C0C47AAC-538B-6D40-A646-47E02F170B8E}" type="presOf" srcId="{7B6A27F7-FB30-4697-AB54-16EE3B7CECA6}" destId="{7E458CB0-C7F5-4045-83E4-0F97A96E20D8}" srcOrd="0" destOrd="0" presId="urn:microsoft.com/office/officeart/2005/8/layout/vList2"/>
    <dgm:cxn modelId="{8C4881CB-CDB2-4519-83F2-C00F51ABAEE4}" srcId="{24226EE8-F3D3-4381-8CF6-48D7BF7ADEF6}" destId="{7B6A27F7-FB30-4697-AB54-16EE3B7CECA6}" srcOrd="1" destOrd="0" parTransId="{E062160B-3730-4861-B566-8BAA3885B238}" sibTransId="{9A4E70D0-3264-4CA0-AAD6-DC618A1FF569}"/>
    <dgm:cxn modelId="{CD635D0F-6B63-8640-A5B8-ED0C9CF7BA37}" type="presParOf" srcId="{6A3495B5-BB35-1C42-A737-8B688B913A02}" destId="{5A6C5314-C45F-5A42-8DA5-FF4BFDD166A5}" srcOrd="0" destOrd="0" presId="urn:microsoft.com/office/officeart/2005/8/layout/vList2"/>
    <dgm:cxn modelId="{CFA03E34-360F-FA49-A7D1-B53B7ADD67F6}" type="presParOf" srcId="{6A3495B5-BB35-1C42-A737-8B688B913A02}" destId="{E6BF77CA-21F2-7F42-887E-0016C8965AD7}" srcOrd="1" destOrd="0" presId="urn:microsoft.com/office/officeart/2005/8/layout/vList2"/>
    <dgm:cxn modelId="{FFE11EBC-9FEE-1B4D-A93C-640719DCBD5E}" type="presParOf" srcId="{6A3495B5-BB35-1C42-A737-8B688B913A02}" destId="{7E458CB0-C7F5-4045-83E4-0F97A96E20D8}" srcOrd="2" destOrd="0" presId="urn:microsoft.com/office/officeart/2005/8/layout/vList2"/>
    <dgm:cxn modelId="{12A9EF0B-F711-6047-B295-E19458968AF5}" type="presParOf" srcId="{6A3495B5-BB35-1C42-A737-8B688B913A02}" destId="{7F01B092-A789-9C4E-8EEC-6EBDE1821E8F}" srcOrd="3" destOrd="0" presId="urn:microsoft.com/office/officeart/2005/8/layout/vList2"/>
    <dgm:cxn modelId="{5AF667C6-F498-564F-A350-5B25D3E33DB4}" type="presParOf" srcId="{6A3495B5-BB35-1C42-A737-8B688B913A02}" destId="{96843D2B-D0B4-4447-845A-CF9C63188772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479ED76C-5C42-46C9-A385-A45860DE8F4A}" type="doc">
      <dgm:prSet loTypeId="urn:microsoft.com/office/officeart/2008/layout/LinedList" loCatId="list" qsTypeId="urn:microsoft.com/office/officeart/2005/8/quickstyle/simple2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4596EA39-A02F-4B69-9BC5-12E2DDB7A6E8}">
      <dgm:prSet/>
      <dgm:spPr/>
      <dgm:t>
        <a:bodyPr/>
        <a:lstStyle/>
        <a:p>
          <a:r>
            <a:rPr lang="en-US"/>
            <a:t>No pricing or licensing changes for SQL Server</a:t>
          </a:r>
        </a:p>
      </dgm:t>
    </dgm:pt>
    <dgm:pt modelId="{CFE9D3B5-F20B-41BA-8C33-D46A4C88BCEE}" type="parTrans" cxnId="{3EAC764A-73EA-4184-BC56-4E165BE052E1}">
      <dgm:prSet/>
      <dgm:spPr/>
      <dgm:t>
        <a:bodyPr/>
        <a:lstStyle/>
        <a:p>
          <a:endParaRPr lang="en-US"/>
        </a:p>
      </dgm:t>
    </dgm:pt>
    <dgm:pt modelId="{A6F59B5E-8970-4F79-B559-0F53D90AE289}" type="sibTrans" cxnId="{3EAC764A-73EA-4184-BC56-4E165BE052E1}">
      <dgm:prSet/>
      <dgm:spPr/>
      <dgm:t>
        <a:bodyPr/>
        <a:lstStyle/>
        <a:p>
          <a:endParaRPr lang="en-US"/>
        </a:p>
      </dgm:t>
    </dgm:pt>
    <dgm:pt modelId="{6330F41B-1463-4ADF-A820-681DE8B342CF}">
      <dgm:prSet/>
      <dgm:spPr/>
      <dgm:t>
        <a:bodyPr/>
        <a:lstStyle/>
        <a:p>
          <a:r>
            <a:rPr lang="en-US" b="1"/>
            <a:t>Express:</a:t>
          </a:r>
          <a:r>
            <a:rPr lang="en-US"/>
            <a:t> Now supports 50GB database, many new features included</a:t>
          </a:r>
        </a:p>
      </dgm:t>
    </dgm:pt>
    <dgm:pt modelId="{B0B6E2FF-7ABD-4902-BCFE-EEFA2D7DBF7B}" type="parTrans" cxnId="{0B237332-3615-4304-88D4-418C5841066C}">
      <dgm:prSet/>
      <dgm:spPr/>
      <dgm:t>
        <a:bodyPr/>
        <a:lstStyle/>
        <a:p>
          <a:endParaRPr lang="en-US"/>
        </a:p>
      </dgm:t>
    </dgm:pt>
    <dgm:pt modelId="{A5AFF879-28AE-4035-AC4A-E7D12804C4E8}" type="sibTrans" cxnId="{0B237332-3615-4304-88D4-418C5841066C}">
      <dgm:prSet/>
      <dgm:spPr/>
      <dgm:t>
        <a:bodyPr/>
        <a:lstStyle/>
        <a:p>
          <a:endParaRPr lang="en-US"/>
        </a:p>
      </dgm:t>
    </dgm:pt>
    <dgm:pt modelId="{8A76A877-E988-4AA5-8597-02CDBAD7C714}">
      <dgm:prSet/>
      <dgm:spPr/>
      <dgm:t>
        <a:bodyPr/>
        <a:lstStyle/>
        <a:p>
          <a:r>
            <a:rPr lang="en-US" b="1"/>
            <a:t>Standard:</a:t>
          </a:r>
          <a:r>
            <a:rPr lang="en-US"/>
            <a:t> Core limit increased from 24 → 32, memory from 128GB → 256GB, full Resource Governor</a:t>
          </a:r>
        </a:p>
      </dgm:t>
    </dgm:pt>
    <dgm:pt modelId="{C014306E-F85F-4CDD-A1B3-29DD3FC2F729}" type="parTrans" cxnId="{2DEBEB6A-B0FE-467F-801A-39184F93707D}">
      <dgm:prSet/>
      <dgm:spPr/>
      <dgm:t>
        <a:bodyPr/>
        <a:lstStyle/>
        <a:p>
          <a:endParaRPr lang="en-US"/>
        </a:p>
      </dgm:t>
    </dgm:pt>
    <dgm:pt modelId="{6611C431-1F10-4557-B312-3DDF054261EA}" type="sibTrans" cxnId="{2DEBEB6A-B0FE-467F-801A-39184F93707D}">
      <dgm:prSet/>
      <dgm:spPr/>
      <dgm:t>
        <a:bodyPr/>
        <a:lstStyle/>
        <a:p>
          <a:endParaRPr lang="en-US"/>
        </a:p>
      </dgm:t>
    </dgm:pt>
    <dgm:pt modelId="{E0FE9046-08BB-477E-83EF-80773E641574}">
      <dgm:prSet/>
      <dgm:spPr/>
      <dgm:t>
        <a:bodyPr/>
        <a:lstStyle/>
        <a:p>
          <a:r>
            <a:rPr lang="en-US" b="0" dirty="0"/>
            <a:t>All new </a:t>
          </a:r>
          <a:r>
            <a:rPr lang="en-US" b="1" dirty="0"/>
            <a:t>features </a:t>
          </a:r>
          <a:r>
            <a:rPr lang="en-US" b="0" dirty="0"/>
            <a:t>are in both </a:t>
          </a:r>
          <a:r>
            <a:rPr lang="en-US" b="1" dirty="0"/>
            <a:t>Standard and Enterprise Editions</a:t>
          </a:r>
          <a:endParaRPr lang="en-US" b="0" dirty="0"/>
        </a:p>
      </dgm:t>
    </dgm:pt>
    <dgm:pt modelId="{FF376AA9-3F98-4AC5-9EBF-C2800C420FE2}" type="parTrans" cxnId="{7C0CA54A-3DC1-4BA5-B5CF-D2718957D115}">
      <dgm:prSet/>
      <dgm:spPr/>
      <dgm:t>
        <a:bodyPr/>
        <a:lstStyle/>
        <a:p>
          <a:endParaRPr lang="en-US"/>
        </a:p>
      </dgm:t>
    </dgm:pt>
    <dgm:pt modelId="{C8DED508-5532-4DB1-831D-D150665EC2A4}" type="sibTrans" cxnId="{7C0CA54A-3DC1-4BA5-B5CF-D2718957D115}">
      <dgm:prSet/>
      <dgm:spPr/>
      <dgm:t>
        <a:bodyPr/>
        <a:lstStyle/>
        <a:p>
          <a:endParaRPr lang="en-US"/>
        </a:p>
      </dgm:t>
    </dgm:pt>
    <dgm:pt modelId="{F026FD0F-8151-5B4C-BD35-54DD468F0046}" type="pres">
      <dgm:prSet presAssocID="{479ED76C-5C42-46C9-A385-A45860DE8F4A}" presName="vert0" presStyleCnt="0">
        <dgm:presLayoutVars>
          <dgm:dir/>
          <dgm:animOne val="branch"/>
          <dgm:animLvl val="lvl"/>
        </dgm:presLayoutVars>
      </dgm:prSet>
      <dgm:spPr/>
    </dgm:pt>
    <dgm:pt modelId="{34263D15-1328-BC49-853D-E9885DADA9ED}" type="pres">
      <dgm:prSet presAssocID="{4596EA39-A02F-4B69-9BC5-12E2DDB7A6E8}" presName="thickLine" presStyleLbl="alignNode1" presStyleIdx="0" presStyleCnt="4"/>
      <dgm:spPr/>
    </dgm:pt>
    <dgm:pt modelId="{E0716B4D-088F-4549-BB26-34D78A2838C1}" type="pres">
      <dgm:prSet presAssocID="{4596EA39-A02F-4B69-9BC5-12E2DDB7A6E8}" presName="horz1" presStyleCnt="0"/>
      <dgm:spPr/>
    </dgm:pt>
    <dgm:pt modelId="{997EAF3D-3879-F648-85E9-C541984FBDB5}" type="pres">
      <dgm:prSet presAssocID="{4596EA39-A02F-4B69-9BC5-12E2DDB7A6E8}" presName="tx1" presStyleLbl="revTx" presStyleIdx="0" presStyleCnt="4"/>
      <dgm:spPr/>
    </dgm:pt>
    <dgm:pt modelId="{8A7FA7DD-8A45-D244-8766-CB8BDB0C8512}" type="pres">
      <dgm:prSet presAssocID="{4596EA39-A02F-4B69-9BC5-12E2DDB7A6E8}" presName="vert1" presStyleCnt="0"/>
      <dgm:spPr/>
    </dgm:pt>
    <dgm:pt modelId="{36F9DCEE-6494-334D-BADD-A4C34288F87E}" type="pres">
      <dgm:prSet presAssocID="{6330F41B-1463-4ADF-A820-681DE8B342CF}" presName="thickLine" presStyleLbl="alignNode1" presStyleIdx="1" presStyleCnt="4"/>
      <dgm:spPr/>
    </dgm:pt>
    <dgm:pt modelId="{691C558F-2BAD-BC41-B74B-53DEC61ACF59}" type="pres">
      <dgm:prSet presAssocID="{6330F41B-1463-4ADF-A820-681DE8B342CF}" presName="horz1" presStyleCnt="0"/>
      <dgm:spPr/>
    </dgm:pt>
    <dgm:pt modelId="{D50B5C0B-AC3E-0040-A9D9-E4263B128F29}" type="pres">
      <dgm:prSet presAssocID="{6330F41B-1463-4ADF-A820-681DE8B342CF}" presName="tx1" presStyleLbl="revTx" presStyleIdx="1" presStyleCnt="4"/>
      <dgm:spPr/>
    </dgm:pt>
    <dgm:pt modelId="{A26AE00A-912B-6147-836A-A31B632E0C33}" type="pres">
      <dgm:prSet presAssocID="{6330F41B-1463-4ADF-A820-681DE8B342CF}" presName="vert1" presStyleCnt="0"/>
      <dgm:spPr/>
    </dgm:pt>
    <dgm:pt modelId="{948006A9-D4D2-0D46-8A44-BE371D4515BC}" type="pres">
      <dgm:prSet presAssocID="{8A76A877-E988-4AA5-8597-02CDBAD7C714}" presName="thickLine" presStyleLbl="alignNode1" presStyleIdx="2" presStyleCnt="4"/>
      <dgm:spPr/>
    </dgm:pt>
    <dgm:pt modelId="{CBC05937-218D-964C-A4F1-01537C2DFC3B}" type="pres">
      <dgm:prSet presAssocID="{8A76A877-E988-4AA5-8597-02CDBAD7C714}" presName="horz1" presStyleCnt="0"/>
      <dgm:spPr/>
    </dgm:pt>
    <dgm:pt modelId="{BF79161F-2261-8C4F-88B2-C24A72D1BB78}" type="pres">
      <dgm:prSet presAssocID="{8A76A877-E988-4AA5-8597-02CDBAD7C714}" presName="tx1" presStyleLbl="revTx" presStyleIdx="2" presStyleCnt="4"/>
      <dgm:spPr/>
    </dgm:pt>
    <dgm:pt modelId="{C612FF95-B2AA-E142-8AF1-8C7D44F4AE86}" type="pres">
      <dgm:prSet presAssocID="{8A76A877-E988-4AA5-8597-02CDBAD7C714}" presName="vert1" presStyleCnt="0"/>
      <dgm:spPr/>
    </dgm:pt>
    <dgm:pt modelId="{26B75C01-C5A1-4B44-9C3A-D36EDE5166D6}" type="pres">
      <dgm:prSet presAssocID="{E0FE9046-08BB-477E-83EF-80773E641574}" presName="thickLine" presStyleLbl="alignNode1" presStyleIdx="3" presStyleCnt="4"/>
      <dgm:spPr/>
    </dgm:pt>
    <dgm:pt modelId="{F5695948-6548-FF4E-BB96-6780408F7CAE}" type="pres">
      <dgm:prSet presAssocID="{E0FE9046-08BB-477E-83EF-80773E641574}" presName="horz1" presStyleCnt="0"/>
      <dgm:spPr/>
    </dgm:pt>
    <dgm:pt modelId="{354CFA38-919F-B549-9964-E84FE96F8F9A}" type="pres">
      <dgm:prSet presAssocID="{E0FE9046-08BB-477E-83EF-80773E641574}" presName="tx1" presStyleLbl="revTx" presStyleIdx="3" presStyleCnt="4"/>
      <dgm:spPr/>
    </dgm:pt>
    <dgm:pt modelId="{F3F26512-7C9C-DF4C-B353-ECF237CCE5A7}" type="pres">
      <dgm:prSet presAssocID="{E0FE9046-08BB-477E-83EF-80773E641574}" presName="vert1" presStyleCnt="0"/>
      <dgm:spPr/>
    </dgm:pt>
  </dgm:ptLst>
  <dgm:cxnLst>
    <dgm:cxn modelId="{0B237332-3615-4304-88D4-418C5841066C}" srcId="{479ED76C-5C42-46C9-A385-A45860DE8F4A}" destId="{6330F41B-1463-4ADF-A820-681DE8B342CF}" srcOrd="1" destOrd="0" parTransId="{B0B6E2FF-7ABD-4902-BCFE-EEFA2D7DBF7B}" sibTransId="{A5AFF879-28AE-4035-AC4A-E7D12804C4E8}"/>
    <dgm:cxn modelId="{879BB13E-648B-0540-8B27-FF76A4006AFF}" type="presOf" srcId="{8A76A877-E988-4AA5-8597-02CDBAD7C714}" destId="{BF79161F-2261-8C4F-88B2-C24A72D1BB78}" srcOrd="0" destOrd="0" presId="urn:microsoft.com/office/officeart/2008/layout/LinedList"/>
    <dgm:cxn modelId="{3EAC764A-73EA-4184-BC56-4E165BE052E1}" srcId="{479ED76C-5C42-46C9-A385-A45860DE8F4A}" destId="{4596EA39-A02F-4B69-9BC5-12E2DDB7A6E8}" srcOrd="0" destOrd="0" parTransId="{CFE9D3B5-F20B-41BA-8C33-D46A4C88BCEE}" sibTransId="{A6F59B5E-8970-4F79-B559-0F53D90AE289}"/>
    <dgm:cxn modelId="{7C0CA54A-3DC1-4BA5-B5CF-D2718957D115}" srcId="{479ED76C-5C42-46C9-A385-A45860DE8F4A}" destId="{E0FE9046-08BB-477E-83EF-80773E641574}" srcOrd="3" destOrd="0" parTransId="{FF376AA9-3F98-4AC5-9EBF-C2800C420FE2}" sibTransId="{C8DED508-5532-4DB1-831D-D150665EC2A4}"/>
    <dgm:cxn modelId="{2DEBEB6A-B0FE-467F-801A-39184F93707D}" srcId="{479ED76C-5C42-46C9-A385-A45860DE8F4A}" destId="{8A76A877-E988-4AA5-8597-02CDBAD7C714}" srcOrd="2" destOrd="0" parTransId="{C014306E-F85F-4CDD-A1B3-29DD3FC2F729}" sibTransId="{6611C431-1F10-4557-B312-3DDF054261EA}"/>
    <dgm:cxn modelId="{464C566E-5418-8846-B8D7-60C208A1D5DA}" type="presOf" srcId="{479ED76C-5C42-46C9-A385-A45860DE8F4A}" destId="{F026FD0F-8151-5B4C-BD35-54DD468F0046}" srcOrd="0" destOrd="0" presId="urn:microsoft.com/office/officeart/2008/layout/LinedList"/>
    <dgm:cxn modelId="{712AF579-B55B-5348-9A1B-AFB8E1766E5C}" type="presOf" srcId="{4596EA39-A02F-4B69-9BC5-12E2DDB7A6E8}" destId="{997EAF3D-3879-F648-85E9-C541984FBDB5}" srcOrd="0" destOrd="0" presId="urn:microsoft.com/office/officeart/2008/layout/LinedList"/>
    <dgm:cxn modelId="{775C3E8B-E5B8-5140-B4DA-02037DB1140E}" type="presOf" srcId="{E0FE9046-08BB-477E-83EF-80773E641574}" destId="{354CFA38-919F-B549-9964-E84FE96F8F9A}" srcOrd="0" destOrd="0" presId="urn:microsoft.com/office/officeart/2008/layout/LinedList"/>
    <dgm:cxn modelId="{C72DA7FB-2436-704A-A016-F1CFC555EA36}" type="presOf" srcId="{6330F41B-1463-4ADF-A820-681DE8B342CF}" destId="{D50B5C0B-AC3E-0040-A9D9-E4263B128F29}" srcOrd="0" destOrd="0" presId="urn:microsoft.com/office/officeart/2008/layout/LinedList"/>
    <dgm:cxn modelId="{6CAC6286-DA18-EC42-9555-2E5DB4DBC0A5}" type="presParOf" srcId="{F026FD0F-8151-5B4C-BD35-54DD468F0046}" destId="{34263D15-1328-BC49-853D-E9885DADA9ED}" srcOrd="0" destOrd="0" presId="urn:microsoft.com/office/officeart/2008/layout/LinedList"/>
    <dgm:cxn modelId="{B228641C-8B0E-D44E-AFF7-8C48A6B99578}" type="presParOf" srcId="{F026FD0F-8151-5B4C-BD35-54DD468F0046}" destId="{E0716B4D-088F-4549-BB26-34D78A2838C1}" srcOrd="1" destOrd="0" presId="urn:microsoft.com/office/officeart/2008/layout/LinedList"/>
    <dgm:cxn modelId="{65182E2D-3766-4048-A746-EA0007B11C86}" type="presParOf" srcId="{E0716B4D-088F-4549-BB26-34D78A2838C1}" destId="{997EAF3D-3879-F648-85E9-C541984FBDB5}" srcOrd="0" destOrd="0" presId="urn:microsoft.com/office/officeart/2008/layout/LinedList"/>
    <dgm:cxn modelId="{A282C44E-673A-624F-8A59-EC4B3C8CE401}" type="presParOf" srcId="{E0716B4D-088F-4549-BB26-34D78A2838C1}" destId="{8A7FA7DD-8A45-D244-8766-CB8BDB0C8512}" srcOrd="1" destOrd="0" presId="urn:microsoft.com/office/officeart/2008/layout/LinedList"/>
    <dgm:cxn modelId="{F07FC43D-7F61-884A-8C74-0449E037B459}" type="presParOf" srcId="{F026FD0F-8151-5B4C-BD35-54DD468F0046}" destId="{36F9DCEE-6494-334D-BADD-A4C34288F87E}" srcOrd="2" destOrd="0" presId="urn:microsoft.com/office/officeart/2008/layout/LinedList"/>
    <dgm:cxn modelId="{4C2A7694-762E-4D4A-AEE8-A57DEC876998}" type="presParOf" srcId="{F026FD0F-8151-5B4C-BD35-54DD468F0046}" destId="{691C558F-2BAD-BC41-B74B-53DEC61ACF59}" srcOrd="3" destOrd="0" presId="urn:microsoft.com/office/officeart/2008/layout/LinedList"/>
    <dgm:cxn modelId="{B2A337F5-1BBD-E24E-A7BF-72BCC6168090}" type="presParOf" srcId="{691C558F-2BAD-BC41-B74B-53DEC61ACF59}" destId="{D50B5C0B-AC3E-0040-A9D9-E4263B128F29}" srcOrd="0" destOrd="0" presId="urn:microsoft.com/office/officeart/2008/layout/LinedList"/>
    <dgm:cxn modelId="{35D79797-40C9-F94F-B2A6-1F3183AF6974}" type="presParOf" srcId="{691C558F-2BAD-BC41-B74B-53DEC61ACF59}" destId="{A26AE00A-912B-6147-836A-A31B632E0C33}" srcOrd="1" destOrd="0" presId="urn:microsoft.com/office/officeart/2008/layout/LinedList"/>
    <dgm:cxn modelId="{E89679F5-76AA-E244-802F-0EF7F9AA55BC}" type="presParOf" srcId="{F026FD0F-8151-5B4C-BD35-54DD468F0046}" destId="{948006A9-D4D2-0D46-8A44-BE371D4515BC}" srcOrd="4" destOrd="0" presId="urn:microsoft.com/office/officeart/2008/layout/LinedList"/>
    <dgm:cxn modelId="{64FF6BF0-AAE2-E747-B100-2988512C180F}" type="presParOf" srcId="{F026FD0F-8151-5B4C-BD35-54DD468F0046}" destId="{CBC05937-218D-964C-A4F1-01537C2DFC3B}" srcOrd="5" destOrd="0" presId="urn:microsoft.com/office/officeart/2008/layout/LinedList"/>
    <dgm:cxn modelId="{83F8483D-BAA2-2046-862F-D4062A1C9D80}" type="presParOf" srcId="{CBC05937-218D-964C-A4F1-01537C2DFC3B}" destId="{BF79161F-2261-8C4F-88B2-C24A72D1BB78}" srcOrd="0" destOrd="0" presId="urn:microsoft.com/office/officeart/2008/layout/LinedList"/>
    <dgm:cxn modelId="{D488108F-C76B-7B43-98AE-8C15935E4717}" type="presParOf" srcId="{CBC05937-218D-964C-A4F1-01537C2DFC3B}" destId="{C612FF95-B2AA-E142-8AF1-8C7D44F4AE86}" srcOrd="1" destOrd="0" presId="urn:microsoft.com/office/officeart/2008/layout/LinedList"/>
    <dgm:cxn modelId="{A3752DAE-7B70-6447-8F23-4EF6A2350908}" type="presParOf" srcId="{F026FD0F-8151-5B4C-BD35-54DD468F0046}" destId="{26B75C01-C5A1-4B44-9C3A-D36EDE5166D6}" srcOrd="6" destOrd="0" presId="urn:microsoft.com/office/officeart/2008/layout/LinedList"/>
    <dgm:cxn modelId="{5AA01416-04C1-0447-A7E8-42A024AEACDC}" type="presParOf" srcId="{F026FD0F-8151-5B4C-BD35-54DD468F0046}" destId="{F5695948-6548-FF4E-BB96-6780408F7CAE}" srcOrd="7" destOrd="0" presId="urn:microsoft.com/office/officeart/2008/layout/LinedList"/>
    <dgm:cxn modelId="{82044714-3DA7-264C-A5C0-BC634B932E46}" type="presParOf" srcId="{F5695948-6548-FF4E-BB96-6780408F7CAE}" destId="{354CFA38-919F-B549-9964-E84FE96F8F9A}" srcOrd="0" destOrd="0" presId="urn:microsoft.com/office/officeart/2008/layout/LinedList"/>
    <dgm:cxn modelId="{A6009882-FB2E-E740-BD17-481BC451AED6}" type="presParOf" srcId="{F5695948-6548-FF4E-BB96-6780408F7CAE}" destId="{F3F26512-7C9C-DF4C-B353-ECF237CCE5A7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CA0B9BBD-49A4-4F1D-91F1-BF4DABDE42D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0652C0B5-B225-4F75-9B87-E0458A6B2020}">
      <dgm:prSet/>
      <dgm:spPr/>
      <dgm:t>
        <a:bodyPr/>
        <a:lstStyle/>
        <a:p>
          <a:r>
            <a:rPr lang="en-US"/>
            <a:t>Discontinued: MDS, DQS, Synapse Link, Hot Add CPU, Purview Access Policies</a:t>
          </a:r>
        </a:p>
      </dgm:t>
    </dgm:pt>
    <dgm:pt modelId="{5F5EE004-5200-4E42-95B1-F89AF1843F0B}" type="parTrans" cxnId="{451D58EF-89E1-4A29-88AD-11F3C4368A63}">
      <dgm:prSet/>
      <dgm:spPr/>
      <dgm:t>
        <a:bodyPr/>
        <a:lstStyle/>
        <a:p>
          <a:endParaRPr lang="en-US"/>
        </a:p>
      </dgm:t>
    </dgm:pt>
    <dgm:pt modelId="{72161AFB-E947-4694-8F2A-B2878B7AB16C}" type="sibTrans" cxnId="{451D58EF-89E1-4A29-88AD-11F3C4368A63}">
      <dgm:prSet/>
      <dgm:spPr/>
      <dgm:t>
        <a:bodyPr/>
        <a:lstStyle/>
        <a:p>
          <a:endParaRPr lang="en-US"/>
        </a:p>
      </dgm:t>
    </dgm:pt>
    <dgm:pt modelId="{9AB754C1-7971-4DE8-BE95-EF490F464A22}">
      <dgm:prSet/>
      <dgm:spPr/>
      <dgm:t>
        <a:bodyPr/>
        <a:lstStyle/>
        <a:p>
          <a:r>
            <a:rPr lang="en-US" dirty="0"/>
            <a:t>PREVIEW_FEATURES database option: enables features in preview at GA</a:t>
          </a:r>
        </a:p>
      </dgm:t>
    </dgm:pt>
    <dgm:pt modelId="{8BEFF1D3-FE20-4225-97DF-B2AAEB97F7B9}" type="parTrans" cxnId="{FBA702A6-A3F5-43CF-91A1-CC74A6DC0B11}">
      <dgm:prSet/>
      <dgm:spPr/>
      <dgm:t>
        <a:bodyPr/>
        <a:lstStyle/>
        <a:p>
          <a:endParaRPr lang="en-US"/>
        </a:p>
      </dgm:t>
    </dgm:pt>
    <dgm:pt modelId="{C598ECD0-A149-4531-A819-FBC53028E5A7}" type="sibTrans" cxnId="{FBA702A6-A3F5-43CF-91A1-CC74A6DC0B11}">
      <dgm:prSet/>
      <dgm:spPr/>
      <dgm:t>
        <a:bodyPr/>
        <a:lstStyle/>
        <a:p>
          <a:endParaRPr lang="en-US"/>
        </a:p>
      </dgm:t>
    </dgm:pt>
    <dgm:pt modelId="{826B9036-6E17-4E13-9E85-7047C121A206}">
      <dgm:prSet/>
      <dgm:spPr/>
      <dgm:t>
        <a:bodyPr/>
        <a:lstStyle/>
        <a:p>
          <a:r>
            <a:rPr lang="en-US"/>
            <a:t>Power BI Report Server replaces SSRS for paid licenses</a:t>
          </a:r>
        </a:p>
      </dgm:t>
    </dgm:pt>
    <dgm:pt modelId="{B70F9C86-6B73-43DA-9222-5533A6D58307}" type="parTrans" cxnId="{219FC714-E789-46CB-BD95-1C6F55EC7C00}">
      <dgm:prSet/>
      <dgm:spPr/>
      <dgm:t>
        <a:bodyPr/>
        <a:lstStyle/>
        <a:p>
          <a:endParaRPr lang="en-US"/>
        </a:p>
      </dgm:t>
    </dgm:pt>
    <dgm:pt modelId="{37AA63C4-EE68-41A8-9E55-9163D178481C}" type="sibTrans" cxnId="{219FC714-E789-46CB-BD95-1C6F55EC7C00}">
      <dgm:prSet/>
      <dgm:spPr/>
      <dgm:t>
        <a:bodyPr/>
        <a:lstStyle/>
        <a:p>
          <a:endParaRPr lang="en-US"/>
        </a:p>
      </dgm:t>
    </dgm:pt>
    <dgm:pt modelId="{6187924A-0B21-45B3-AB98-0C8B1B129893}">
      <dgm:prSet/>
      <dgm:spPr/>
      <dgm:t>
        <a:bodyPr/>
        <a:lstStyle/>
        <a:p>
          <a:r>
            <a:rPr lang="en-US" dirty="0"/>
            <a:t>SSAS (Tabular) has performance improvements; SSIS still supported</a:t>
          </a:r>
        </a:p>
      </dgm:t>
    </dgm:pt>
    <dgm:pt modelId="{AE65E2D9-75C5-4D16-8565-8F3FBBFC228A}" type="parTrans" cxnId="{3A66B5C4-B8A4-40CE-9D6B-D77239F4C726}">
      <dgm:prSet/>
      <dgm:spPr/>
      <dgm:t>
        <a:bodyPr/>
        <a:lstStyle/>
        <a:p>
          <a:endParaRPr lang="en-US"/>
        </a:p>
      </dgm:t>
    </dgm:pt>
    <dgm:pt modelId="{E8F77369-2D4C-4413-AE47-B0BB1FDA7BAE}" type="sibTrans" cxnId="{3A66B5C4-B8A4-40CE-9D6B-D77239F4C726}">
      <dgm:prSet/>
      <dgm:spPr/>
      <dgm:t>
        <a:bodyPr/>
        <a:lstStyle/>
        <a:p>
          <a:endParaRPr lang="en-US"/>
        </a:p>
      </dgm:t>
    </dgm:pt>
    <dgm:pt modelId="{71041515-97CD-4A7B-8127-C09EF978637D}" type="pres">
      <dgm:prSet presAssocID="{CA0B9BBD-49A4-4F1D-91F1-BF4DABDE42DA}" presName="root" presStyleCnt="0">
        <dgm:presLayoutVars>
          <dgm:dir/>
          <dgm:resizeHandles val="exact"/>
        </dgm:presLayoutVars>
      </dgm:prSet>
      <dgm:spPr/>
    </dgm:pt>
    <dgm:pt modelId="{EFA20FB6-BB04-4C35-B25F-A7BC5614E80E}" type="pres">
      <dgm:prSet presAssocID="{0652C0B5-B225-4F75-9B87-E0458A6B2020}" presName="compNode" presStyleCnt="0"/>
      <dgm:spPr/>
    </dgm:pt>
    <dgm:pt modelId="{0EC2FFC4-8EF5-4DFC-9F36-E26B26BFD1BF}" type="pres">
      <dgm:prSet presAssocID="{0652C0B5-B225-4F75-9B87-E0458A6B2020}" presName="bgRect" presStyleLbl="bgShp" presStyleIdx="0" presStyleCnt="4"/>
      <dgm:spPr/>
    </dgm:pt>
    <dgm:pt modelId="{C8F139CD-3072-4CB8-8280-6F5E936EE3A0}" type="pres">
      <dgm:prSet presAssocID="{0652C0B5-B225-4F75-9B87-E0458A6B2020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22D4140D-E652-4467-A800-78132F1027E1}" type="pres">
      <dgm:prSet presAssocID="{0652C0B5-B225-4F75-9B87-E0458A6B2020}" presName="spaceRect" presStyleCnt="0"/>
      <dgm:spPr/>
    </dgm:pt>
    <dgm:pt modelId="{04AFB5D9-7937-438F-A718-D0411506A3AC}" type="pres">
      <dgm:prSet presAssocID="{0652C0B5-B225-4F75-9B87-E0458A6B2020}" presName="parTx" presStyleLbl="revTx" presStyleIdx="0" presStyleCnt="4">
        <dgm:presLayoutVars>
          <dgm:chMax val="0"/>
          <dgm:chPref val="0"/>
        </dgm:presLayoutVars>
      </dgm:prSet>
      <dgm:spPr/>
    </dgm:pt>
    <dgm:pt modelId="{855F8A81-DD6A-4BF9-8352-EDF164EA8315}" type="pres">
      <dgm:prSet presAssocID="{72161AFB-E947-4694-8F2A-B2878B7AB16C}" presName="sibTrans" presStyleCnt="0"/>
      <dgm:spPr/>
    </dgm:pt>
    <dgm:pt modelId="{97ADD089-1BAA-415C-837C-5D4E4379DBF2}" type="pres">
      <dgm:prSet presAssocID="{9AB754C1-7971-4DE8-BE95-EF490F464A22}" presName="compNode" presStyleCnt="0"/>
      <dgm:spPr/>
    </dgm:pt>
    <dgm:pt modelId="{A79D60D2-62A7-45FD-BDFE-8E930240F39D}" type="pres">
      <dgm:prSet presAssocID="{9AB754C1-7971-4DE8-BE95-EF490F464A22}" presName="bgRect" presStyleLbl="bgShp" presStyleIdx="1" presStyleCnt="4"/>
      <dgm:spPr/>
    </dgm:pt>
    <dgm:pt modelId="{EEF1F8A9-BBB6-48CF-A6B9-11803BB512F0}" type="pres">
      <dgm:prSet presAssocID="{9AB754C1-7971-4DE8-BE95-EF490F464A22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34545AF0-39B8-4B26-9595-AF056E2BC619}" type="pres">
      <dgm:prSet presAssocID="{9AB754C1-7971-4DE8-BE95-EF490F464A22}" presName="spaceRect" presStyleCnt="0"/>
      <dgm:spPr/>
    </dgm:pt>
    <dgm:pt modelId="{1B60EF3A-1221-4764-A4FD-3CFEF7BC8748}" type="pres">
      <dgm:prSet presAssocID="{9AB754C1-7971-4DE8-BE95-EF490F464A22}" presName="parTx" presStyleLbl="revTx" presStyleIdx="1" presStyleCnt="4">
        <dgm:presLayoutVars>
          <dgm:chMax val="0"/>
          <dgm:chPref val="0"/>
        </dgm:presLayoutVars>
      </dgm:prSet>
      <dgm:spPr/>
    </dgm:pt>
    <dgm:pt modelId="{53DE274E-7DD2-46E2-A3F3-57FFDEF247C1}" type="pres">
      <dgm:prSet presAssocID="{C598ECD0-A149-4531-A819-FBC53028E5A7}" presName="sibTrans" presStyleCnt="0"/>
      <dgm:spPr/>
    </dgm:pt>
    <dgm:pt modelId="{AE0284AE-4CDA-42D4-91BC-9EFE21010F3E}" type="pres">
      <dgm:prSet presAssocID="{826B9036-6E17-4E13-9E85-7047C121A206}" presName="compNode" presStyleCnt="0"/>
      <dgm:spPr/>
    </dgm:pt>
    <dgm:pt modelId="{355F15BA-8B24-44EB-B768-2B1FE81BFAAF}" type="pres">
      <dgm:prSet presAssocID="{826B9036-6E17-4E13-9E85-7047C121A206}" presName="bgRect" presStyleLbl="bgShp" presStyleIdx="2" presStyleCnt="4"/>
      <dgm:spPr/>
    </dgm:pt>
    <dgm:pt modelId="{60052494-7AE5-4F64-A0AF-D3AE5E9BDA88}" type="pres">
      <dgm:prSet presAssocID="{826B9036-6E17-4E13-9E85-7047C121A206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03ADA04C-CA50-4CE6-A712-F9C58D01DD39}" type="pres">
      <dgm:prSet presAssocID="{826B9036-6E17-4E13-9E85-7047C121A206}" presName="spaceRect" presStyleCnt="0"/>
      <dgm:spPr/>
    </dgm:pt>
    <dgm:pt modelId="{20B69400-9432-4395-81F3-C553E28A577F}" type="pres">
      <dgm:prSet presAssocID="{826B9036-6E17-4E13-9E85-7047C121A206}" presName="parTx" presStyleLbl="revTx" presStyleIdx="2" presStyleCnt="4">
        <dgm:presLayoutVars>
          <dgm:chMax val="0"/>
          <dgm:chPref val="0"/>
        </dgm:presLayoutVars>
      </dgm:prSet>
      <dgm:spPr/>
    </dgm:pt>
    <dgm:pt modelId="{00E65181-D285-4A5C-8AC3-8C49D6648CAD}" type="pres">
      <dgm:prSet presAssocID="{37AA63C4-EE68-41A8-9E55-9163D178481C}" presName="sibTrans" presStyleCnt="0"/>
      <dgm:spPr/>
    </dgm:pt>
    <dgm:pt modelId="{4F25C3AA-461E-4221-AF6E-360FA47BBAB7}" type="pres">
      <dgm:prSet presAssocID="{6187924A-0B21-45B3-AB98-0C8B1B129893}" presName="compNode" presStyleCnt="0"/>
      <dgm:spPr/>
    </dgm:pt>
    <dgm:pt modelId="{B48B1681-F24D-4A45-8E75-49CC21091F2E}" type="pres">
      <dgm:prSet presAssocID="{6187924A-0B21-45B3-AB98-0C8B1B129893}" presName="bgRect" presStyleLbl="bgShp" presStyleIdx="3" presStyleCnt="4"/>
      <dgm:spPr/>
    </dgm:pt>
    <dgm:pt modelId="{36B5D49C-3341-42B6-A2D6-EC472EC718DC}" type="pres">
      <dgm:prSet presAssocID="{6187924A-0B21-45B3-AB98-0C8B1B129893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96F6A028-F7DA-432D-B319-673D56FBC94E}" type="pres">
      <dgm:prSet presAssocID="{6187924A-0B21-45B3-AB98-0C8B1B129893}" presName="spaceRect" presStyleCnt="0"/>
      <dgm:spPr/>
    </dgm:pt>
    <dgm:pt modelId="{4D0D1D58-6ADC-4AC3-A8F3-83E867552A56}" type="pres">
      <dgm:prSet presAssocID="{6187924A-0B21-45B3-AB98-0C8B1B129893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219FC714-E789-46CB-BD95-1C6F55EC7C00}" srcId="{CA0B9BBD-49A4-4F1D-91F1-BF4DABDE42DA}" destId="{826B9036-6E17-4E13-9E85-7047C121A206}" srcOrd="2" destOrd="0" parTransId="{B70F9C86-6B73-43DA-9222-5533A6D58307}" sibTransId="{37AA63C4-EE68-41A8-9E55-9163D178481C}"/>
    <dgm:cxn modelId="{FDFCCD35-560F-4C36-98E8-E8B71FF8FBD7}" type="presOf" srcId="{CA0B9BBD-49A4-4F1D-91F1-BF4DABDE42DA}" destId="{71041515-97CD-4A7B-8127-C09EF978637D}" srcOrd="0" destOrd="0" presId="urn:microsoft.com/office/officeart/2018/2/layout/IconVerticalSolidList"/>
    <dgm:cxn modelId="{02933B3A-E73D-4DD6-B290-4A99BFD9EA52}" type="presOf" srcId="{9AB754C1-7971-4DE8-BE95-EF490F464A22}" destId="{1B60EF3A-1221-4764-A4FD-3CFEF7BC8748}" srcOrd="0" destOrd="0" presId="urn:microsoft.com/office/officeart/2018/2/layout/IconVerticalSolidList"/>
    <dgm:cxn modelId="{FBA702A6-A3F5-43CF-91A1-CC74A6DC0B11}" srcId="{CA0B9BBD-49A4-4F1D-91F1-BF4DABDE42DA}" destId="{9AB754C1-7971-4DE8-BE95-EF490F464A22}" srcOrd="1" destOrd="0" parTransId="{8BEFF1D3-FE20-4225-97DF-B2AAEB97F7B9}" sibTransId="{C598ECD0-A149-4531-A819-FBC53028E5A7}"/>
    <dgm:cxn modelId="{B7009ABC-1CCB-4674-B369-1C00DA660DA6}" type="presOf" srcId="{6187924A-0B21-45B3-AB98-0C8B1B129893}" destId="{4D0D1D58-6ADC-4AC3-A8F3-83E867552A56}" srcOrd="0" destOrd="0" presId="urn:microsoft.com/office/officeart/2018/2/layout/IconVerticalSolidList"/>
    <dgm:cxn modelId="{3A66B5C4-B8A4-40CE-9D6B-D77239F4C726}" srcId="{CA0B9BBD-49A4-4F1D-91F1-BF4DABDE42DA}" destId="{6187924A-0B21-45B3-AB98-0C8B1B129893}" srcOrd="3" destOrd="0" parTransId="{AE65E2D9-75C5-4D16-8565-8F3FBBFC228A}" sibTransId="{E8F77369-2D4C-4413-AE47-B0BB1FDA7BAE}"/>
    <dgm:cxn modelId="{29D51AD2-611A-432E-B9B4-44E97AA1860F}" type="presOf" srcId="{0652C0B5-B225-4F75-9B87-E0458A6B2020}" destId="{04AFB5D9-7937-438F-A718-D0411506A3AC}" srcOrd="0" destOrd="0" presId="urn:microsoft.com/office/officeart/2018/2/layout/IconVerticalSolidList"/>
    <dgm:cxn modelId="{C7D083EC-EAE3-420D-86A9-67FADD0285EE}" type="presOf" srcId="{826B9036-6E17-4E13-9E85-7047C121A206}" destId="{20B69400-9432-4395-81F3-C553E28A577F}" srcOrd="0" destOrd="0" presId="urn:microsoft.com/office/officeart/2018/2/layout/IconVerticalSolidList"/>
    <dgm:cxn modelId="{451D58EF-89E1-4A29-88AD-11F3C4368A63}" srcId="{CA0B9BBD-49A4-4F1D-91F1-BF4DABDE42DA}" destId="{0652C0B5-B225-4F75-9B87-E0458A6B2020}" srcOrd="0" destOrd="0" parTransId="{5F5EE004-5200-4E42-95B1-F89AF1843F0B}" sibTransId="{72161AFB-E947-4694-8F2A-B2878B7AB16C}"/>
    <dgm:cxn modelId="{4077D54E-E004-4BF7-B44D-543369B8F721}" type="presParOf" srcId="{71041515-97CD-4A7B-8127-C09EF978637D}" destId="{EFA20FB6-BB04-4C35-B25F-A7BC5614E80E}" srcOrd="0" destOrd="0" presId="urn:microsoft.com/office/officeart/2018/2/layout/IconVerticalSolidList"/>
    <dgm:cxn modelId="{966EB401-0A7F-4B69-8D7A-1E0E47B84930}" type="presParOf" srcId="{EFA20FB6-BB04-4C35-B25F-A7BC5614E80E}" destId="{0EC2FFC4-8EF5-4DFC-9F36-E26B26BFD1BF}" srcOrd="0" destOrd="0" presId="urn:microsoft.com/office/officeart/2018/2/layout/IconVerticalSolidList"/>
    <dgm:cxn modelId="{790CEE64-99BB-4D18-B30F-446FF53E8430}" type="presParOf" srcId="{EFA20FB6-BB04-4C35-B25F-A7BC5614E80E}" destId="{C8F139CD-3072-4CB8-8280-6F5E936EE3A0}" srcOrd="1" destOrd="0" presId="urn:microsoft.com/office/officeart/2018/2/layout/IconVerticalSolidList"/>
    <dgm:cxn modelId="{29A3A1C7-F8F1-4DC7-A237-15F7C90274EE}" type="presParOf" srcId="{EFA20FB6-BB04-4C35-B25F-A7BC5614E80E}" destId="{22D4140D-E652-4467-A800-78132F1027E1}" srcOrd="2" destOrd="0" presId="urn:microsoft.com/office/officeart/2018/2/layout/IconVerticalSolidList"/>
    <dgm:cxn modelId="{9371471D-F5BB-4D2F-87B6-7171A12E5327}" type="presParOf" srcId="{EFA20FB6-BB04-4C35-B25F-A7BC5614E80E}" destId="{04AFB5D9-7937-438F-A718-D0411506A3AC}" srcOrd="3" destOrd="0" presId="urn:microsoft.com/office/officeart/2018/2/layout/IconVerticalSolidList"/>
    <dgm:cxn modelId="{39B48EEE-AF05-45EE-A103-E64CDB806973}" type="presParOf" srcId="{71041515-97CD-4A7B-8127-C09EF978637D}" destId="{855F8A81-DD6A-4BF9-8352-EDF164EA8315}" srcOrd="1" destOrd="0" presId="urn:microsoft.com/office/officeart/2018/2/layout/IconVerticalSolidList"/>
    <dgm:cxn modelId="{CB97749F-36B5-46E1-A15D-F6EC4F8A438D}" type="presParOf" srcId="{71041515-97CD-4A7B-8127-C09EF978637D}" destId="{97ADD089-1BAA-415C-837C-5D4E4379DBF2}" srcOrd="2" destOrd="0" presId="urn:microsoft.com/office/officeart/2018/2/layout/IconVerticalSolidList"/>
    <dgm:cxn modelId="{4A57ADC8-FEE1-46D9-8542-9FA673639178}" type="presParOf" srcId="{97ADD089-1BAA-415C-837C-5D4E4379DBF2}" destId="{A79D60D2-62A7-45FD-BDFE-8E930240F39D}" srcOrd="0" destOrd="0" presId="urn:microsoft.com/office/officeart/2018/2/layout/IconVerticalSolidList"/>
    <dgm:cxn modelId="{147A15A8-9080-469D-8F7B-4256C1397D4B}" type="presParOf" srcId="{97ADD089-1BAA-415C-837C-5D4E4379DBF2}" destId="{EEF1F8A9-BBB6-48CF-A6B9-11803BB512F0}" srcOrd="1" destOrd="0" presId="urn:microsoft.com/office/officeart/2018/2/layout/IconVerticalSolidList"/>
    <dgm:cxn modelId="{E36A5C38-BEA7-475B-A3A7-77A88288E0AC}" type="presParOf" srcId="{97ADD089-1BAA-415C-837C-5D4E4379DBF2}" destId="{34545AF0-39B8-4B26-9595-AF056E2BC619}" srcOrd="2" destOrd="0" presId="urn:microsoft.com/office/officeart/2018/2/layout/IconVerticalSolidList"/>
    <dgm:cxn modelId="{23B3B3EE-5F71-4FE2-91EB-DBDF7C86D430}" type="presParOf" srcId="{97ADD089-1BAA-415C-837C-5D4E4379DBF2}" destId="{1B60EF3A-1221-4764-A4FD-3CFEF7BC8748}" srcOrd="3" destOrd="0" presId="urn:microsoft.com/office/officeart/2018/2/layout/IconVerticalSolidList"/>
    <dgm:cxn modelId="{E1CC75BE-6C2B-4996-AE26-DCD3562B463D}" type="presParOf" srcId="{71041515-97CD-4A7B-8127-C09EF978637D}" destId="{53DE274E-7DD2-46E2-A3F3-57FFDEF247C1}" srcOrd="3" destOrd="0" presId="urn:microsoft.com/office/officeart/2018/2/layout/IconVerticalSolidList"/>
    <dgm:cxn modelId="{8BD99AFA-3ED5-41DD-9EBA-7B2B0A80C37A}" type="presParOf" srcId="{71041515-97CD-4A7B-8127-C09EF978637D}" destId="{AE0284AE-4CDA-42D4-91BC-9EFE21010F3E}" srcOrd="4" destOrd="0" presId="urn:microsoft.com/office/officeart/2018/2/layout/IconVerticalSolidList"/>
    <dgm:cxn modelId="{2DAAD324-E763-4C0E-95E2-0438A086443D}" type="presParOf" srcId="{AE0284AE-4CDA-42D4-91BC-9EFE21010F3E}" destId="{355F15BA-8B24-44EB-B768-2B1FE81BFAAF}" srcOrd="0" destOrd="0" presId="urn:microsoft.com/office/officeart/2018/2/layout/IconVerticalSolidList"/>
    <dgm:cxn modelId="{A2CF6D57-8D87-488A-A82A-1C4BDE435207}" type="presParOf" srcId="{AE0284AE-4CDA-42D4-91BC-9EFE21010F3E}" destId="{60052494-7AE5-4F64-A0AF-D3AE5E9BDA88}" srcOrd="1" destOrd="0" presId="urn:microsoft.com/office/officeart/2018/2/layout/IconVerticalSolidList"/>
    <dgm:cxn modelId="{2F672496-1CAC-4E52-88CC-95E8E1E3D691}" type="presParOf" srcId="{AE0284AE-4CDA-42D4-91BC-9EFE21010F3E}" destId="{03ADA04C-CA50-4CE6-A712-F9C58D01DD39}" srcOrd="2" destOrd="0" presId="urn:microsoft.com/office/officeart/2018/2/layout/IconVerticalSolidList"/>
    <dgm:cxn modelId="{DC6A499E-B448-4762-8AD1-702C9EE8FE03}" type="presParOf" srcId="{AE0284AE-4CDA-42D4-91BC-9EFE21010F3E}" destId="{20B69400-9432-4395-81F3-C553E28A577F}" srcOrd="3" destOrd="0" presId="urn:microsoft.com/office/officeart/2018/2/layout/IconVerticalSolidList"/>
    <dgm:cxn modelId="{57FEF83C-0F10-4D6E-9F4F-04E2A61E2727}" type="presParOf" srcId="{71041515-97CD-4A7B-8127-C09EF978637D}" destId="{00E65181-D285-4A5C-8AC3-8C49D6648CAD}" srcOrd="5" destOrd="0" presId="urn:microsoft.com/office/officeart/2018/2/layout/IconVerticalSolidList"/>
    <dgm:cxn modelId="{30B5FE93-F596-4187-99DF-1C21900685D5}" type="presParOf" srcId="{71041515-97CD-4A7B-8127-C09EF978637D}" destId="{4F25C3AA-461E-4221-AF6E-360FA47BBAB7}" srcOrd="6" destOrd="0" presId="urn:microsoft.com/office/officeart/2018/2/layout/IconVerticalSolidList"/>
    <dgm:cxn modelId="{9BE2CA5C-B552-4079-B526-63CC4BAD3A58}" type="presParOf" srcId="{4F25C3AA-461E-4221-AF6E-360FA47BBAB7}" destId="{B48B1681-F24D-4A45-8E75-49CC21091F2E}" srcOrd="0" destOrd="0" presId="urn:microsoft.com/office/officeart/2018/2/layout/IconVerticalSolidList"/>
    <dgm:cxn modelId="{9225E3A4-C61F-4C7C-80A5-161246A9B4C6}" type="presParOf" srcId="{4F25C3AA-461E-4221-AF6E-360FA47BBAB7}" destId="{36B5D49C-3341-42B6-A2D6-EC472EC718DC}" srcOrd="1" destOrd="0" presId="urn:microsoft.com/office/officeart/2018/2/layout/IconVerticalSolidList"/>
    <dgm:cxn modelId="{7830A117-155E-488C-8688-D235872C88B8}" type="presParOf" srcId="{4F25C3AA-461E-4221-AF6E-360FA47BBAB7}" destId="{96F6A028-F7DA-432D-B319-673D56FBC94E}" srcOrd="2" destOrd="0" presId="urn:microsoft.com/office/officeart/2018/2/layout/IconVerticalSolidList"/>
    <dgm:cxn modelId="{83C808C3-6C5A-4362-B0AE-BE17321D6EF2}" type="presParOf" srcId="{4F25C3AA-461E-4221-AF6E-360FA47BBAB7}" destId="{4D0D1D58-6ADC-4AC3-A8F3-83E867552A5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E404A86B-50EE-4B9A-87FE-312622936B40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FA7C438-E5B6-4423-A4DF-87D47749BD5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This is the most developer-friendly SQL Server release in a decade</a:t>
          </a:r>
        </a:p>
      </dgm:t>
    </dgm:pt>
    <dgm:pt modelId="{00EA808A-4E01-49FC-9DBB-4649C6F78E0F}" type="parTrans" cxnId="{7AC51904-D247-4F03-BE2F-4C48B65BA5C0}">
      <dgm:prSet/>
      <dgm:spPr/>
      <dgm:t>
        <a:bodyPr/>
        <a:lstStyle/>
        <a:p>
          <a:endParaRPr lang="en-US"/>
        </a:p>
      </dgm:t>
    </dgm:pt>
    <dgm:pt modelId="{BB620D65-4E12-4AFF-9FB4-AB70AB2F23F5}" type="sibTrans" cxnId="{7AC51904-D247-4F03-BE2F-4C48B65BA5C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31A6CB7C-CA2C-4672-AF1F-F3526FC542B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Native JSON, RegEx, REST APIs, Change Event Streaming</a:t>
          </a:r>
        </a:p>
      </dgm:t>
    </dgm:pt>
    <dgm:pt modelId="{90672110-7FCC-4389-935F-F781D043CC32}" type="parTrans" cxnId="{E6B80D24-1EAE-43A1-B406-41D03158A1CF}">
      <dgm:prSet/>
      <dgm:spPr/>
      <dgm:t>
        <a:bodyPr/>
        <a:lstStyle/>
        <a:p>
          <a:endParaRPr lang="en-US"/>
        </a:p>
      </dgm:t>
    </dgm:pt>
    <dgm:pt modelId="{346DBF97-3D1D-4508-A3F4-BA970ADE7A86}" type="sibTrans" cxnId="{E6B80D24-1EAE-43A1-B406-41D03158A1C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D3A513A-80FA-4F93-8206-90527E54822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GitHub Copilot for SQL, Python driver, Data API Builder</a:t>
          </a:r>
        </a:p>
      </dgm:t>
    </dgm:pt>
    <dgm:pt modelId="{927C86D6-2F0D-4154-B4D6-13E1182E6745}" type="parTrans" cxnId="{71C0ADCE-1B87-4741-B914-42E99A08E252}">
      <dgm:prSet/>
      <dgm:spPr/>
      <dgm:t>
        <a:bodyPr/>
        <a:lstStyle/>
        <a:p>
          <a:endParaRPr lang="en-US"/>
        </a:p>
      </dgm:t>
    </dgm:pt>
    <dgm:pt modelId="{153F7D7F-7237-45CF-A207-021CBBDEEA15}" type="sibTrans" cxnId="{71C0ADCE-1B87-4741-B914-42E99A08E25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0BD54EC-445C-492A-8006-C67F4C34104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 err="1"/>
            <a:t>GraphQL</a:t>
          </a:r>
          <a:r>
            <a:rPr lang="en-US" dirty="0"/>
            <a:t> via Data API Builder</a:t>
          </a:r>
        </a:p>
      </dgm:t>
    </dgm:pt>
    <dgm:pt modelId="{3AFAB31B-9186-42B5-95C8-7D0C8660F54D}" type="parTrans" cxnId="{797743D2-1E6D-41F8-88EC-0C0EECCEB12B}">
      <dgm:prSet/>
      <dgm:spPr/>
      <dgm:t>
        <a:bodyPr/>
        <a:lstStyle/>
        <a:p>
          <a:endParaRPr lang="en-US"/>
        </a:p>
      </dgm:t>
    </dgm:pt>
    <dgm:pt modelId="{53435071-5765-48C1-9218-98C8F7EC3F50}" type="sibTrans" cxnId="{797743D2-1E6D-41F8-88EC-0C0EECCEB12B}">
      <dgm:prSet/>
      <dgm:spPr/>
      <dgm:t>
        <a:bodyPr/>
        <a:lstStyle/>
        <a:p>
          <a:endParaRPr lang="en-US"/>
        </a:p>
      </dgm:t>
    </dgm:pt>
    <dgm:pt modelId="{07DDFC22-44CB-45B4-9B6A-8D701AD21484}" type="pres">
      <dgm:prSet presAssocID="{E404A86B-50EE-4B9A-87FE-312622936B40}" presName="root" presStyleCnt="0">
        <dgm:presLayoutVars>
          <dgm:dir/>
          <dgm:resizeHandles val="exact"/>
        </dgm:presLayoutVars>
      </dgm:prSet>
      <dgm:spPr/>
    </dgm:pt>
    <dgm:pt modelId="{91CEB657-E53E-4C3A-997A-000EAF47CC46}" type="pres">
      <dgm:prSet presAssocID="{E404A86B-50EE-4B9A-87FE-312622936B40}" presName="container" presStyleCnt="0">
        <dgm:presLayoutVars>
          <dgm:dir/>
          <dgm:resizeHandles val="exact"/>
        </dgm:presLayoutVars>
      </dgm:prSet>
      <dgm:spPr/>
    </dgm:pt>
    <dgm:pt modelId="{48F5DD99-1AFE-48F9-93AC-7174092476D0}" type="pres">
      <dgm:prSet presAssocID="{FFA7C438-E5B6-4423-A4DF-87D47749BD5F}" presName="compNode" presStyleCnt="0"/>
      <dgm:spPr/>
    </dgm:pt>
    <dgm:pt modelId="{CFCB67B4-6624-4531-B921-F1D4B2B40CEC}" type="pres">
      <dgm:prSet presAssocID="{FFA7C438-E5B6-4423-A4DF-87D47749BD5F}" presName="iconBgRect" presStyleLbl="bgShp" presStyleIdx="0" presStyleCnt="4"/>
      <dgm:spPr/>
    </dgm:pt>
    <dgm:pt modelId="{40C738DE-9F3F-49CE-A2AB-A72318BF2DFC}" type="pres">
      <dgm:prSet presAssocID="{FFA7C438-E5B6-4423-A4DF-87D47749BD5F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FDDCDB76-F88E-4CC0-AD81-B1A06A1661D6}" type="pres">
      <dgm:prSet presAssocID="{FFA7C438-E5B6-4423-A4DF-87D47749BD5F}" presName="spaceRect" presStyleCnt="0"/>
      <dgm:spPr/>
    </dgm:pt>
    <dgm:pt modelId="{E584BEDE-B6E3-4AF9-AB3D-95FA556C3EDB}" type="pres">
      <dgm:prSet presAssocID="{FFA7C438-E5B6-4423-A4DF-87D47749BD5F}" presName="textRect" presStyleLbl="revTx" presStyleIdx="0" presStyleCnt="4">
        <dgm:presLayoutVars>
          <dgm:chMax val="1"/>
          <dgm:chPref val="1"/>
        </dgm:presLayoutVars>
      </dgm:prSet>
      <dgm:spPr/>
    </dgm:pt>
    <dgm:pt modelId="{401757A0-04B2-4C19-8B72-EAE6F2EB600F}" type="pres">
      <dgm:prSet presAssocID="{BB620D65-4E12-4AFF-9FB4-AB70AB2F23F5}" presName="sibTrans" presStyleLbl="sibTrans2D1" presStyleIdx="0" presStyleCnt="0"/>
      <dgm:spPr/>
    </dgm:pt>
    <dgm:pt modelId="{8DA991F2-3377-4F01-8A21-8486CB101FC2}" type="pres">
      <dgm:prSet presAssocID="{31A6CB7C-CA2C-4672-AF1F-F3526FC542B6}" presName="compNode" presStyleCnt="0"/>
      <dgm:spPr/>
    </dgm:pt>
    <dgm:pt modelId="{2CEB86C8-3F56-40E3-BA96-B171E6D558D2}" type="pres">
      <dgm:prSet presAssocID="{31A6CB7C-CA2C-4672-AF1F-F3526FC542B6}" presName="iconBgRect" presStyleLbl="bgShp" presStyleIdx="1" presStyleCnt="4"/>
      <dgm:spPr/>
    </dgm:pt>
    <dgm:pt modelId="{6B986D14-08E8-4686-8E94-172E3C228652}" type="pres">
      <dgm:prSet presAssocID="{31A6CB7C-CA2C-4672-AF1F-F3526FC542B6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40A69A0E-8E0E-459C-8D03-339B26192A22}" type="pres">
      <dgm:prSet presAssocID="{31A6CB7C-CA2C-4672-AF1F-F3526FC542B6}" presName="spaceRect" presStyleCnt="0"/>
      <dgm:spPr/>
    </dgm:pt>
    <dgm:pt modelId="{04DEF25C-8C74-4DED-A4B8-2652D94A0075}" type="pres">
      <dgm:prSet presAssocID="{31A6CB7C-CA2C-4672-AF1F-F3526FC542B6}" presName="textRect" presStyleLbl="revTx" presStyleIdx="1" presStyleCnt="4">
        <dgm:presLayoutVars>
          <dgm:chMax val="1"/>
          <dgm:chPref val="1"/>
        </dgm:presLayoutVars>
      </dgm:prSet>
      <dgm:spPr/>
    </dgm:pt>
    <dgm:pt modelId="{F6DA6E6C-8BB8-4029-B2DE-9A729A040F5A}" type="pres">
      <dgm:prSet presAssocID="{346DBF97-3D1D-4508-A3F4-BA970ADE7A86}" presName="sibTrans" presStyleLbl="sibTrans2D1" presStyleIdx="0" presStyleCnt="0"/>
      <dgm:spPr/>
    </dgm:pt>
    <dgm:pt modelId="{BB0522CB-9AEE-4090-84E8-12DB8F47556B}" type="pres">
      <dgm:prSet presAssocID="{6D3A513A-80FA-4F93-8206-90527E54822B}" presName="compNode" presStyleCnt="0"/>
      <dgm:spPr/>
    </dgm:pt>
    <dgm:pt modelId="{95CFA39F-0007-41A6-9503-6EA3AB81079E}" type="pres">
      <dgm:prSet presAssocID="{6D3A513A-80FA-4F93-8206-90527E54822B}" presName="iconBgRect" presStyleLbl="bgShp" presStyleIdx="2" presStyleCnt="4"/>
      <dgm:spPr/>
    </dgm:pt>
    <dgm:pt modelId="{5BE77868-DF87-44B9-B016-1038AE0660C1}" type="pres">
      <dgm:prSet presAssocID="{6D3A513A-80FA-4F93-8206-90527E54822B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8FD09B63-B70E-4487-B7CE-7111AEE920BD}" type="pres">
      <dgm:prSet presAssocID="{6D3A513A-80FA-4F93-8206-90527E54822B}" presName="spaceRect" presStyleCnt="0"/>
      <dgm:spPr/>
    </dgm:pt>
    <dgm:pt modelId="{567C1DCA-FFF5-47CD-A6A4-8B71D90E8CB0}" type="pres">
      <dgm:prSet presAssocID="{6D3A513A-80FA-4F93-8206-90527E54822B}" presName="textRect" presStyleLbl="revTx" presStyleIdx="2" presStyleCnt="4">
        <dgm:presLayoutVars>
          <dgm:chMax val="1"/>
          <dgm:chPref val="1"/>
        </dgm:presLayoutVars>
      </dgm:prSet>
      <dgm:spPr/>
    </dgm:pt>
    <dgm:pt modelId="{02617362-DF0A-4CFC-A0F2-31CC8A03BAD7}" type="pres">
      <dgm:prSet presAssocID="{153F7D7F-7237-45CF-A207-021CBBDEEA15}" presName="sibTrans" presStyleLbl="sibTrans2D1" presStyleIdx="0" presStyleCnt="0"/>
      <dgm:spPr/>
    </dgm:pt>
    <dgm:pt modelId="{4CAF91F3-C38E-4907-9119-57A13B7FE364}" type="pres">
      <dgm:prSet presAssocID="{D0BD54EC-445C-492A-8006-C67F4C341048}" presName="compNode" presStyleCnt="0"/>
      <dgm:spPr/>
    </dgm:pt>
    <dgm:pt modelId="{BA709228-3E38-4862-874E-FA984B2C253B}" type="pres">
      <dgm:prSet presAssocID="{D0BD54EC-445C-492A-8006-C67F4C341048}" presName="iconBgRect" presStyleLbl="bgShp" presStyleIdx="3" presStyleCnt="4"/>
      <dgm:spPr/>
    </dgm:pt>
    <dgm:pt modelId="{30E4F51F-5AB0-4724-BA48-D5D3C09134D1}" type="pres">
      <dgm:prSet presAssocID="{D0BD54EC-445C-492A-8006-C67F4C341048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CF45AFA2-EAAB-448F-BAC7-B9DEE0F49CF0}" type="pres">
      <dgm:prSet presAssocID="{D0BD54EC-445C-492A-8006-C67F4C341048}" presName="spaceRect" presStyleCnt="0"/>
      <dgm:spPr/>
    </dgm:pt>
    <dgm:pt modelId="{4C017AB6-099F-4303-9590-3AE2E3457B7D}" type="pres">
      <dgm:prSet presAssocID="{D0BD54EC-445C-492A-8006-C67F4C341048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A565B001-0496-4387-918F-7BAF1A5BCD04}" type="presOf" srcId="{153F7D7F-7237-45CF-A207-021CBBDEEA15}" destId="{02617362-DF0A-4CFC-A0F2-31CC8A03BAD7}" srcOrd="0" destOrd="0" presId="urn:microsoft.com/office/officeart/2018/2/layout/IconCircleList"/>
    <dgm:cxn modelId="{7AC51904-D247-4F03-BE2F-4C48B65BA5C0}" srcId="{E404A86B-50EE-4B9A-87FE-312622936B40}" destId="{FFA7C438-E5B6-4423-A4DF-87D47749BD5F}" srcOrd="0" destOrd="0" parTransId="{00EA808A-4E01-49FC-9DBB-4649C6F78E0F}" sibTransId="{BB620D65-4E12-4AFF-9FB4-AB70AB2F23F5}"/>
    <dgm:cxn modelId="{E7912D16-9F22-4824-BCF6-EBDA03AF200B}" type="presOf" srcId="{FFA7C438-E5B6-4423-A4DF-87D47749BD5F}" destId="{E584BEDE-B6E3-4AF9-AB3D-95FA556C3EDB}" srcOrd="0" destOrd="0" presId="urn:microsoft.com/office/officeart/2018/2/layout/IconCircleList"/>
    <dgm:cxn modelId="{E6B80D24-1EAE-43A1-B406-41D03158A1CF}" srcId="{E404A86B-50EE-4B9A-87FE-312622936B40}" destId="{31A6CB7C-CA2C-4672-AF1F-F3526FC542B6}" srcOrd="1" destOrd="0" parTransId="{90672110-7FCC-4389-935F-F781D043CC32}" sibTransId="{346DBF97-3D1D-4508-A3F4-BA970ADE7A86}"/>
    <dgm:cxn modelId="{DF513C3A-8A49-4938-B9CF-A76A2B4FFAB7}" type="presOf" srcId="{6D3A513A-80FA-4F93-8206-90527E54822B}" destId="{567C1DCA-FFF5-47CD-A6A4-8B71D90E8CB0}" srcOrd="0" destOrd="0" presId="urn:microsoft.com/office/officeart/2018/2/layout/IconCircleList"/>
    <dgm:cxn modelId="{73924D49-39CD-425A-B678-27A40796ED48}" type="presOf" srcId="{31A6CB7C-CA2C-4672-AF1F-F3526FC542B6}" destId="{04DEF25C-8C74-4DED-A4B8-2652D94A0075}" srcOrd="0" destOrd="0" presId="urn:microsoft.com/office/officeart/2018/2/layout/IconCircleList"/>
    <dgm:cxn modelId="{B047A649-D8BC-41A9-84DF-703406690502}" type="presOf" srcId="{D0BD54EC-445C-492A-8006-C67F4C341048}" destId="{4C017AB6-099F-4303-9590-3AE2E3457B7D}" srcOrd="0" destOrd="0" presId="urn:microsoft.com/office/officeart/2018/2/layout/IconCircleList"/>
    <dgm:cxn modelId="{B8887F85-B22B-4F31-9776-FE5385533732}" type="presOf" srcId="{BB620D65-4E12-4AFF-9FB4-AB70AB2F23F5}" destId="{401757A0-04B2-4C19-8B72-EAE6F2EB600F}" srcOrd="0" destOrd="0" presId="urn:microsoft.com/office/officeart/2018/2/layout/IconCircleList"/>
    <dgm:cxn modelId="{4195B2AD-B366-4748-A90A-AA5A938BEC40}" type="presOf" srcId="{E404A86B-50EE-4B9A-87FE-312622936B40}" destId="{07DDFC22-44CB-45B4-9B6A-8D701AD21484}" srcOrd="0" destOrd="0" presId="urn:microsoft.com/office/officeart/2018/2/layout/IconCircleList"/>
    <dgm:cxn modelId="{71C0ADCE-1B87-4741-B914-42E99A08E252}" srcId="{E404A86B-50EE-4B9A-87FE-312622936B40}" destId="{6D3A513A-80FA-4F93-8206-90527E54822B}" srcOrd="2" destOrd="0" parTransId="{927C86D6-2F0D-4154-B4D6-13E1182E6745}" sibTransId="{153F7D7F-7237-45CF-A207-021CBBDEEA15}"/>
    <dgm:cxn modelId="{797743D2-1E6D-41F8-88EC-0C0EECCEB12B}" srcId="{E404A86B-50EE-4B9A-87FE-312622936B40}" destId="{D0BD54EC-445C-492A-8006-C67F4C341048}" srcOrd="3" destOrd="0" parTransId="{3AFAB31B-9186-42B5-95C8-7D0C8660F54D}" sibTransId="{53435071-5765-48C1-9218-98C8F7EC3F50}"/>
    <dgm:cxn modelId="{12A3B5EA-3C25-40F2-8FB9-1CE2B98034F9}" type="presOf" srcId="{346DBF97-3D1D-4508-A3F4-BA970ADE7A86}" destId="{F6DA6E6C-8BB8-4029-B2DE-9A729A040F5A}" srcOrd="0" destOrd="0" presId="urn:microsoft.com/office/officeart/2018/2/layout/IconCircleList"/>
    <dgm:cxn modelId="{0FE0971C-311E-491A-A548-36B525C666EC}" type="presParOf" srcId="{07DDFC22-44CB-45B4-9B6A-8D701AD21484}" destId="{91CEB657-E53E-4C3A-997A-000EAF47CC46}" srcOrd="0" destOrd="0" presId="urn:microsoft.com/office/officeart/2018/2/layout/IconCircleList"/>
    <dgm:cxn modelId="{11E5CAA0-1313-452C-AE06-B9D356CB1866}" type="presParOf" srcId="{91CEB657-E53E-4C3A-997A-000EAF47CC46}" destId="{48F5DD99-1AFE-48F9-93AC-7174092476D0}" srcOrd="0" destOrd="0" presId="urn:microsoft.com/office/officeart/2018/2/layout/IconCircleList"/>
    <dgm:cxn modelId="{030D9559-061F-4E10-BD58-9B1CFAB0AD57}" type="presParOf" srcId="{48F5DD99-1AFE-48F9-93AC-7174092476D0}" destId="{CFCB67B4-6624-4531-B921-F1D4B2B40CEC}" srcOrd="0" destOrd="0" presId="urn:microsoft.com/office/officeart/2018/2/layout/IconCircleList"/>
    <dgm:cxn modelId="{3B7EC6CA-FA71-497A-A45A-F73490B2FBEA}" type="presParOf" srcId="{48F5DD99-1AFE-48F9-93AC-7174092476D0}" destId="{40C738DE-9F3F-49CE-A2AB-A72318BF2DFC}" srcOrd="1" destOrd="0" presId="urn:microsoft.com/office/officeart/2018/2/layout/IconCircleList"/>
    <dgm:cxn modelId="{BD8E4C84-D00E-4BE1-A796-8D0D10FDDF3D}" type="presParOf" srcId="{48F5DD99-1AFE-48F9-93AC-7174092476D0}" destId="{FDDCDB76-F88E-4CC0-AD81-B1A06A1661D6}" srcOrd="2" destOrd="0" presId="urn:microsoft.com/office/officeart/2018/2/layout/IconCircleList"/>
    <dgm:cxn modelId="{4BB8583B-EB9A-459F-8A29-F7878264FC24}" type="presParOf" srcId="{48F5DD99-1AFE-48F9-93AC-7174092476D0}" destId="{E584BEDE-B6E3-4AF9-AB3D-95FA556C3EDB}" srcOrd="3" destOrd="0" presId="urn:microsoft.com/office/officeart/2018/2/layout/IconCircleList"/>
    <dgm:cxn modelId="{FE93D572-BAE0-4E44-BF7E-D64E4812F6A7}" type="presParOf" srcId="{91CEB657-E53E-4C3A-997A-000EAF47CC46}" destId="{401757A0-04B2-4C19-8B72-EAE6F2EB600F}" srcOrd="1" destOrd="0" presId="urn:microsoft.com/office/officeart/2018/2/layout/IconCircleList"/>
    <dgm:cxn modelId="{469982C2-0EF7-497B-BB98-941298E53DF4}" type="presParOf" srcId="{91CEB657-E53E-4C3A-997A-000EAF47CC46}" destId="{8DA991F2-3377-4F01-8A21-8486CB101FC2}" srcOrd="2" destOrd="0" presId="urn:microsoft.com/office/officeart/2018/2/layout/IconCircleList"/>
    <dgm:cxn modelId="{977B32DB-1EBC-4949-9AB8-CF2E105980C7}" type="presParOf" srcId="{8DA991F2-3377-4F01-8A21-8486CB101FC2}" destId="{2CEB86C8-3F56-40E3-BA96-B171E6D558D2}" srcOrd="0" destOrd="0" presId="urn:microsoft.com/office/officeart/2018/2/layout/IconCircleList"/>
    <dgm:cxn modelId="{9863A6FA-7892-4CD5-AA0E-F4FB56BC8066}" type="presParOf" srcId="{8DA991F2-3377-4F01-8A21-8486CB101FC2}" destId="{6B986D14-08E8-4686-8E94-172E3C228652}" srcOrd="1" destOrd="0" presId="urn:microsoft.com/office/officeart/2018/2/layout/IconCircleList"/>
    <dgm:cxn modelId="{DB6B1A4E-FF0C-425B-84E0-5FD2DDB91A02}" type="presParOf" srcId="{8DA991F2-3377-4F01-8A21-8486CB101FC2}" destId="{40A69A0E-8E0E-459C-8D03-339B26192A22}" srcOrd="2" destOrd="0" presId="urn:microsoft.com/office/officeart/2018/2/layout/IconCircleList"/>
    <dgm:cxn modelId="{811E51CC-C028-4B5D-80C1-96BBA3128580}" type="presParOf" srcId="{8DA991F2-3377-4F01-8A21-8486CB101FC2}" destId="{04DEF25C-8C74-4DED-A4B8-2652D94A0075}" srcOrd="3" destOrd="0" presId="urn:microsoft.com/office/officeart/2018/2/layout/IconCircleList"/>
    <dgm:cxn modelId="{C397C9B9-B5DB-4A86-9CC0-63AEEBCF9A6E}" type="presParOf" srcId="{91CEB657-E53E-4C3A-997A-000EAF47CC46}" destId="{F6DA6E6C-8BB8-4029-B2DE-9A729A040F5A}" srcOrd="3" destOrd="0" presId="urn:microsoft.com/office/officeart/2018/2/layout/IconCircleList"/>
    <dgm:cxn modelId="{52DACDED-96B5-4A82-A5E6-E7D11EFD6758}" type="presParOf" srcId="{91CEB657-E53E-4C3A-997A-000EAF47CC46}" destId="{BB0522CB-9AEE-4090-84E8-12DB8F47556B}" srcOrd="4" destOrd="0" presId="urn:microsoft.com/office/officeart/2018/2/layout/IconCircleList"/>
    <dgm:cxn modelId="{1B6AB912-573A-4E38-B11D-C68783E40FC5}" type="presParOf" srcId="{BB0522CB-9AEE-4090-84E8-12DB8F47556B}" destId="{95CFA39F-0007-41A6-9503-6EA3AB81079E}" srcOrd="0" destOrd="0" presId="urn:microsoft.com/office/officeart/2018/2/layout/IconCircleList"/>
    <dgm:cxn modelId="{2C3A75A7-7459-4C77-A2A8-12AB7328D278}" type="presParOf" srcId="{BB0522CB-9AEE-4090-84E8-12DB8F47556B}" destId="{5BE77868-DF87-44B9-B016-1038AE0660C1}" srcOrd="1" destOrd="0" presId="urn:microsoft.com/office/officeart/2018/2/layout/IconCircleList"/>
    <dgm:cxn modelId="{87D865A7-202C-465F-BE2A-E76E5DAA01F6}" type="presParOf" srcId="{BB0522CB-9AEE-4090-84E8-12DB8F47556B}" destId="{8FD09B63-B70E-4487-B7CE-7111AEE920BD}" srcOrd="2" destOrd="0" presId="urn:microsoft.com/office/officeart/2018/2/layout/IconCircleList"/>
    <dgm:cxn modelId="{1ACC0EF1-60C4-404F-A0C2-162DA045AA06}" type="presParOf" srcId="{BB0522CB-9AEE-4090-84E8-12DB8F47556B}" destId="{567C1DCA-FFF5-47CD-A6A4-8B71D90E8CB0}" srcOrd="3" destOrd="0" presId="urn:microsoft.com/office/officeart/2018/2/layout/IconCircleList"/>
    <dgm:cxn modelId="{D1DB9932-F82C-470D-B181-62774507CE1B}" type="presParOf" srcId="{91CEB657-E53E-4C3A-997A-000EAF47CC46}" destId="{02617362-DF0A-4CFC-A0F2-31CC8A03BAD7}" srcOrd="5" destOrd="0" presId="urn:microsoft.com/office/officeart/2018/2/layout/IconCircleList"/>
    <dgm:cxn modelId="{64B52950-743A-4D15-8768-A9B81C8CE4A0}" type="presParOf" srcId="{91CEB657-E53E-4C3A-997A-000EAF47CC46}" destId="{4CAF91F3-C38E-4907-9119-57A13B7FE364}" srcOrd="6" destOrd="0" presId="urn:microsoft.com/office/officeart/2018/2/layout/IconCircleList"/>
    <dgm:cxn modelId="{BFC64BFC-0C22-4374-A32B-19F5FD0A9C17}" type="presParOf" srcId="{4CAF91F3-C38E-4907-9119-57A13B7FE364}" destId="{BA709228-3E38-4862-874E-FA984B2C253B}" srcOrd="0" destOrd="0" presId="urn:microsoft.com/office/officeart/2018/2/layout/IconCircleList"/>
    <dgm:cxn modelId="{5557653F-7F82-44D5-8760-9B7423C5A1D4}" type="presParOf" srcId="{4CAF91F3-C38E-4907-9119-57A13B7FE364}" destId="{30E4F51F-5AB0-4724-BA48-D5D3C09134D1}" srcOrd="1" destOrd="0" presId="urn:microsoft.com/office/officeart/2018/2/layout/IconCircleList"/>
    <dgm:cxn modelId="{BFC99DC9-24B2-4038-8F34-21FA9A6F2457}" type="presParOf" srcId="{4CAF91F3-C38E-4907-9119-57A13B7FE364}" destId="{CF45AFA2-EAAB-448F-BAC7-B9DEE0F49CF0}" srcOrd="2" destOrd="0" presId="urn:microsoft.com/office/officeart/2018/2/layout/IconCircleList"/>
    <dgm:cxn modelId="{21D24D19-2D05-42B3-A14E-59C34035B911}" type="presParOf" srcId="{4CAF91F3-C38E-4907-9119-57A13B7FE364}" destId="{4C017AB6-099F-4303-9590-3AE2E3457B7D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FD53323F-D344-4F1D-8C48-7E935819461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72E70FA7-A3D9-4FD5-BBF4-F5993DF48293}">
      <dgm:prSet/>
      <dgm:spPr/>
      <dgm:t>
        <a:bodyPr/>
        <a:lstStyle/>
        <a:p>
          <a:r>
            <a:rPr lang="en-US"/>
            <a:t>Developers have been storing JSON in varchar/nvarchar columns for years</a:t>
          </a:r>
        </a:p>
      </dgm:t>
    </dgm:pt>
    <dgm:pt modelId="{8E876AFE-B9E6-4341-A989-195B205A595F}" type="parTrans" cxnId="{D7E689A3-8394-4276-A56A-ED55AF95339B}">
      <dgm:prSet/>
      <dgm:spPr/>
      <dgm:t>
        <a:bodyPr/>
        <a:lstStyle/>
        <a:p>
          <a:endParaRPr lang="en-US"/>
        </a:p>
      </dgm:t>
    </dgm:pt>
    <dgm:pt modelId="{FAA559F1-247C-4DC4-B6D8-F9385FBB676E}" type="sibTrans" cxnId="{D7E689A3-8394-4276-A56A-ED55AF95339B}">
      <dgm:prSet/>
      <dgm:spPr/>
      <dgm:t>
        <a:bodyPr/>
        <a:lstStyle/>
        <a:p>
          <a:endParaRPr lang="en-US"/>
        </a:p>
      </dgm:t>
    </dgm:pt>
    <dgm:pt modelId="{6CD18754-CD82-45CC-9BDC-CE0B45D5493A}">
      <dgm:prSet/>
      <dgm:spPr/>
      <dgm:t>
        <a:bodyPr/>
        <a:lstStyle/>
        <a:p>
          <a:r>
            <a:rPr lang="en-US"/>
            <a:t>No validation, no specialized indexing, no binary optimization</a:t>
          </a:r>
        </a:p>
      </dgm:t>
    </dgm:pt>
    <dgm:pt modelId="{467E7513-6C08-4158-8046-943131A3665C}" type="parTrans" cxnId="{158FD0BB-D67E-4E3B-B18F-B45785BC4F11}">
      <dgm:prSet/>
      <dgm:spPr/>
      <dgm:t>
        <a:bodyPr/>
        <a:lstStyle/>
        <a:p>
          <a:endParaRPr lang="en-US"/>
        </a:p>
      </dgm:t>
    </dgm:pt>
    <dgm:pt modelId="{17FD9087-EACC-4906-B5E1-5D7D9CC0F418}" type="sibTrans" cxnId="{158FD0BB-D67E-4E3B-B18F-B45785BC4F11}">
      <dgm:prSet/>
      <dgm:spPr/>
      <dgm:t>
        <a:bodyPr/>
        <a:lstStyle/>
        <a:p>
          <a:endParaRPr lang="en-US"/>
        </a:p>
      </dgm:t>
    </dgm:pt>
    <dgm:pt modelId="{691B696A-C247-473A-8F4B-48E5BE9374C6}">
      <dgm:prSet/>
      <dgm:spPr/>
      <dgm:t>
        <a:bodyPr/>
        <a:lstStyle/>
        <a:p>
          <a:r>
            <a:rPr lang="en-US"/>
            <a:t>JSON functions worked, but storage was inefficient</a:t>
          </a:r>
        </a:p>
      </dgm:t>
    </dgm:pt>
    <dgm:pt modelId="{755688EB-AC5B-4884-87F7-086744A52FFE}" type="parTrans" cxnId="{9B813651-0EAC-4C4E-9A04-460CB5563F62}">
      <dgm:prSet/>
      <dgm:spPr/>
      <dgm:t>
        <a:bodyPr/>
        <a:lstStyle/>
        <a:p>
          <a:endParaRPr lang="en-US"/>
        </a:p>
      </dgm:t>
    </dgm:pt>
    <dgm:pt modelId="{D2D08220-7714-48D4-9805-E6F7D4C4C1D9}" type="sibTrans" cxnId="{9B813651-0EAC-4C4E-9A04-460CB5563F62}">
      <dgm:prSet/>
      <dgm:spPr/>
      <dgm:t>
        <a:bodyPr/>
        <a:lstStyle/>
        <a:p>
          <a:endParaRPr lang="en-US"/>
        </a:p>
      </dgm:t>
    </dgm:pt>
    <dgm:pt modelId="{AF085F40-C267-49E3-A5BB-D7469A73054D}" type="pres">
      <dgm:prSet presAssocID="{FD53323F-D344-4F1D-8C48-7E935819461D}" presName="root" presStyleCnt="0">
        <dgm:presLayoutVars>
          <dgm:dir/>
          <dgm:resizeHandles val="exact"/>
        </dgm:presLayoutVars>
      </dgm:prSet>
      <dgm:spPr/>
    </dgm:pt>
    <dgm:pt modelId="{DD8642BC-0710-4E69-9A1A-977F597370B5}" type="pres">
      <dgm:prSet presAssocID="{72E70FA7-A3D9-4FD5-BBF4-F5993DF48293}" presName="compNode" presStyleCnt="0"/>
      <dgm:spPr/>
    </dgm:pt>
    <dgm:pt modelId="{04C4C580-45D8-40EC-9F02-69406D3E55B9}" type="pres">
      <dgm:prSet presAssocID="{72E70FA7-A3D9-4FD5-BBF4-F5993DF48293}" presName="bgRect" presStyleLbl="bgShp" presStyleIdx="0" presStyleCnt="3"/>
      <dgm:spPr/>
    </dgm:pt>
    <dgm:pt modelId="{75F41871-78E1-4F85-8692-774EE0363DC3}" type="pres">
      <dgm:prSet presAssocID="{72E70FA7-A3D9-4FD5-BBF4-F5993DF48293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1FF7BBAE-C2B4-4896-8156-E29D9156353B}" type="pres">
      <dgm:prSet presAssocID="{72E70FA7-A3D9-4FD5-BBF4-F5993DF48293}" presName="spaceRect" presStyleCnt="0"/>
      <dgm:spPr/>
    </dgm:pt>
    <dgm:pt modelId="{A54CA2C8-6E4F-4041-BC23-2F4F244A0616}" type="pres">
      <dgm:prSet presAssocID="{72E70FA7-A3D9-4FD5-BBF4-F5993DF48293}" presName="parTx" presStyleLbl="revTx" presStyleIdx="0" presStyleCnt="3">
        <dgm:presLayoutVars>
          <dgm:chMax val="0"/>
          <dgm:chPref val="0"/>
        </dgm:presLayoutVars>
      </dgm:prSet>
      <dgm:spPr/>
    </dgm:pt>
    <dgm:pt modelId="{51355F71-622C-42E2-B8ED-7E7F00B3B8DE}" type="pres">
      <dgm:prSet presAssocID="{FAA559F1-247C-4DC4-B6D8-F9385FBB676E}" presName="sibTrans" presStyleCnt="0"/>
      <dgm:spPr/>
    </dgm:pt>
    <dgm:pt modelId="{92C9FE60-D88B-471A-8680-9CBEFA32D45C}" type="pres">
      <dgm:prSet presAssocID="{6CD18754-CD82-45CC-9BDC-CE0B45D5493A}" presName="compNode" presStyleCnt="0"/>
      <dgm:spPr/>
    </dgm:pt>
    <dgm:pt modelId="{2E03CDCA-CE39-403A-B997-DFDD8613B7D0}" type="pres">
      <dgm:prSet presAssocID="{6CD18754-CD82-45CC-9BDC-CE0B45D5493A}" presName="bgRect" presStyleLbl="bgShp" presStyleIdx="1" presStyleCnt="3"/>
      <dgm:spPr/>
    </dgm:pt>
    <dgm:pt modelId="{481E7D28-478D-4C13-86A2-750FFEACAF5A}" type="pres">
      <dgm:prSet presAssocID="{6CD18754-CD82-45CC-9BDC-CE0B45D5493A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A5D1A0FB-3E9F-4018-AB08-C6F72319BBF6}" type="pres">
      <dgm:prSet presAssocID="{6CD18754-CD82-45CC-9BDC-CE0B45D5493A}" presName="spaceRect" presStyleCnt="0"/>
      <dgm:spPr/>
    </dgm:pt>
    <dgm:pt modelId="{37572E8E-FE2B-49EC-B257-2302EB6E8063}" type="pres">
      <dgm:prSet presAssocID="{6CD18754-CD82-45CC-9BDC-CE0B45D5493A}" presName="parTx" presStyleLbl="revTx" presStyleIdx="1" presStyleCnt="3">
        <dgm:presLayoutVars>
          <dgm:chMax val="0"/>
          <dgm:chPref val="0"/>
        </dgm:presLayoutVars>
      </dgm:prSet>
      <dgm:spPr/>
    </dgm:pt>
    <dgm:pt modelId="{DEE6A80E-8351-461E-8F6A-76C649E4AE50}" type="pres">
      <dgm:prSet presAssocID="{17FD9087-EACC-4906-B5E1-5D7D9CC0F418}" presName="sibTrans" presStyleCnt="0"/>
      <dgm:spPr/>
    </dgm:pt>
    <dgm:pt modelId="{96BB485A-84FA-4773-9955-6610A511FF44}" type="pres">
      <dgm:prSet presAssocID="{691B696A-C247-473A-8F4B-48E5BE9374C6}" presName="compNode" presStyleCnt="0"/>
      <dgm:spPr/>
    </dgm:pt>
    <dgm:pt modelId="{9820B9A3-4DF9-4335-B2B7-062D58E8505A}" type="pres">
      <dgm:prSet presAssocID="{691B696A-C247-473A-8F4B-48E5BE9374C6}" presName="bgRect" presStyleLbl="bgShp" presStyleIdx="2" presStyleCnt="3"/>
      <dgm:spPr/>
    </dgm:pt>
    <dgm:pt modelId="{AFE8889B-A52F-44DD-8EDF-BC3F9084D10A}" type="pres">
      <dgm:prSet presAssocID="{691B696A-C247-473A-8F4B-48E5BE9374C6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4DB61F88-35EB-4D91-B3C6-0D8AD7B0C340}" type="pres">
      <dgm:prSet presAssocID="{691B696A-C247-473A-8F4B-48E5BE9374C6}" presName="spaceRect" presStyleCnt="0"/>
      <dgm:spPr/>
    </dgm:pt>
    <dgm:pt modelId="{DBD5AB80-73F1-4B26-9BB2-155B647ACCAC}" type="pres">
      <dgm:prSet presAssocID="{691B696A-C247-473A-8F4B-48E5BE9374C6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5F5D411D-19A8-4F37-9CA4-DB024B1CD767}" type="presOf" srcId="{6CD18754-CD82-45CC-9BDC-CE0B45D5493A}" destId="{37572E8E-FE2B-49EC-B257-2302EB6E8063}" srcOrd="0" destOrd="0" presId="urn:microsoft.com/office/officeart/2018/2/layout/IconVerticalSolidList"/>
    <dgm:cxn modelId="{106F0D4B-581F-45C3-AD94-09216A05DA68}" type="presOf" srcId="{FD53323F-D344-4F1D-8C48-7E935819461D}" destId="{AF085F40-C267-49E3-A5BB-D7469A73054D}" srcOrd="0" destOrd="0" presId="urn:microsoft.com/office/officeart/2018/2/layout/IconVerticalSolidList"/>
    <dgm:cxn modelId="{9B813651-0EAC-4C4E-9A04-460CB5563F62}" srcId="{FD53323F-D344-4F1D-8C48-7E935819461D}" destId="{691B696A-C247-473A-8F4B-48E5BE9374C6}" srcOrd="2" destOrd="0" parTransId="{755688EB-AC5B-4884-87F7-086744A52FFE}" sibTransId="{D2D08220-7714-48D4-9805-E6F7D4C4C1D9}"/>
    <dgm:cxn modelId="{D7E689A3-8394-4276-A56A-ED55AF95339B}" srcId="{FD53323F-D344-4F1D-8C48-7E935819461D}" destId="{72E70FA7-A3D9-4FD5-BBF4-F5993DF48293}" srcOrd="0" destOrd="0" parTransId="{8E876AFE-B9E6-4341-A989-195B205A595F}" sibTransId="{FAA559F1-247C-4DC4-B6D8-F9385FBB676E}"/>
    <dgm:cxn modelId="{158FD0BB-D67E-4E3B-B18F-B45785BC4F11}" srcId="{FD53323F-D344-4F1D-8C48-7E935819461D}" destId="{6CD18754-CD82-45CC-9BDC-CE0B45D5493A}" srcOrd="1" destOrd="0" parTransId="{467E7513-6C08-4158-8046-943131A3665C}" sibTransId="{17FD9087-EACC-4906-B5E1-5D7D9CC0F418}"/>
    <dgm:cxn modelId="{8C0B47C3-0D1D-487A-8979-59F024FD287F}" type="presOf" srcId="{72E70FA7-A3D9-4FD5-BBF4-F5993DF48293}" destId="{A54CA2C8-6E4F-4041-BC23-2F4F244A0616}" srcOrd="0" destOrd="0" presId="urn:microsoft.com/office/officeart/2018/2/layout/IconVerticalSolidList"/>
    <dgm:cxn modelId="{8F86A7F0-E2BE-47D2-8F4A-6DC0E55C0A6B}" type="presOf" srcId="{691B696A-C247-473A-8F4B-48E5BE9374C6}" destId="{DBD5AB80-73F1-4B26-9BB2-155B647ACCAC}" srcOrd="0" destOrd="0" presId="urn:microsoft.com/office/officeart/2018/2/layout/IconVerticalSolidList"/>
    <dgm:cxn modelId="{D260B798-46BB-4564-ABED-BDB7CEAD3C6F}" type="presParOf" srcId="{AF085F40-C267-49E3-A5BB-D7469A73054D}" destId="{DD8642BC-0710-4E69-9A1A-977F597370B5}" srcOrd="0" destOrd="0" presId="urn:microsoft.com/office/officeart/2018/2/layout/IconVerticalSolidList"/>
    <dgm:cxn modelId="{F2E1DD22-79DC-4DD4-8ED3-477B16DA9E8B}" type="presParOf" srcId="{DD8642BC-0710-4E69-9A1A-977F597370B5}" destId="{04C4C580-45D8-40EC-9F02-69406D3E55B9}" srcOrd="0" destOrd="0" presId="urn:microsoft.com/office/officeart/2018/2/layout/IconVerticalSolidList"/>
    <dgm:cxn modelId="{BD8D61AC-E41F-41CC-8EF5-FA1CF1062C66}" type="presParOf" srcId="{DD8642BC-0710-4E69-9A1A-977F597370B5}" destId="{75F41871-78E1-4F85-8692-774EE0363DC3}" srcOrd="1" destOrd="0" presId="urn:microsoft.com/office/officeart/2018/2/layout/IconVerticalSolidList"/>
    <dgm:cxn modelId="{8C407361-2E76-40BA-97C3-4BB3C3F9DCBA}" type="presParOf" srcId="{DD8642BC-0710-4E69-9A1A-977F597370B5}" destId="{1FF7BBAE-C2B4-4896-8156-E29D9156353B}" srcOrd="2" destOrd="0" presId="urn:microsoft.com/office/officeart/2018/2/layout/IconVerticalSolidList"/>
    <dgm:cxn modelId="{858EDCD5-985E-4252-9044-AAFBD4288E6C}" type="presParOf" srcId="{DD8642BC-0710-4E69-9A1A-977F597370B5}" destId="{A54CA2C8-6E4F-4041-BC23-2F4F244A0616}" srcOrd="3" destOrd="0" presId="urn:microsoft.com/office/officeart/2018/2/layout/IconVerticalSolidList"/>
    <dgm:cxn modelId="{8079E5F0-DB4F-43EE-8447-196A61E6DEE4}" type="presParOf" srcId="{AF085F40-C267-49E3-A5BB-D7469A73054D}" destId="{51355F71-622C-42E2-B8ED-7E7F00B3B8DE}" srcOrd="1" destOrd="0" presId="urn:microsoft.com/office/officeart/2018/2/layout/IconVerticalSolidList"/>
    <dgm:cxn modelId="{EAE00C8D-6561-4D4D-AC4A-3130A68F8A18}" type="presParOf" srcId="{AF085F40-C267-49E3-A5BB-D7469A73054D}" destId="{92C9FE60-D88B-471A-8680-9CBEFA32D45C}" srcOrd="2" destOrd="0" presId="urn:microsoft.com/office/officeart/2018/2/layout/IconVerticalSolidList"/>
    <dgm:cxn modelId="{43F52A0F-6FC2-4BC4-A0F6-DED8D32F1AA7}" type="presParOf" srcId="{92C9FE60-D88B-471A-8680-9CBEFA32D45C}" destId="{2E03CDCA-CE39-403A-B997-DFDD8613B7D0}" srcOrd="0" destOrd="0" presId="urn:microsoft.com/office/officeart/2018/2/layout/IconVerticalSolidList"/>
    <dgm:cxn modelId="{C1CC7E13-8633-4290-A55A-299C651141AD}" type="presParOf" srcId="{92C9FE60-D88B-471A-8680-9CBEFA32D45C}" destId="{481E7D28-478D-4C13-86A2-750FFEACAF5A}" srcOrd="1" destOrd="0" presId="urn:microsoft.com/office/officeart/2018/2/layout/IconVerticalSolidList"/>
    <dgm:cxn modelId="{CD7CC610-132D-4267-A108-54B30CDDA192}" type="presParOf" srcId="{92C9FE60-D88B-471A-8680-9CBEFA32D45C}" destId="{A5D1A0FB-3E9F-4018-AB08-C6F72319BBF6}" srcOrd="2" destOrd="0" presId="urn:microsoft.com/office/officeart/2018/2/layout/IconVerticalSolidList"/>
    <dgm:cxn modelId="{812EDEF4-24C4-4FAA-B632-2F5D67A9672D}" type="presParOf" srcId="{92C9FE60-D88B-471A-8680-9CBEFA32D45C}" destId="{37572E8E-FE2B-49EC-B257-2302EB6E8063}" srcOrd="3" destOrd="0" presId="urn:microsoft.com/office/officeart/2018/2/layout/IconVerticalSolidList"/>
    <dgm:cxn modelId="{8D98B7E3-0AEC-4932-AFE9-4FC22C30AD3C}" type="presParOf" srcId="{AF085F40-C267-49E3-A5BB-D7469A73054D}" destId="{DEE6A80E-8351-461E-8F6A-76C649E4AE50}" srcOrd="3" destOrd="0" presId="urn:microsoft.com/office/officeart/2018/2/layout/IconVerticalSolidList"/>
    <dgm:cxn modelId="{E3A82DFB-FEC4-43D1-9128-198F459F41E1}" type="presParOf" srcId="{AF085F40-C267-49E3-A5BB-D7469A73054D}" destId="{96BB485A-84FA-4773-9955-6610A511FF44}" srcOrd="4" destOrd="0" presId="urn:microsoft.com/office/officeart/2018/2/layout/IconVerticalSolidList"/>
    <dgm:cxn modelId="{11393AFF-7D79-40BA-8939-F6ED3706AEAA}" type="presParOf" srcId="{96BB485A-84FA-4773-9955-6610A511FF44}" destId="{9820B9A3-4DF9-4335-B2B7-062D58E8505A}" srcOrd="0" destOrd="0" presId="urn:microsoft.com/office/officeart/2018/2/layout/IconVerticalSolidList"/>
    <dgm:cxn modelId="{C134301A-B193-49C5-B9B2-1C62FF992E64}" type="presParOf" srcId="{96BB485A-84FA-4773-9955-6610A511FF44}" destId="{AFE8889B-A52F-44DD-8EDF-BC3F9084D10A}" srcOrd="1" destOrd="0" presId="urn:microsoft.com/office/officeart/2018/2/layout/IconVerticalSolidList"/>
    <dgm:cxn modelId="{CA875980-4752-4041-92D7-0136EF044942}" type="presParOf" srcId="{96BB485A-84FA-4773-9955-6610A511FF44}" destId="{4DB61F88-35EB-4D91-B3C6-0D8AD7B0C340}" srcOrd="2" destOrd="0" presId="urn:microsoft.com/office/officeart/2018/2/layout/IconVerticalSolidList"/>
    <dgm:cxn modelId="{966078B8-F745-47D7-AA38-DDDA542F278A}" type="presParOf" srcId="{96BB485A-84FA-4773-9955-6610A511FF44}" destId="{DBD5AB80-73F1-4B26-9BB2-155B647ACCA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16A30B7D-CC88-4A47-9BA6-AC9F52E280ED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FBB7489-42CF-4AF4-AC8B-0D2AEBC4A23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New json data type: binary storage, up to 2GB</a:t>
          </a:r>
        </a:p>
      </dgm:t>
    </dgm:pt>
    <dgm:pt modelId="{07D7D8F4-D20C-4D72-A10D-14EBCBAD085C}" type="parTrans" cxnId="{E4E90F7E-37B7-4C52-A119-162F9F7B0A9A}">
      <dgm:prSet/>
      <dgm:spPr/>
      <dgm:t>
        <a:bodyPr/>
        <a:lstStyle/>
        <a:p>
          <a:endParaRPr lang="en-US"/>
        </a:p>
      </dgm:t>
    </dgm:pt>
    <dgm:pt modelId="{C5D991AE-CD05-4592-BB80-199DD28123FC}" type="sibTrans" cxnId="{E4E90F7E-37B7-4C52-A119-162F9F7B0A9A}">
      <dgm:prSet/>
      <dgm:spPr/>
      <dgm:t>
        <a:bodyPr/>
        <a:lstStyle/>
        <a:p>
          <a:endParaRPr lang="en-US"/>
        </a:p>
      </dgm:t>
    </dgm:pt>
    <dgm:pt modelId="{B2758EF4-553D-4F6C-BE0F-50709F8D7AE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Automatic validation on insert/update</a:t>
          </a:r>
        </a:p>
      </dgm:t>
    </dgm:pt>
    <dgm:pt modelId="{30F2E7C9-78E0-4B66-AEB7-C60A765D6A78}" type="parTrans" cxnId="{E16C76BB-A233-462E-A427-18E92D78183F}">
      <dgm:prSet/>
      <dgm:spPr/>
      <dgm:t>
        <a:bodyPr/>
        <a:lstStyle/>
        <a:p>
          <a:endParaRPr lang="en-US"/>
        </a:p>
      </dgm:t>
    </dgm:pt>
    <dgm:pt modelId="{0B017C6E-E929-407D-B372-A1C6F8EA9DA0}" type="sibTrans" cxnId="{E16C76BB-A233-462E-A427-18E92D78183F}">
      <dgm:prSet/>
      <dgm:spPr/>
      <dgm:t>
        <a:bodyPr/>
        <a:lstStyle/>
        <a:p>
          <a:endParaRPr lang="en-US"/>
        </a:p>
      </dgm:t>
    </dgm:pt>
    <dgm:pt modelId="{872CB673-3D40-441B-9628-FEE0FC24A67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Compressed storage: less I/O, fewer page reads</a:t>
          </a:r>
        </a:p>
      </dgm:t>
    </dgm:pt>
    <dgm:pt modelId="{E75C3750-80A4-4D19-8473-B2A9CF50979A}" type="parTrans" cxnId="{49FB4380-43A3-48F3-8A4F-8B20931C91A2}">
      <dgm:prSet/>
      <dgm:spPr/>
      <dgm:t>
        <a:bodyPr/>
        <a:lstStyle/>
        <a:p>
          <a:endParaRPr lang="en-US"/>
        </a:p>
      </dgm:t>
    </dgm:pt>
    <dgm:pt modelId="{0C1647F2-0FA2-453F-AF91-924286457AFE}" type="sibTrans" cxnId="{49FB4380-43A3-48F3-8A4F-8B20931C91A2}">
      <dgm:prSet/>
      <dgm:spPr/>
      <dgm:t>
        <a:bodyPr/>
        <a:lstStyle/>
        <a:p>
          <a:endParaRPr lang="en-US"/>
        </a:p>
      </dgm:t>
    </dgm:pt>
    <dgm:pt modelId="{2C49F9B1-DA62-40F1-B15A-A0922B4E5F3B}" type="pres">
      <dgm:prSet presAssocID="{16A30B7D-CC88-4A47-9BA6-AC9F52E280ED}" presName="root" presStyleCnt="0">
        <dgm:presLayoutVars>
          <dgm:dir/>
          <dgm:resizeHandles val="exact"/>
        </dgm:presLayoutVars>
      </dgm:prSet>
      <dgm:spPr/>
    </dgm:pt>
    <dgm:pt modelId="{7BB7D2FD-1864-42EA-8CE8-B9B6B2F587A4}" type="pres">
      <dgm:prSet presAssocID="{3FBB7489-42CF-4AF4-AC8B-0D2AEBC4A23D}" presName="compNode" presStyleCnt="0"/>
      <dgm:spPr/>
    </dgm:pt>
    <dgm:pt modelId="{4E8CFA81-BE0B-413E-A2F1-62433CA92871}" type="pres">
      <dgm:prSet presAssocID="{3FBB7489-42CF-4AF4-AC8B-0D2AEBC4A23D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54B4566F-8339-4882-8525-FBF973E42410}" type="pres">
      <dgm:prSet presAssocID="{3FBB7489-42CF-4AF4-AC8B-0D2AEBC4A23D}" presName="spaceRect" presStyleCnt="0"/>
      <dgm:spPr/>
    </dgm:pt>
    <dgm:pt modelId="{779E6006-5DD4-4822-9C90-896F05BCA95C}" type="pres">
      <dgm:prSet presAssocID="{3FBB7489-42CF-4AF4-AC8B-0D2AEBC4A23D}" presName="textRect" presStyleLbl="revTx" presStyleIdx="0" presStyleCnt="3">
        <dgm:presLayoutVars>
          <dgm:chMax val="1"/>
          <dgm:chPref val="1"/>
        </dgm:presLayoutVars>
      </dgm:prSet>
      <dgm:spPr/>
    </dgm:pt>
    <dgm:pt modelId="{1B047A62-F2D9-4692-A50A-87A7E2546332}" type="pres">
      <dgm:prSet presAssocID="{C5D991AE-CD05-4592-BB80-199DD28123FC}" presName="sibTrans" presStyleCnt="0"/>
      <dgm:spPr/>
    </dgm:pt>
    <dgm:pt modelId="{195AC0C5-1640-4141-B0C4-F6E0D29BB994}" type="pres">
      <dgm:prSet presAssocID="{B2758EF4-553D-4F6C-BE0F-50709F8D7AE7}" presName="compNode" presStyleCnt="0"/>
      <dgm:spPr/>
    </dgm:pt>
    <dgm:pt modelId="{9F2B8E73-6A22-42EE-B2A4-6FE29F8EBE3F}" type="pres">
      <dgm:prSet presAssocID="{B2758EF4-553D-4F6C-BE0F-50709F8D7AE7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AA11E3E5-8DDB-4551-8E72-B80E3DF24057}" type="pres">
      <dgm:prSet presAssocID="{B2758EF4-553D-4F6C-BE0F-50709F8D7AE7}" presName="spaceRect" presStyleCnt="0"/>
      <dgm:spPr/>
    </dgm:pt>
    <dgm:pt modelId="{BBB76F22-A402-4C8A-AA0F-8E4086821DF8}" type="pres">
      <dgm:prSet presAssocID="{B2758EF4-553D-4F6C-BE0F-50709F8D7AE7}" presName="textRect" presStyleLbl="revTx" presStyleIdx="1" presStyleCnt="3">
        <dgm:presLayoutVars>
          <dgm:chMax val="1"/>
          <dgm:chPref val="1"/>
        </dgm:presLayoutVars>
      </dgm:prSet>
      <dgm:spPr/>
    </dgm:pt>
    <dgm:pt modelId="{BAC735C0-345E-4F52-B7AE-0176DEE07B08}" type="pres">
      <dgm:prSet presAssocID="{0B017C6E-E929-407D-B372-A1C6F8EA9DA0}" presName="sibTrans" presStyleCnt="0"/>
      <dgm:spPr/>
    </dgm:pt>
    <dgm:pt modelId="{40B82059-EBB4-40AA-89B5-46191C1353E5}" type="pres">
      <dgm:prSet presAssocID="{872CB673-3D40-441B-9628-FEE0FC24A670}" presName="compNode" presStyleCnt="0"/>
      <dgm:spPr/>
    </dgm:pt>
    <dgm:pt modelId="{B63A5F90-251B-4EAE-80AF-D8CE78876C70}" type="pres">
      <dgm:prSet presAssocID="{872CB673-3D40-441B-9628-FEE0FC24A670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aper"/>
        </a:ext>
      </dgm:extLst>
    </dgm:pt>
    <dgm:pt modelId="{3FB95FB7-CDB8-40ED-B590-BF67B8C6611A}" type="pres">
      <dgm:prSet presAssocID="{872CB673-3D40-441B-9628-FEE0FC24A670}" presName="spaceRect" presStyleCnt="0"/>
      <dgm:spPr/>
    </dgm:pt>
    <dgm:pt modelId="{D6B75CD5-8BE0-4F20-B2F0-BEC654CA5520}" type="pres">
      <dgm:prSet presAssocID="{872CB673-3D40-441B-9628-FEE0FC24A670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5D1DDC1F-98D8-4889-AD26-AE1CD9AE9716}" type="presOf" srcId="{3FBB7489-42CF-4AF4-AC8B-0D2AEBC4A23D}" destId="{779E6006-5DD4-4822-9C90-896F05BCA95C}" srcOrd="0" destOrd="0" presId="urn:microsoft.com/office/officeart/2018/2/layout/IconLabelList"/>
    <dgm:cxn modelId="{E4E90F7E-37B7-4C52-A119-162F9F7B0A9A}" srcId="{16A30B7D-CC88-4A47-9BA6-AC9F52E280ED}" destId="{3FBB7489-42CF-4AF4-AC8B-0D2AEBC4A23D}" srcOrd="0" destOrd="0" parTransId="{07D7D8F4-D20C-4D72-A10D-14EBCBAD085C}" sibTransId="{C5D991AE-CD05-4592-BB80-199DD28123FC}"/>
    <dgm:cxn modelId="{49FB4380-43A3-48F3-8A4F-8B20931C91A2}" srcId="{16A30B7D-CC88-4A47-9BA6-AC9F52E280ED}" destId="{872CB673-3D40-441B-9628-FEE0FC24A670}" srcOrd="2" destOrd="0" parTransId="{E75C3750-80A4-4D19-8473-B2A9CF50979A}" sibTransId="{0C1647F2-0FA2-453F-AF91-924286457AFE}"/>
    <dgm:cxn modelId="{F582F4AC-6CED-49B6-95AD-4CF9662EC330}" type="presOf" srcId="{872CB673-3D40-441B-9628-FEE0FC24A670}" destId="{D6B75CD5-8BE0-4F20-B2F0-BEC654CA5520}" srcOrd="0" destOrd="0" presId="urn:microsoft.com/office/officeart/2018/2/layout/IconLabelList"/>
    <dgm:cxn modelId="{E16C76BB-A233-462E-A427-18E92D78183F}" srcId="{16A30B7D-CC88-4A47-9BA6-AC9F52E280ED}" destId="{B2758EF4-553D-4F6C-BE0F-50709F8D7AE7}" srcOrd="1" destOrd="0" parTransId="{30F2E7C9-78E0-4B66-AEB7-C60A765D6A78}" sibTransId="{0B017C6E-E929-407D-B372-A1C6F8EA9DA0}"/>
    <dgm:cxn modelId="{4D6DBBBE-7E64-4C83-9C7B-92BCB834DE66}" type="presOf" srcId="{16A30B7D-CC88-4A47-9BA6-AC9F52E280ED}" destId="{2C49F9B1-DA62-40F1-B15A-A0922B4E5F3B}" srcOrd="0" destOrd="0" presId="urn:microsoft.com/office/officeart/2018/2/layout/IconLabelList"/>
    <dgm:cxn modelId="{B5D0DAC2-5522-46BF-89AE-AB87D6464B44}" type="presOf" srcId="{B2758EF4-553D-4F6C-BE0F-50709F8D7AE7}" destId="{BBB76F22-A402-4C8A-AA0F-8E4086821DF8}" srcOrd="0" destOrd="0" presId="urn:microsoft.com/office/officeart/2018/2/layout/IconLabelList"/>
    <dgm:cxn modelId="{1769EE04-C0A0-4249-874A-D029B68D599D}" type="presParOf" srcId="{2C49F9B1-DA62-40F1-B15A-A0922B4E5F3B}" destId="{7BB7D2FD-1864-42EA-8CE8-B9B6B2F587A4}" srcOrd="0" destOrd="0" presId="urn:microsoft.com/office/officeart/2018/2/layout/IconLabelList"/>
    <dgm:cxn modelId="{20C87695-6A69-4D07-A3C3-E534C938099F}" type="presParOf" srcId="{7BB7D2FD-1864-42EA-8CE8-B9B6B2F587A4}" destId="{4E8CFA81-BE0B-413E-A2F1-62433CA92871}" srcOrd="0" destOrd="0" presId="urn:microsoft.com/office/officeart/2018/2/layout/IconLabelList"/>
    <dgm:cxn modelId="{C250A1B0-6D53-4F03-B667-995A9C1FA399}" type="presParOf" srcId="{7BB7D2FD-1864-42EA-8CE8-B9B6B2F587A4}" destId="{54B4566F-8339-4882-8525-FBF973E42410}" srcOrd="1" destOrd="0" presId="urn:microsoft.com/office/officeart/2018/2/layout/IconLabelList"/>
    <dgm:cxn modelId="{E85B27F3-FCE3-46B2-BBFE-6897103F8D7C}" type="presParOf" srcId="{7BB7D2FD-1864-42EA-8CE8-B9B6B2F587A4}" destId="{779E6006-5DD4-4822-9C90-896F05BCA95C}" srcOrd="2" destOrd="0" presId="urn:microsoft.com/office/officeart/2018/2/layout/IconLabelList"/>
    <dgm:cxn modelId="{627575B0-46F5-47F9-8A44-5FD2C7981628}" type="presParOf" srcId="{2C49F9B1-DA62-40F1-B15A-A0922B4E5F3B}" destId="{1B047A62-F2D9-4692-A50A-87A7E2546332}" srcOrd="1" destOrd="0" presId="urn:microsoft.com/office/officeart/2018/2/layout/IconLabelList"/>
    <dgm:cxn modelId="{3C94EB3A-660A-4ADF-A11A-8A3F135BF3A2}" type="presParOf" srcId="{2C49F9B1-DA62-40F1-B15A-A0922B4E5F3B}" destId="{195AC0C5-1640-4141-B0C4-F6E0D29BB994}" srcOrd="2" destOrd="0" presId="urn:microsoft.com/office/officeart/2018/2/layout/IconLabelList"/>
    <dgm:cxn modelId="{A6C507EA-C192-4CC0-9F24-44591F28604E}" type="presParOf" srcId="{195AC0C5-1640-4141-B0C4-F6E0D29BB994}" destId="{9F2B8E73-6A22-42EE-B2A4-6FE29F8EBE3F}" srcOrd="0" destOrd="0" presId="urn:microsoft.com/office/officeart/2018/2/layout/IconLabelList"/>
    <dgm:cxn modelId="{B5D4C75F-2A9B-4459-95AA-A726B746AB26}" type="presParOf" srcId="{195AC0C5-1640-4141-B0C4-F6E0D29BB994}" destId="{AA11E3E5-8DDB-4551-8E72-B80E3DF24057}" srcOrd="1" destOrd="0" presId="urn:microsoft.com/office/officeart/2018/2/layout/IconLabelList"/>
    <dgm:cxn modelId="{4F3CC034-F041-4201-AD03-5FC029E820D9}" type="presParOf" srcId="{195AC0C5-1640-4141-B0C4-F6E0D29BB994}" destId="{BBB76F22-A402-4C8A-AA0F-8E4086821DF8}" srcOrd="2" destOrd="0" presId="urn:microsoft.com/office/officeart/2018/2/layout/IconLabelList"/>
    <dgm:cxn modelId="{F72F771E-DE8C-4907-9F20-A65737CC2B65}" type="presParOf" srcId="{2C49F9B1-DA62-40F1-B15A-A0922B4E5F3B}" destId="{BAC735C0-345E-4F52-B7AE-0176DEE07B08}" srcOrd="3" destOrd="0" presId="urn:microsoft.com/office/officeart/2018/2/layout/IconLabelList"/>
    <dgm:cxn modelId="{9F42FD5E-6269-4368-BA09-CDDB571A0268}" type="presParOf" srcId="{2C49F9B1-DA62-40F1-B15A-A0922B4E5F3B}" destId="{40B82059-EBB4-40AA-89B5-46191C1353E5}" srcOrd="4" destOrd="0" presId="urn:microsoft.com/office/officeart/2018/2/layout/IconLabelList"/>
    <dgm:cxn modelId="{9B085305-22AB-4F9C-8C89-BF1FA34E4BF4}" type="presParOf" srcId="{40B82059-EBB4-40AA-89B5-46191C1353E5}" destId="{B63A5F90-251B-4EAE-80AF-D8CE78876C70}" srcOrd="0" destOrd="0" presId="urn:microsoft.com/office/officeart/2018/2/layout/IconLabelList"/>
    <dgm:cxn modelId="{D9F110B4-F8C7-4BA4-B0A9-854B34A4328D}" type="presParOf" srcId="{40B82059-EBB4-40AA-89B5-46191C1353E5}" destId="{3FB95FB7-CDB8-40ED-B590-BF67B8C6611A}" srcOrd="1" destOrd="0" presId="urn:microsoft.com/office/officeart/2018/2/layout/IconLabelList"/>
    <dgm:cxn modelId="{C9B978C7-AE52-403F-813C-1BC3BEC730F9}" type="presParOf" srcId="{40B82059-EBB4-40AA-89B5-46191C1353E5}" destId="{D6B75CD5-8BE0-4F20-B2F0-BEC654CA5520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60EFB9D8-D3E8-420D-8667-35F3E79DE338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16BC210D-F846-46D8-8F54-557169D335C1}">
      <dgm:prSet/>
      <dgm:spPr/>
      <dgm:t>
        <a:bodyPr/>
        <a:lstStyle/>
        <a:p>
          <a:r>
            <a:rPr lang="en-US"/>
            <a:t>Dedicated json index type</a:t>
          </a:r>
        </a:p>
      </dgm:t>
    </dgm:pt>
    <dgm:pt modelId="{2C7DBABE-63A9-4AE1-A2D3-20AB7FAB3815}" type="parTrans" cxnId="{298E8884-77E5-4847-8BE9-067617538F17}">
      <dgm:prSet/>
      <dgm:spPr/>
      <dgm:t>
        <a:bodyPr/>
        <a:lstStyle/>
        <a:p>
          <a:endParaRPr lang="en-US"/>
        </a:p>
      </dgm:t>
    </dgm:pt>
    <dgm:pt modelId="{F67F580A-2341-4196-8E37-A22F1B5F999E}" type="sibTrans" cxnId="{298E8884-77E5-4847-8BE9-067617538F17}">
      <dgm:prSet/>
      <dgm:spPr/>
      <dgm:t>
        <a:bodyPr/>
        <a:lstStyle/>
        <a:p>
          <a:endParaRPr lang="en-US"/>
        </a:p>
      </dgm:t>
    </dgm:pt>
    <dgm:pt modelId="{AD69A512-E9EE-49D6-BBD1-707E7A33D0B9}">
      <dgm:prSet/>
      <dgm:spPr/>
      <dgm:t>
        <a:bodyPr/>
        <a:lstStyle/>
        <a:p>
          <a:r>
            <a:rPr lang="en-US"/>
            <a:t>Optimized for JSON path queries</a:t>
          </a:r>
        </a:p>
      </dgm:t>
    </dgm:pt>
    <dgm:pt modelId="{991FB8F4-42A7-44F8-95AB-EA389D24C775}" type="parTrans" cxnId="{22BFF2F4-B44A-44E4-88E4-3D72B14A15A9}">
      <dgm:prSet/>
      <dgm:spPr/>
      <dgm:t>
        <a:bodyPr/>
        <a:lstStyle/>
        <a:p>
          <a:endParaRPr lang="en-US"/>
        </a:p>
      </dgm:t>
    </dgm:pt>
    <dgm:pt modelId="{8F6A69F8-6046-4BC3-A7CB-4FED61AF3998}" type="sibTrans" cxnId="{22BFF2F4-B44A-44E4-88E4-3D72B14A15A9}">
      <dgm:prSet/>
      <dgm:spPr/>
      <dgm:t>
        <a:bodyPr/>
        <a:lstStyle/>
        <a:p>
          <a:endParaRPr lang="en-US"/>
        </a:p>
      </dgm:t>
    </dgm:pt>
    <dgm:pt modelId="{58AB24C6-8CE2-45EE-9471-93819CF9E21C}">
      <dgm:prSet/>
      <dgm:spPr/>
      <dgm:t>
        <a:bodyPr/>
        <a:lstStyle/>
        <a:p>
          <a:r>
            <a:rPr lang="en-US"/>
            <a:t>Replaces the workaround of computed columns + standard indexes</a:t>
          </a:r>
        </a:p>
      </dgm:t>
    </dgm:pt>
    <dgm:pt modelId="{28D6A9DD-BE34-4DEE-BE30-822305E7F405}" type="parTrans" cxnId="{0285AF89-7CB1-426A-94DA-8651A8D51A72}">
      <dgm:prSet/>
      <dgm:spPr/>
      <dgm:t>
        <a:bodyPr/>
        <a:lstStyle/>
        <a:p>
          <a:endParaRPr lang="en-US"/>
        </a:p>
      </dgm:t>
    </dgm:pt>
    <dgm:pt modelId="{5B1C086C-A176-4B83-BA03-7DC172B4E6F9}" type="sibTrans" cxnId="{0285AF89-7CB1-426A-94DA-8651A8D51A72}">
      <dgm:prSet/>
      <dgm:spPr/>
      <dgm:t>
        <a:bodyPr/>
        <a:lstStyle/>
        <a:p>
          <a:endParaRPr lang="en-US"/>
        </a:p>
      </dgm:t>
    </dgm:pt>
    <dgm:pt modelId="{8B4C8736-22B2-EA46-9928-BDEA1E04E2DC}" type="pres">
      <dgm:prSet presAssocID="{60EFB9D8-D3E8-420D-8667-35F3E79DE338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836A08FB-F48A-3D49-8EDC-27ABCA48B8CE}" type="pres">
      <dgm:prSet presAssocID="{16BC210D-F846-46D8-8F54-557169D335C1}" presName="hierRoot1" presStyleCnt="0"/>
      <dgm:spPr/>
    </dgm:pt>
    <dgm:pt modelId="{ED07B7E8-D2D2-3C4C-9D33-AF43B592677D}" type="pres">
      <dgm:prSet presAssocID="{16BC210D-F846-46D8-8F54-557169D335C1}" presName="composite" presStyleCnt="0"/>
      <dgm:spPr/>
    </dgm:pt>
    <dgm:pt modelId="{EFD1074E-CAC2-884C-ACD0-CBF66607B8DD}" type="pres">
      <dgm:prSet presAssocID="{16BC210D-F846-46D8-8F54-557169D335C1}" presName="background" presStyleLbl="node0" presStyleIdx="0" presStyleCnt="3"/>
      <dgm:spPr/>
    </dgm:pt>
    <dgm:pt modelId="{69A41F8E-7C80-4D49-A90A-8630200A1DAC}" type="pres">
      <dgm:prSet presAssocID="{16BC210D-F846-46D8-8F54-557169D335C1}" presName="text" presStyleLbl="fgAcc0" presStyleIdx="0" presStyleCnt="3">
        <dgm:presLayoutVars>
          <dgm:chPref val="3"/>
        </dgm:presLayoutVars>
      </dgm:prSet>
      <dgm:spPr/>
    </dgm:pt>
    <dgm:pt modelId="{639333F7-AACB-1949-96EE-FDB3DB1ACC15}" type="pres">
      <dgm:prSet presAssocID="{16BC210D-F846-46D8-8F54-557169D335C1}" presName="hierChild2" presStyleCnt="0"/>
      <dgm:spPr/>
    </dgm:pt>
    <dgm:pt modelId="{1F850D10-CCCB-F747-B14A-9CBCD062392F}" type="pres">
      <dgm:prSet presAssocID="{AD69A512-E9EE-49D6-BBD1-707E7A33D0B9}" presName="hierRoot1" presStyleCnt="0"/>
      <dgm:spPr/>
    </dgm:pt>
    <dgm:pt modelId="{54DBF947-0183-3349-938C-4B578763592D}" type="pres">
      <dgm:prSet presAssocID="{AD69A512-E9EE-49D6-BBD1-707E7A33D0B9}" presName="composite" presStyleCnt="0"/>
      <dgm:spPr/>
    </dgm:pt>
    <dgm:pt modelId="{499CFCE8-1E79-FD4E-9F11-1402EBFD9E60}" type="pres">
      <dgm:prSet presAssocID="{AD69A512-E9EE-49D6-BBD1-707E7A33D0B9}" presName="background" presStyleLbl="node0" presStyleIdx="1" presStyleCnt="3"/>
      <dgm:spPr/>
    </dgm:pt>
    <dgm:pt modelId="{255A3AF8-36C6-0C4B-BB12-A42767CBA015}" type="pres">
      <dgm:prSet presAssocID="{AD69A512-E9EE-49D6-BBD1-707E7A33D0B9}" presName="text" presStyleLbl="fgAcc0" presStyleIdx="1" presStyleCnt="3">
        <dgm:presLayoutVars>
          <dgm:chPref val="3"/>
        </dgm:presLayoutVars>
      </dgm:prSet>
      <dgm:spPr/>
    </dgm:pt>
    <dgm:pt modelId="{B7B4161A-DFBB-BF4F-B559-3C3F57CBEFF7}" type="pres">
      <dgm:prSet presAssocID="{AD69A512-E9EE-49D6-BBD1-707E7A33D0B9}" presName="hierChild2" presStyleCnt="0"/>
      <dgm:spPr/>
    </dgm:pt>
    <dgm:pt modelId="{C4DC0EB4-6236-424A-96AB-F4B7EC4F53B0}" type="pres">
      <dgm:prSet presAssocID="{58AB24C6-8CE2-45EE-9471-93819CF9E21C}" presName="hierRoot1" presStyleCnt="0"/>
      <dgm:spPr/>
    </dgm:pt>
    <dgm:pt modelId="{F78108D2-C5CD-8F4B-9C85-F38A17F23514}" type="pres">
      <dgm:prSet presAssocID="{58AB24C6-8CE2-45EE-9471-93819CF9E21C}" presName="composite" presStyleCnt="0"/>
      <dgm:spPr/>
    </dgm:pt>
    <dgm:pt modelId="{EA4D920A-0A61-9D4D-838D-2E6A2F4AE2ED}" type="pres">
      <dgm:prSet presAssocID="{58AB24C6-8CE2-45EE-9471-93819CF9E21C}" presName="background" presStyleLbl="node0" presStyleIdx="2" presStyleCnt="3"/>
      <dgm:spPr/>
    </dgm:pt>
    <dgm:pt modelId="{775639D9-042E-CF4A-9B20-6247A0154856}" type="pres">
      <dgm:prSet presAssocID="{58AB24C6-8CE2-45EE-9471-93819CF9E21C}" presName="text" presStyleLbl="fgAcc0" presStyleIdx="2" presStyleCnt="3">
        <dgm:presLayoutVars>
          <dgm:chPref val="3"/>
        </dgm:presLayoutVars>
      </dgm:prSet>
      <dgm:spPr/>
    </dgm:pt>
    <dgm:pt modelId="{EB96C3FF-5B82-8343-ADD9-EA99CBB6322F}" type="pres">
      <dgm:prSet presAssocID="{58AB24C6-8CE2-45EE-9471-93819CF9E21C}" presName="hierChild2" presStyleCnt="0"/>
      <dgm:spPr/>
    </dgm:pt>
  </dgm:ptLst>
  <dgm:cxnLst>
    <dgm:cxn modelId="{7540726E-4D9E-984A-8642-72AF66BFA1C8}" type="presOf" srcId="{16BC210D-F846-46D8-8F54-557169D335C1}" destId="{69A41F8E-7C80-4D49-A90A-8630200A1DAC}" srcOrd="0" destOrd="0" presId="urn:microsoft.com/office/officeart/2005/8/layout/hierarchy1"/>
    <dgm:cxn modelId="{742F0752-DC84-D647-B98C-041FFE6125F3}" type="presOf" srcId="{AD69A512-E9EE-49D6-BBD1-707E7A33D0B9}" destId="{255A3AF8-36C6-0C4B-BB12-A42767CBA015}" srcOrd="0" destOrd="0" presId="urn:microsoft.com/office/officeart/2005/8/layout/hierarchy1"/>
    <dgm:cxn modelId="{298E8884-77E5-4847-8BE9-067617538F17}" srcId="{60EFB9D8-D3E8-420D-8667-35F3E79DE338}" destId="{16BC210D-F846-46D8-8F54-557169D335C1}" srcOrd="0" destOrd="0" parTransId="{2C7DBABE-63A9-4AE1-A2D3-20AB7FAB3815}" sibTransId="{F67F580A-2341-4196-8E37-A22F1B5F999E}"/>
    <dgm:cxn modelId="{0285AF89-7CB1-426A-94DA-8651A8D51A72}" srcId="{60EFB9D8-D3E8-420D-8667-35F3E79DE338}" destId="{58AB24C6-8CE2-45EE-9471-93819CF9E21C}" srcOrd="2" destOrd="0" parTransId="{28D6A9DD-BE34-4DEE-BE30-822305E7F405}" sibTransId="{5B1C086C-A176-4B83-BA03-7DC172B4E6F9}"/>
    <dgm:cxn modelId="{AC08A694-E7E6-7D44-BA46-97BD08995977}" type="presOf" srcId="{58AB24C6-8CE2-45EE-9471-93819CF9E21C}" destId="{775639D9-042E-CF4A-9B20-6247A0154856}" srcOrd="0" destOrd="0" presId="urn:microsoft.com/office/officeart/2005/8/layout/hierarchy1"/>
    <dgm:cxn modelId="{1EFAB2EF-6D41-4543-9C00-6299EBAF16DD}" type="presOf" srcId="{60EFB9D8-D3E8-420D-8667-35F3E79DE338}" destId="{8B4C8736-22B2-EA46-9928-BDEA1E04E2DC}" srcOrd="0" destOrd="0" presId="urn:microsoft.com/office/officeart/2005/8/layout/hierarchy1"/>
    <dgm:cxn modelId="{22BFF2F4-B44A-44E4-88E4-3D72B14A15A9}" srcId="{60EFB9D8-D3E8-420D-8667-35F3E79DE338}" destId="{AD69A512-E9EE-49D6-BBD1-707E7A33D0B9}" srcOrd="1" destOrd="0" parTransId="{991FB8F4-42A7-44F8-95AB-EA389D24C775}" sibTransId="{8F6A69F8-6046-4BC3-A7CB-4FED61AF3998}"/>
    <dgm:cxn modelId="{75BD6DC8-B9C3-8F4E-9ACF-4883AE6784FF}" type="presParOf" srcId="{8B4C8736-22B2-EA46-9928-BDEA1E04E2DC}" destId="{836A08FB-F48A-3D49-8EDC-27ABCA48B8CE}" srcOrd="0" destOrd="0" presId="urn:microsoft.com/office/officeart/2005/8/layout/hierarchy1"/>
    <dgm:cxn modelId="{7276A62A-7834-3347-94D3-8B5628355FE9}" type="presParOf" srcId="{836A08FB-F48A-3D49-8EDC-27ABCA48B8CE}" destId="{ED07B7E8-D2D2-3C4C-9D33-AF43B592677D}" srcOrd="0" destOrd="0" presId="urn:microsoft.com/office/officeart/2005/8/layout/hierarchy1"/>
    <dgm:cxn modelId="{4ADE4C93-6905-2149-9840-096F464B103F}" type="presParOf" srcId="{ED07B7E8-D2D2-3C4C-9D33-AF43B592677D}" destId="{EFD1074E-CAC2-884C-ACD0-CBF66607B8DD}" srcOrd="0" destOrd="0" presId="urn:microsoft.com/office/officeart/2005/8/layout/hierarchy1"/>
    <dgm:cxn modelId="{10AAE373-F3C7-874C-AAFE-F833F8EF6B46}" type="presParOf" srcId="{ED07B7E8-D2D2-3C4C-9D33-AF43B592677D}" destId="{69A41F8E-7C80-4D49-A90A-8630200A1DAC}" srcOrd="1" destOrd="0" presId="urn:microsoft.com/office/officeart/2005/8/layout/hierarchy1"/>
    <dgm:cxn modelId="{BD502362-4F55-3F49-99C2-B9C3BDB86129}" type="presParOf" srcId="{836A08FB-F48A-3D49-8EDC-27ABCA48B8CE}" destId="{639333F7-AACB-1949-96EE-FDB3DB1ACC15}" srcOrd="1" destOrd="0" presId="urn:microsoft.com/office/officeart/2005/8/layout/hierarchy1"/>
    <dgm:cxn modelId="{4D91534A-1ABA-E54F-A49C-F99C90DB63AE}" type="presParOf" srcId="{8B4C8736-22B2-EA46-9928-BDEA1E04E2DC}" destId="{1F850D10-CCCB-F747-B14A-9CBCD062392F}" srcOrd="1" destOrd="0" presId="urn:microsoft.com/office/officeart/2005/8/layout/hierarchy1"/>
    <dgm:cxn modelId="{E28C4A55-0F5D-694B-8853-C3604C578D8D}" type="presParOf" srcId="{1F850D10-CCCB-F747-B14A-9CBCD062392F}" destId="{54DBF947-0183-3349-938C-4B578763592D}" srcOrd="0" destOrd="0" presId="urn:microsoft.com/office/officeart/2005/8/layout/hierarchy1"/>
    <dgm:cxn modelId="{16F97D4C-754D-7D49-BB70-6F2515330E93}" type="presParOf" srcId="{54DBF947-0183-3349-938C-4B578763592D}" destId="{499CFCE8-1E79-FD4E-9F11-1402EBFD9E60}" srcOrd="0" destOrd="0" presId="urn:microsoft.com/office/officeart/2005/8/layout/hierarchy1"/>
    <dgm:cxn modelId="{2AEBE073-58C6-384C-83F5-045650B42DBC}" type="presParOf" srcId="{54DBF947-0183-3349-938C-4B578763592D}" destId="{255A3AF8-36C6-0C4B-BB12-A42767CBA015}" srcOrd="1" destOrd="0" presId="urn:microsoft.com/office/officeart/2005/8/layout/hierarchy1"/>
    <dgm:cxn modelId="{DEE2F8F2-D2D0-8843-B64D-D2E68BF1A982}" type="presParOf" srcId="{1F850D10-CCCB-F747-B14A-9CBCD062392F}" destId="{B7B4161A-DFBB-BF4F-B559-3C3F57CBEFF7}" srcOrd="1" destOrd="0" presId="urn:microsoft.com/office/officeart/2005/8/layout/hierarchy1"/>
    <dgm:cxn modelId="{CE7B2530-E3F0-CA45-A79A-17421E1E6153}" type="presParOf" srcId="{8B4C8736-22B2-EA46-9928-BDEA1E04E2DC}" destId="{C4DC0EB4-6236-424A-96AB-F4B7EC4F53B0}" srcOrd="2" destOrd="0" presId="urn:microsoft.com/office/officeart/2005/8/layout/hierarchy1"/>
    <dgm:cxn modelId="{AC86DC95-B0EC-354A-A3E7-195B921FF6D4}" type="presParOf" srcId="{C4DC0EB4-6236-424A-96AB-F4B7EC4F53B0}" destId="{F78108D2-C5CD-8F4B-9C85-F38A17F23514}" srcOrd="0" destOrd="0" presId="urn:microsoft.com/office/officeart/2005/8/layout/hierarchy1"/>
    <dgm:cxn modelId="{D2CDF144-5E22-EB40-89C5-A2EB3787C62D}" type="presParOf" srcId="{F78108D2-C5CD-8F4B-9C85-F38A17F23514}" destId="{EA4D920A-0A61-9D4D-838D-2E6A2F4AE2ED}" srcOrd="0" destOrd="0" presId="urn:microsoft.com/office/officeart/2005/8/layout/hierarchy1"/>
    <dgm:cxn modelId="{533D7698-A365-3943-9548-266ED215BA03}" type="presParOf" srcId="{F78108D2-C5CD-8F4B-9C85-F38A17F23514}" destId="{775639D9-042E-CF4A-9B20-6247A0154856}" srcOrd="1" destOrd="0" presId="urn:microsoft.com/office/officeart/2005/8/layout/hierarchy1"/>
    <dgm:cxn modelId="{B5E2E105-44EB-B248-9488-1C25DFFC8DD7}" type="presParOf" srcId="{C4DC0EB4-6236-424A-96AB-F4B7EC4F53B0}" destId="{EB96C3FF-5B82-8343-ADD9-EA99CBB6322F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9E6086A5-B7DB-4088-8D21-BA4052C66DF4}" type="doc">
      <dgm:prSet loTypeId="urn:microsoft.com/office/officeart/2008/layout/LinedList" loCatId="list" qsTypeId="urn:microsoft.com/office/officeart/2005/8/quickstyle/simple1" qsCatId="simple" csTypeId="urn:microsoft.com/office/officeart/2005/8/colors/colorful3" csCatId="colorful"/>
      <dgm:spPr/>
      <dgm:t>
        <a:bodyPr/>
        <a:lstStyle/>
        <a:p>
          <a:endParaRPr lang="en-US"/>
        </a:p>
      </dgm:t>
    </dgm:pt>
    <dgm:pt modelId="{A7AE2E87-1CC1-4F16-A10E-D4133DA022F9}">
      <dgm:prSet/>
      <dgm:spPr/>
      <dgm:t>
        <a:bodyPr/>
        <a:lstStyle/>
        <a:p>
          <a:r>
            <a:rPr lang="en-US" dirty="0"/>
            <a:t>JSON_OBJECTAGG — aggregate rows into a JSON object</a:t>
          </a:r>
        </a:p>
      </dgm:t>
    </dgm:pt>
    <dgm:pt modelId="{AC5307DF-A898-49C7-B89A-8B6D5F36CDF4}" type="parTrans" cxnId="{CCB2DF52-B59F-4B30-8D00-4C24AD84B28A}">
      <dgm:prSet/>
      <dgm:spPr/>
      <dgm:t>
        <a:bodyPr/>
        <a:lstStyle/>
        <a:p>
          <a:endParaRPr lang="en-US"/>
        </a:p>
      </dgm:t>
    </dgm:pt>
    <dgm:pt modelId="{08E8E11A-349F-424A-8A25-0ADC66340E9A}" type="sibTrans" cxnId="{CCB2DF52-B59F-4B30-8D00-4C24AD84B28A}">
      <dgm:prSet/>
      <dgm:spPr/>
      <dgm:t>
        <a:bodyPr/>
        <a:lstStyle/>
        <a:p>
          <a:endParaRPr lang="en-US"/>
        </a:p>
      </dgm:t>
    </dgm:pt>
    <dgm:pt modelId="{A8E2FED9-A555-49E8-8EBF-7D622D20458D}">
      <dgm:prSet/>
      <dgm:spPr/>
      <dgm:t>
        <a:bodyPr/>
        <a:lstStyle/>
        <a:p>
          <a:r>
            <a:rPr lang="en-US"/>
            <a:t>JSON_ARRAYAGG — aggregate rows into a JSON array</a:t>
          </a:r>
        </a:p>
      </dgm:t>
    </dgm:pt>
    <dgm:pt modelId="{3D185BF9-0007-43DC-9739-717B6B247772}" type="parTrans" cxnId="{08A5DA53-C63D-4783-BA15-F838F9680FF5}">
      <dgm:prSet/>
      <dgm:spPr/>
      <dgm:t>
        <a:bodyPr/>
        <a:lstStyle/>
        <a:p>
          <a:endParaRPr lang="en-US"/>
        </a:p>
      </dgm:t>
    </dgm:pt>
    <dgm:pt modelId="{4837607B-BCF3-4004-B627-3E14442C112C}" type="sibTrans" cxnId="{08A5DA53-C63D-4783-BA15-F838F9680FF5}">
      <dgm:prSet/>
      <dgm:spPr/>
      <dgm:t>
        <a:bodyPr/>
        <a:lstStyle/>
        <a:p>
          <a:endParaRPr lang="en-US"/>
        </a:p>
      </dgm:t>
    </dgm:pt>
    <dgm:pt modelId="{FEDB3272-0BD5-4817-BA65-9704BE0AA7CB}">
      <dgm:prSet/>
      <dgm:spPr/>
      <dgm:t>
        <a:bodyPr/>
        <a:lstStyle/>
        <a:p>
          <a:r>
            <a:rPr lang="en-US"/>
            <a:t>JSON_CONTAINS — test for membership</a:t>
          </a:r>
        </a:p>
      </dgm:t>
    </dgm:pt>
    <dgm:pt modelId="{8C5C4D58-0C93-449B-A141-C5A0D7DCA75F}" type="parTrans" cxnId="{955A5323-912E-4E20-8A6B-73CD6D47835D}">
      <dgm:prSet/>
      <dgm:spPr/>
      <dgm:t>
        <a:bodyPr/>
        <a:lstStyle/>
        <a:p>
          <a:endParaRPr lang="en-US"/>
        </a:p>
      </dgm:t>
    </dgm:pt>
    <dgm:pt modelId="{A05454CE-62E5-4D9B-B94F-776CAD25CACD}" type="sibTrans" cxnId="{955A5323-912E-4E20-8A6B-73CD6D47835D}">
      <dgm:prSet/>
      <dgm:spPr/>
      <dgm:t>
        <a:bodyPr/>
        <a:lstStyle/>
        <a:p>
          <a:endParaRPr lang="en-US"/>
        </a:p>
      </dgm:t>
    </dgm:pt>
    <dgm:pt modelId="{A4F8732C-AFEE-41AD-B1A8-933D034E8616}">
      <dgm:prSet/>
      <dgm:spPr/>
      <dgm:t>
        <a:bodyPr/>
        <a:lstStyle/>
        <a:p>
          <a:r>
            <a:rPr lang="en-US"/>
            <a:t>JSON_QUERY WITH ARRAY WRAPPER — wrap results as array</a:t>
          </a:r>
        </a:p>
      </dgm:t>
    </dgm:pt>
    <dgm:pt modelId="{53BCA913-5DAA-42E7-AF40-DA7B5ED4AC47}" type="parTrans" cxnId="{6284405D-8AE1-40A2-82E4-326DADB259BD}">
      <dgm:prSet/>
      <dgm:spPr/>
      <dgm:t>
        <a:bodyPr/>
        <a:lstStyle/>
        <a:p>
          <a:endParaRPr lang="en-US"/>
        </a:p>
      </dgm:t>
    </dgm:pt>
    <dgm:pt modelId="{6CB50C56-DADE-427D-A4E1-1CDC27D01651}" type="sibTrans" cxnId="{6284405D-8AE1-40A2-82E4-326DADB259BD}">
      <dgm:prSet/>
      <dgm:spPr/>
      <dgm:t>
        <a:bodyPr/>
        <a:lstStyle/>
        <a:p>
          <a:endParaRPr lang="en-US"/>
        </a:p>
      </dgm:t>
    </dgm:pt>
    <dgm:pt modelId="{7E53DE56-809B-F446-B9BC-AA419044F171}" type="pres">
      <dgm:prSet presAssocID="{9E6086A5-B7DB-4088-8D21-BA4052C66DF4}" presName="vert0" presStyleCnt="0">
        <dgm:presLayoutVars>
          <dgm:dir/>
          <dgm:animOne val="branch"/>
          <dgm:animLvl val="lvl"/>
        </dgm:presLayoutVars>
      </dgm:prSet>
      <dgm:spPr/>
    </dgm:pt>
    <dgm:pt modelId="{F6AC6E79-5408-A74F-81E8-3C0B490B2820}" type="pres">
      <dgm:prSet presAssocID="{A7AE2E87-1CC1-4F16-A10E-D4133DA022F9}" presName="thickLine" presStyleLbl="alignNode1" presStyleIdx="0" presStyleCnt="4"/>
      <dgm:spPr/>
    </dgm:pt>
    <dgm:pt modelId="{3EDFBF28-A827-6B4F-AEE1-046D7D3A0FA2}" type="pres">
      <dgm:prSet presAssocID="{A7AE2E87-1CC1-4F16-A10E-D4133DA022F9}" presName="horz1" presStyleCnt="0"/>
      <dgm:spPr/>
    </dgm:pt>
    <dgm:pt modelId="{3ED2C7E7-2322-A142-BFB5-8BBDFC1E017C}" type="pres">
      <dgm:prSet presAssocID="{A7AE2E87-1CC1-4F16-A10E-D4133DA022F9}" presName="tx1" presStyleLbl="revTx" presStyleIdx="0" presStyleCnt="4"/>
      <dgm:spPr/>
    </dgm:pt>
    <dgm:pt modelId="{E0A5A528-4D3E-AF41-8762-5634150A66A3}" type="pres">
      <dgm:prSet presAssocID="{A7AE2E87-1CC1-4F16-A10E-D4133DA022F9}" presName="vert1" presStyleCnt="0"/>
      <dgm:spPr/>
    </dgm:pt>
    <dgm:pt modelId="{959341BF-E249-EF45-822C-682038B23BA8}" type="pres">
      <dgm:prSet presAssocID="{A8E2FED9-A555-49E8-8EBF-7D622D20458D}" presName="thickLine" presStyleLbl="alignNode1" presStyleIdx="1" presStyleCnt="4"/>
      <dgm:spPr/>
    </dgm:pt>
    <dgm:pt modelId="{8D502C35-DF81-2348-ABDE-71D01F75C331}" type="pres">
      <dgm:prSet presAssocID="{A8E2FED9-A555-49E8-8EBF-7D622D20458D}" presName="horz1" presStyleCnt="0"/>
      <dgm:spPr/>
    </dgm:pt>
    <dgm:pt modelId="{F05769A1-919F-5E40-922F-C2CC44616A2C}" type="pres">
      <dgm:prSet presAssocID="{A8E2FED9-A555-49E8-8EBF-7D622D20458D}" presName="tx1" presStyleLbl="revTx" presStyleIdx="1" presStyleCnt="4"/>
      <dgm:spPr/>
    </dgm:pt>
    <dgm:pt modelId="{B68BBB97-A363-E543-AA2C-8B5EEF2A47A1}" type="pres">
      <dgm:prSet presAssocID="{A8E2FED9-A555-49E8-8EBF-7D622D20458D}" presName="vert1" presStyleCnt="0"/>
      <dgm:spPr/>
    </dgm:pt>
    <dgm:pt modelId="{6E2F71E6-D82A-954A-A674-6FAAE5E2E346}" type="pres">
      <dgm:prSet presAssocID="{FEDB3272-0BD5-4817-BA65-9704BE0AA7CB}" presName="thickLine" presStyleLbl="alignNode1" presStyleIdx="2" presStyleCnt="4"/>
      <dgm:spPr/>
    </dgm:pt>
    <dgm:pt modelId="{A6957942-A8F3-8447-93C5-B682177B8A96}" type="pres">
      <dgm:prSet presAssocID="{FEDB3272-0BD5-4817-BA65-9704BE0AA7CB}" presName="horz1" presStyleCnt="0"/>
      <dgm:spPr/>
    </dgm:pt>
    <dgm:pt modelId="{18E10778-C800-884E-9A3C-394295E1B3A2}" type="pres">
      <dgm:prSet presAssocID="{FEDB3272-0BD5-4817-BA65-9704BE0AA7CB}" presName="tx1" presStyleLbl="revTx" presStyleIdx="2" presStyleCnt="4"/>
      <dgm:spPr/>
    </dgm:pt>
    <dgm:pt modelId="{09EC379B-8A64-0445-8DB8-673951C244F9}" type="pres">
      <dgm:prSet presAssocID="{FEDB3272-0BD5-4817-BA65-9704BE0AA7CB}" presName="vert1" presStyleCnt="0"/>
      <dgm:spPr/>
    </dgm:pt>
    <dgm:pt modelId="{F39010AC-CE36-9243-8E95-081FFFDE9F89}" type="pres">
      <dgm:prSet presAssocID="{A4F8732C-AFEE-41AD-B1A8-933D034E8616}" presName="thickLine" presStyleLbl="alignNode1" presStyleIdx="3" presStyleCnt="4"/>
      <dgm:spPr/>
    </dgm:pt>
    <dgm:pt modelId="{F5007AF0-8820-4448-AD2C-BCB2DE5DEBDF}" type="pres">
      <dgm:prSet presAssocID="{A4F8732C-AFEE-41AD-B1A8-933D034E8616}" presName="horz1" presStyleCnt="0"/>
      <dgm:spPr/>
    </dgm:pt>
    <dgm:pt modelId="{0B3EBDA5-8CEE-324C-B816-C4292A2E363D}" type="pres">
      <dgm:prSet presAssocID="{A4F8732C-AFEE-41AD-B1A8-933D034E8616}" presName="tx1" presStyleLbl="revTx" presStyleIdx="3" presStyleCnt="4"/>
      <dgm:spPr/>
    </dgm:pt>
    <dgm:pt modelId="{A72EC787-1984-5041-AC2C-710D581F3926}" type="pres">
      <dgm:prSet presAssocID="{A4F8732C-AFEE-41AD-B1A8-933D034E8616}" presName="vert1" presStyleCnt="0"/>
      <dgm:spPr/>
    </dgm:pt>
  </dgm:ptLst>
  <dgm:cxnLst>
    <dgm:cxn modelId="{DF79450F-06A5-4040-AC38-D4858F2ACFAB}" type="presOf" srcId="{9E6086A5-B7DB-4088-8D21-BA4052C66DF4}" destId="{7E53DE56-809B-F446-B9BC-AA419044F171}" srcOrd="0" destOrd="0" presId="urn:microsoft.com/office/officeart/2008/layout/LinedList"/>
    <dgm:cxn modelId="{43B34616-0156-0747-A94D-9958A9AE1829}" type="presOf" srcId="{A7AE2E87-1CC1-4F16-A10E-D4133DA022F9}" destId="{3ED2C7E7-2322-A142-BFB5-8BBDFC1E017C}" srcOrd="0" destOrd="0" presId="urn:microsoft.com/office/officeart/2008/layout/LinedList"/>
    <dgm:cxn modelId="{955A5323-912E-4E20-8A6B-73CD6D47835D}" srcId="{9E6086A5-B7DB-4088-8D21-BA4052C66DF4}" destId="{FEDB3272-0BD5-4817-BA65-9704BE0AA7CB}" srcOrd="2" destOrd="0" parTransId="{8C5C4D58-0C93-449B-A141-C5A0D7DCA75F}" sibTransId="{A05454CE-62E5-4D9B-B94F-776CAD25CACD}"/>
    <dgm:cxn modelId="{6284405D-8AE1-40A2-82E4-326DADB259BD}" srcId="{9E6086A5-B7DB-4088-8D21-BA4052C66DF4}" destId="{A4F8732C-AFEE-41AD-B1A8-933D034E8616}" srcOrd="3" destOrd="0" parTransId="{53BCA913-5DAA-42E7-AF40-DA7B5ED4AC47}" sibTransId="{6CB50C56-DADE-427D-A4E1-1CDC27D01651}"/>
    <dgm:cxn modelId="{E198DC6A-9721-E146-997E-14011185307E}" type="presOf" srcId="{FEDB3272-0BD5-4817-BA65-9704BE0AA7CB}" destId="{18E10778-C800-884E-9A3C-394295E1B3A2}" srcOrd="0" destOrd="0" presId="urn:microsoft.com/office/officeart/2008/layout/LinedList"/>
    <dgm:cxn modelId="{CCB2DF52-B59F-4B30-8D00-4C24AD84B28A}" srcId="{9E6086A5-B7DB-4088-8D21-BA4052C66DF4}" destId="{A7AE2E87-1CC1-4F16-A10E-D4133DA022F9}" srcOrd="0" destOrd="0" parTransId="{AC5307DF-A898-49C7-B89A-8B6D5F36CDF4}" sibTransId="{08E8E11A-349F-424A-8A25-0ADC66340E9A}"/>
    <dgm:cxn modelId="{08A5DA53-C63D-4783-BA15-F838F9680FF5}" srcId="{9E6086A5-B7DB-4088-8D21-BA4052C66DF4}" destId="{A8E2FED9-A555-49E8-8EBF-7D622D20458D}" srcOrd="1" destOrd="0" parTransId="{3D185BF9-0007-43DC-9739-717B6B247772}" sibTransId="{4837607B-BCF3-4004-B627-3E14442C112C}"/>
    <dgm:cxn modelId="{F4CAEE73-D8C4-8349-93D5-DFB18AE7846E}" type="presOf" srcId="{A8E2FED9-A555-49E8-8EBF-7D622D20458D}" destId="{F05769A1-919F-5E40-922F-C2CC44616A2C}" srcOrd="0" destOrd="0" presId="urn:microsoft.com/office/officeart/2008/layout/LinedList"/>
    <dgm:cxn modelId="{A9447084-FE17-E942-BA40-21FAFC967570}" type="presOf" srcId="{A4F8732C-AFEE-41AD-B1A8-933D034E8616}" destId="{0B3EBDA5-8CEE-324C-B816-C4292A2E363D}" srcOrd="0" destOrd="0" presId="urn:microsoft.com/office/officeart/2008/layout/LinedList"/>
    <dgm:cxn modelId="{7DA5BC75-B440-124E-BA35-0C9E3B0243A0}" type="presParOf" srcId="{7E53DE56-809B-F446-B9BC-AA419044F171}" destId="{F6AC6E79-5408-A74F-81E8-3C0B490B2820}" srcOrd="0" destOrd="0" presId="urn:microsoft.com/office/officeart/2008/layout/LinedList"/>
    <dgm:cxn modelId="{40B52F85-239A-7541-8CE8-F15D6CE7736C}" type="presParOf" srcId="{7E53DE56-809B-F446-B9BC-AA419044F171}" destId="{3EDFBF28-A827-6B4F-AEE1-046D7D3A0FA2}" srcOrd="1" destOrd="0" presId="urn:microsoft.com/office/officeart/2008/layout/LinedList"/>
    <dgm:cxn modelId="{836D6888-A80F-1C45-AA8C-C0AE8B69BDBF}" type="presParOf" srcId="{3EDFBF28-A827-6B4F-AEE1-046D7D3A0FA2}" destId="{3ED2C7E7-2322-A142-BFB5-8BBDFC1E017C}" srcOrd="0" destOrd="0" presId="urn:microsoft.com/office/officeart/2008/layout/LinedList"/>
    <dgm:cxn modelId="{7A839564-267E-7A4C-8DE1-453C7E0226FC}" type="presParOf" srcId="{3EDFBF28-A827-6B4F-AEE1-046D7D3A0FA2}" destId="{E0A5A528-4D3E-AF41-8762-5634150A66A3}" srcOrd="1" destOrd="0" presId="urn:microsoft.com/office/officeart/2008/layout/LinedList"/>
    <dgm:cxn modelId="{798421D8-9686-FB4B-A01E-596C7B53FA76}" type="presParOf" srcId="{7E53DE56-809B-F446-B9BC-AA419044F171}" destId="{959341BF-E249-EF45-822C-682038B23BA8}" srcOrd="2" destOrd="0" presId="urn:microsoft.com/office/officeart/2008/layout/LinedList"/>
    <dgm:cxn modelId="{99262D70-C5AC-6A4A-BDFC-A3191A2B3D0C}" type="presParOf" srcId="{7E53DE56-809B-F446-B9BC-AA419044F171}" destId="{8D502C35-DF81-2348-ABDE-71D01F75C331}" srcOrd="3" destOrd="0" presId="urn:microsoft.com/office/officeart/2008/layout/LinedList"/>
    <dgm:cxn modelId="{FD757B1E-98D9-3A4D-B125-632566DB9298}" type="presParOf" srcId="{8D502C35-DF81-2348-ABDE-71D01F75C331}" destId="{F05769A1-919F-5E40-922F-C2CC44616A2C}" srcOrd="0" destOrd="0" presId="urn:microsoft.com/office/officeart/2008/layout/LinedList"/>
    <dgm:cxn modelId="{BFEB6B22-093F-924B-8491-4A120B14FB19}" type="presParOf" srcId="{8D502C35-DF81-2348-ABDE-71D01F75C331}" destId="{B68BBB97-A363-E543-AA2C-8B5EEF2A47A1}" srcOrd="1" destOrd="0" presId="urn:microsoft.com/office/officeart/2008/layout/LinedList"/>
    <dgm:cxn modelId="{F1F88C7E-4AF9-A642-B8D8-54707ACC3DEC}" type="presParOf" srcId="{7E53DE56-809B-F446-B9BC-AA419044F171}" destId="{6E2F71E6-D82A-954A-A674-6FAAE5E2E346}" srcOrd="4" destOrd="0" presId="urn:microsoft.com/office/officeart/2008/layout/LinedList"/>
    <dgm:cxn modelId="{1B4F0FE5-B28C-AC48-B76A-83D8E074C917}" type="presParOf" srcId="{7E53DE56-809B-F446-B9BC-AA419044F171}" destId="{A6957942-A8F3-8447-93C5-B682177B8A96}" srcOrd="5" destOrd="0" presId="urn:microsoft.com/office/officeart/2008/layout/LinedList"/>
    <dgm:cxn modelId="{7FE8C630-509B-A94C-A38E-39AA6625E420}" type="presParOf" srcId="{A6957942-A8F3-8447-93C5-B682177B8A96}" destId="{18E10778-C800-884E-9A3C-394295E1B3A2}" srcOrd="0" destOrd="0" presId="urn:microsoft.com/office/officeart/2008/layout/LinedList"/>
    <dgm:cxn modelId="{647EA9B9-EA7D-964F-A51D-C7193630DF4F}" type="presParOf" srcId="{A6957942-A8F3-8447-93C5-B682177B8A96}" destId="{09EC379B-8A64-0445-8DB8-673951C244F9}" srcOrd="1" destOrd="0" presId="urn:microsoft.com/office/officeart/2008/layout/LinedList"/>
    <dgm:cxn modelId="{58150C60-AC0C-4647-BB98-8BC33E09F14B}" type="presParOf" srcId="{7E53DE56-809B-F446-B9BC-AA419044F171}" destId="{F39010AC-CE36-9243-8E95-081FFFDE9F89}" srcOrd="6" destOrd="0" presId="urn:microsoft.com/office/officeart/2008/layout/LinedList"/>
    <dgm:cxn modelId="{CBEEEC81-BC08-3542-B406-C3EC0F45E7BB}" type="presParOf" srcId="{7E53DE56-809B-F446-B9BC-AA419044F171}" destId="{F5007AF0-8820-4448-AD2C-BCB2DE5DEBDF}" srcOrd="7" destOrd="0" presId="urn:microsoft.com/office/officeart/2008/layout/LinedList"/>
    <dgm:cxn modelId="{6759221A-1C72-C740-8AAB-B75A8D09B56B}" type="presParOf" srcId="{F5007AF0-8820-4448-AD2C-BCB2DE5DEBDF}" destId="{0B3EBDA5-8CEE-324C-B816-C4292A2E363D}" srcOrd="0" destOrd="0" presId="urn:microsoft.com/office/officeart/2008/layout/LinedList"/>
    <dgm:cxn modelId="{0E824185-9A54-CE42-BA2A-8A2777FCED14}" type="presParOf" srcId="{F5007AF0-8820-4448-AD2C-BCB2DE5DEBDF}" destId="{A72EC787-1984-5041-AC2C-710D581F3926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EA33BDBB-ED12-4EC4-A47C-05FB52144649}" type="doc">
      <dgm:prSet loTypeId="urn:microsoft.com/office/officeart/2005/8/layout/vList2" loCatId="list" qsTypeId="urn:microsoft.com/office/officeart/2005/8/quickstyle/simple1" qsCatId="simple" csTypeId="urn:microsoft.com/office/officeart/2005/8/colors/colorful3" csCatId="colorful"/>
      <dgm:spPr/>
      <dgm:t>
        <a:bodyPr/>
        <a:lstStyle/>
        <a:p>
          <a:endParaRPr lang="en-US"/>
        </a:p>
      </dgm:t>
    </dgm:pt>
    <dgm:pt modelId="{CEC4284C-53D1-44D1-9F08-956536368438}">
      <dgm:prSet/>
      <dgm:spPr/>
      <dgm:t>
        <a:bodyPr/>
        <a:lstStyle/>
        <a:p>
          <a:r>
            <a:rPr lang="en-US"/>
            <a:t>REST APIs and microservice payloads</a:t>
          </a:r>
        </a:p>
      </dgm:t>
    </dgm:pt>
    <dgm:pt modelId="{E484B498-17DC-4FD7-A244-388C92160ABB}" type="parTrans" cxnId="{A06C59EB-8799-481D-98DF-021D30A46CE4}">
      <dgm:prSet/>
      <dgm:spPr/>
      <dgm:t>
        <a:bodyPr/>
        <a:lstStyle/>
        <a:p>
          <a:endParaRPr lang="en-US"/>
        </a:p>
      </dgm:t>
    </dgm:pt>
    <dgm:pt modelId="{0CC2041E-801D-4167-89A6-5AAE33B5BEF8}" type="sibTrans" cxnId="{A06C59EB-8799-481D-98DF-021D30A46CE4}">
      <dgm:prSet/>
      <dgm:spPr/>
      <dgm:t>
        <a:bodyPr/>
        <a:lstStyle/>
        <a:p>
          <a:endParaRPr lang="en-US"/>
        </a:p>
      </dgm:t>
    </dgm:pt>
    <dgm:pt modelId="{302AFA43-B1DA-45DD-8C4B-9ABE13483920}">
      <dgm:prSet/>
      <dgm:spPr/>
      <dgm:t>
        <a:bodyPr/>
        <a:lstStyle/>
        <a:p>
          <a:r>
            <a:rPr lang="en-US"/>
            <a:t>Configuration storage</a:t>
          </a:r>
        </a:p>
      </dgm:t>
    </dgm:pt>
    <dgm:pt modelId="{A102C509-0BEE-41EA-9D1B-C6482DBD86A0}" type="parTrans" cxnId="{8B2DD3CA-6D1A-459D-831E-67BA3A9D7215}">
      <dgm:prSet/>
      <dgm:spPr/>
      <dgm:t>
        <a:bodyPr/>
        <a:lstStyle/>
        <a:p>
          <a:endParaRPr lang="en-US"/>
        </a:p>
      </dgm:t>
    </dgm:pt>
    <dgm:pt modelId="{DBB50380-F5DF-4252-AA4A-86896D2148AA}" type="sibTrans" cxnId="{8B2DD3CA-6D1A-459D-831E-67BA3A9D7215}">
      <dgm:prSet/>
      <dgm:spPr/>
      <dgm:t>
        <a:bodyPr/>
        <a:lstStyle/>
        <a:p>
          <a:endParaRPr lang="en-US"/>
        </a:p>
      </dgm:t>
    </dgm:pt>
    <dgm:pt modelId="{EE6EB19B-E5CB-4122-B62B-657111AA6B71}">
      <dgm:prSet/>
      <dgm:spPr/>
      <dgm:t>
        <a:bodyPr/>
        <a:lstStyle/>
        <a:p>
          <a:r>
            <a:rPr lang="en-US"/>
            <a:t>Document-style flexible schemas</a:t>
          </a:r>
        </a:p>
      </dgm:t>
    </dgm:pt>
    <dgm:pt modelId="{7D78C067-21AD-4960-B1D8-5E8934CF779E}" type="parTrans" cxnId="{1DE86545-5D8B-477A-ACD4-E23B278D759A}">
      <dgm:prSet/>
      <dgm:spPr/>
      <dgm:t>
        <a:bodyPr/>
        <a:lstStyle/>
        <a:p>
          <a:endParaRPr lang="en-US"/>
        </a:p>
      </dgm:t>
    </dgm:pt>
    <dgm:pt modelId="{3A7E1620-C008-499B-B9A2-6B32BAE5A121}" type="sibTrans" cxnId="{1DE86545-5D8B-477A-ACD4-E23B278D759A}">
      <dgm:prSet/>
      <dgm:spPr/>
      <dgm:t>
        <a:bodyPr/>
        <a:lstStyle/>
        <a:p>
          <a:endParaRPr lang="en-US"/>
        </a:p>
      </dgm:t>
    </dgm:pt>
    <dgm:pt modelId="{3EC67AFF-2E14-4B63-AA71-8F7B1FF495C3}">
      <dgm:prSet/>
      <dgm:spPr/>
      <dgm:t>
        <a:bodyPr/>
        <a:lstStyle/>
        <a:p>
          <a:r>
            <a:rPr lang="en-US"/>
            <a:t>E-commerce product catalogs with variable attributes</a:t>
          </a:r>
        </a:p>
      </dgm:t>
    </dgm:pt>
    <dgm:pt modelId="{350393B6-85A6-4DA5-825C-41233D561567}" type="parTrans" cxnId="{CABEF4DC-1A05-4272-8446-EFDDEF973485}">
      <dgm:prSet/>
      <dgm:spPr/>
      <dgm:t>
        <a:bodyPr/>
        <a:lstStyle/>
        <a:p>
          <a:endParaRPr lang="en-US"/>
        </a:p>
      </dgm:t>
    </dgm:pt>
    <dgm:pt modelId="{997AF666-19E8-4932-A5BC-6C258C513C3E}" type="sibTrans" cxnId="{CABEF4DC-1A05-4272-8446-EFDDEF973485}">
      <dgm:prSet/>
      <dgm:spPr/>
      <dgm:t>
        <a:bodyPr/>
        <a:lstStyle/>
        <a:p>
          <a:endParaRPr lang="en-US"/>
        </a:p>
      </dgm:t>
    </dgm:pt>
    <dgm:pt modelId="{67CB2E17-15E1-43FF-A5C6-7EA2B611A28F}">
      <dgm:prSet/>
      <dgm:spPr/>
      <dgm:t>
        <a:bodyPr/>
        <a:lstStyle/>
        <a:p>
          <a:r>
            <a:rPr lang="en-US"/>
            <a:t>Log data and telemetry</a:t>
          </a:r>
        </a:p>
      </dgm:t>
    </dgm:pt>
    <dgm:pt modelId="{44B27350-619C-4DFE-AADE-A927EDD0A565}" type="parTrans" cxnId="{082127B2-AFFE-4FA6-9942-D3CBE59A8834}">
      <dgm:prSet/>
      <dgm:spPr/>
      <dgm:t>
        <a:bodyPr/>
        <a:lstStyle/>
        <a:p>
          <a:endParaRPr lang="en-US"/>
        </a:p>
      </dgm:t>
    </dgm:pt>
    <dgm:pt modelId="{F07BBFAE-6099-4CF4-BE8F-AA17AF54ED2B}" type="sibTrans" cxnId="{082127B2-AFFE-4FA6-9942-D3CBE59A8834}">
      <dgm:prSet/>
      <dgm:spPr/>
      <dgm:t>
        <a:bodyPr/>
        <a:lstStyle/>
        <a:p>
          <a:endParaRPr lang="en-US"/>
        </a:p>
      </dgm:t>
    </dgm:pt>
    <dgm:pt modelId="{A23AB243-D6BD-5247-99FB-C91EF652B1E3}" type="pres">
      <dgm:prSet presAssocID="{EA33BDBB-ED12-4EC4-A47C-05FB52144649}" presName="linear" presStyleCnt="0">
        <dgm:presLayoutVars>
          <dgm:animLvl val="lvl"/>
          <dgm:resizeHandles val="exact"/>
        </dgm:presLayoutVars>
      </dgm:prSet>
      <dgm:spPr/>
    </dgm:pt>
    <dgm:pt modelId="{AF1FEE76-674E-E44D-B3CC-2750F03E11F7}" type="pres">
      <dgm:prSet presAssocID="{CEC4284C-53D1-44D1-9F08-956536368438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2C858097-305D-1E4B-8255-2A83404F58C2}" type="pres">
      <dgm:prSet presAssocID="{0CC2041E-801D-4167-89A6-5AAE33B5BEF8}" presName="spacer" presStyleCnt="0"/>
      <dgm:spPr/>
    </dgm:pt>
    <dgm:pt modelId="{AE58BCCB-553C-3A44-836F-6B4CFB1B3644}" type="pres">
      <dgm:prSet presAssocID="{302AFA43-B1DA-45DD-8C4B-9ABE13483920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CED7D9A4-8016-4B4C-9D73-9C9405737BB3}" type="pres">
      <dgm:prSet presAssocID="{DBB50380-F5DF-4252-AA4A-86896D2148AA}" presName="spacer" presStyleCnt="0"/>
      <dgm:spPr/>
    </dgm:pt>
    <dgm:pt modelId="{22C95A2B-BC3A-1148-B87B-E3269E8CDF5D}" type="pres">
      <dgm:prSet presAssocID="{EE6EB19B-E5CB-4122-B62B-657111AA6B71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83875BF8-B420-CD47-A950-AD62CB857998}" type="pres">
      <dgm:prSet presAssocID="{3A7E1620-C008-499B-B9A2-6B32BAE5A121}" presName="spacer" presStyleCnt="0"/>
      <dgm:spPr/>
    </dgm:pt>
    <dgm:pt modelId="{2FC86FA1-7469-CD48-B4B1-E98192306D7A}" type="pres">
      <dgm:prSet presAssocID="{3EC67AFF-2E14-4B63-AA71-8F7B1FF495C3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93FAEAB4-EDB4-EB43-9675-ADBE3C28A12E}" type="pres">
      <dgm:prSet presAssocID="{997AF666-19E8-4932-A5BC-6C258C513C3E}" presName="spacer" presStyleCnt="0"/>
      <dgm:spPr/>
    </dgm:pt>
    <dgm:pt modelId="{25E87B31-7E8F-B843-8F6B-78F1A66E9B02}" type="pres">
      <dgm:prSet presAssocID="{67CB2E17-15E1-43FF-A5C6-7EA2B611A28F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D2338215-85FE-524B-8F29-AC2433EF7B9D}" type="presOf" srcId="{3EC67AFF-2E14-4B63-AA71-8F7B1FF495C3}" destId="{2FC86FA1-7469-CD48-B4B1-E98192306D7A}" srcOrd="0" destOrd="0" presId="urn:microsoft.com/office/officeart/2005/8/layout/vList2"/>
    <dgm:cxn modelId="{CCA13E27-2902-F446-89EC-42DAFB635FFA}" type="presOf" srcId="{67CB2E17-15E1-43FF-A5C6-7EA2B611A28F}" destId="{25E87B31-7E8F-B843-8F6B-78F1A66E9B02}" srcOrd="0" destOrd="0" presId="urn:microsoft.com/office/officeart/2005/8/layout/vList2"/>
    <dgm:cxn modelId="{507A4C2E-04CB-3041-9EF8-CE6676EC8C66}" type="presOf" srcId="{EA33BDBB-ED12-4EC4-A47C-05FB52144649}" destId="{A23AB243-D6BD-5247-99FB-C91EF652B1E3}" srcOrd="0" destOrd="0" presId="urn:microsoft.com/office/officeart/2005/8/layout/vList2"/>
    <dgm:cxn modelId="{1DE86545-5D8B-477A-ACD4-E23B278D759A}" srcId="{EA33BDBB-ED12-4EC4-A47C-05FB52144649}" destId="{EE6EB19B-E5CB-4122-B62B-657111AA6B71}" srcOrd="2" destOrd="0" parTransId="{7D78C067-21AD-4960-B1D8-5E8934CF779E}" sibTransId="{3A7E1620-C008-499B-B9A2-6B32BAE5A121}"/>
    <dgm:cxn modelId="{7726BC79-658D-EE47-8D12-BCC4CF3F2C89}" type="presOf" srcId="{EE6EB19B-E5CB-4122-B62B-657111AA6B71}" destId="{22C95A2B-BC3A-1148-B87B-E3269E8CDF5D}" srcOrd="0" destOrd="0" presId="urn:microsoft.com/office/officeart/2005/8/layout/vList2"/>
    <dgm:cxn modelId="{4FBB4D7A-14B9-9F42-B927-5AFFA2D15496}" type="presOf" srcId="{CEC4284C-53D1-44D1-9F08-956536368438}" destId="{AF1FEE76-674E-E44D-B3CC-2750F03E11F7}" srcOrd="0" destOrd="0" presId="urn:microsoft.com/office/officeart/2005/8/layout/vList2"/>
    <dgm:cxn modelId="{846076A5-3727-7D42-BE2E-87F2A1BDF6A8}" type="presOf" srcId="{302AFA43-B1DA-45DD-8C4B-9ABE13483920}" destId="{AE58BCCB-553C-3A44-836F-6B4CFB1B3644}" srcOrd="0" destOrd="0" presId="urn:microsoft.com/office/officeart/2005/8/layout/vList2"/>
    <dgm:cxn modelId="{082127B2-AFFE-4FA6-9942-D3CBE59A8834}" srcId="{EA33BDBB-ED12-4EC4-A47C-05FB52144649}" destId="{67CB2E17-15E1-43FF-A5C6-7EA2B611A28F}" srcOrd="4" destOrd="0" parTransId="{44B27350-619C-4DFE-AADE-A927EDD0A565}" sibTransId="{F07BBFAE-6099-4CF4-BE8F-AA17AF54ED2B}"/>
    <dgm:cxn modelId="{8B2DD3CA-6D1A-459D-831E-67BA3A9D7215}" srcId="{EA33BDBB-ED12-4EC4-A47C-05FB52144649}" destId="{302AFA43-B1DA-45DD-8C4B-9ABE13483920}" srcOrd="1" destOrd="0" parTransId="{A102C509-0BEE-41EA-9D1B-C6482DBD86A0}" sibTransId="{DBB50380-F5DF-4252-AA4A-86896D2148AA}"/>
    <dgm:cxn modelId="{CABEF4DC-1A05-4272-8446-EFDDEF973485}" srcId="{EA33BDBB-ED12-4EC4-A47C-05FB52144649}" destId="{3EC67AFF-2E14-4B63-AA71-8F7B1FF495C3}" srcOrd="3" destOrd="0" parTransId="{350393B6-85A6-4DA5-825C-41233D561567}" sibTransId="{997AF666-19E8-4932-A5BC-6C258C513C3E}"/>
    <dgm:cxn modelId="{A06C59EB-8799-481D-98DF-021D30A46CE4}" srcId="{EA33BDBB-ED12-4EC4-A47C-05FB52144649}" destId="{CEC4284C-53D1-44D1-9F08-956536368438}" srcOrd="0" destOrd="0" parTransId="{E484B498-17DC-4FD7-A244-388C92160ABB}" sibTransId="{0CC2041E-801D-4167-89A6-5AAE33B5BEF8}"/>
    <dgm:cxn modelId="{DAAFCCEB-6601-5C43-A768-AEC202C54869}" type="presParOf" srcId="{A23AB243-D6BD-5247-99FB-C91EF652B1E3}" destId="{AF1FEE76-674E-E44D-B3CC-2750F03E11F7}" srcOrd="0" destOrd="0" presId="urn:microsoft.com/office/officeart/2005/8/layout/vList2"/>
    <dgm:cxn modelId="{62E05D20-A7F1-F04A-B961-E6FBD460C2F1}" type="presParOf" srcId="{A23AB243-D6BD-5247-99FB-C91EF652B1E3}" destId="{2C858097-305D-1E4B-8255-2A83404F58C2}" srcOrd="1" destOrd="0" presId="urn:microsoft.com/office/officeart/2005/8/layout/vList2"/>
    <dgm:cxn modelId="{C1E25A0B-18E5-1745-A739-F318AF997F41}" type="presParOf" srcId="{A23AB243-D6BD-5247-99FB-C91EF652B1E3}" destId="{AE58BCCB-553C-3A44-836F-6B4CFB1B3644}" srcOrd="2" destOrd="0" presId="urn:microsoft.com/office/officeart/2005/8/layout/vList2"/>
    <dgm:cxn modelId="{046C3D87-CFD7-E245-A90E-D3A763514B19}" type="presParOf" srcId="{A23AB243-D6BD-5247-99FB-C91EF652B1E3}" destId="{CED7D9A4-8016-4B4C-9D73-9C9405737BB3}" srcOrd="3" destOrd="0" presId="urn:microsoft.com/office/officeart/2005/8/layout/vList2"/>
    <dgm:cxn modelId="{77A2DCB7-6B9C-1C4F-B159-DDEACA97D91D}" type="presParOf" srcId="{A23AB243-D6BD-5247-99FB-C91EF652B1E3}" destId="{22C95A2B-BC3A-1148-B87B-E3269E8CDF5D}" srcOrd="4" destOrd="0" presId="urn:microsoft.com/office/officeart/2005/8/layout/vList2"/>
    <dgm:cxn modelId="{57978F0A-A598-DD4E-AED5-4E025D633B5A}" type="presParOf" srcId="{A23AB243-D6BD-5247-99FB-C91EF652B1E3}" destId="{83875BF8-B420-CD47-A950-AD62CB857998}" srcOrd="5" destOrd="0" presId="urn:microsoft.com/office/officeart/2005/8/layout/vList2"/>
    <dgm:cxn modelId="{785FB0E5-BA74-B24F-AE41-E265103498C4}" type="presParOf" srcId="{A23AB243-D6BD-5247-99FB-C91EF652B1E3}" destId="{2FC86FA1-7469-CD48-B4B1-E98192306D7A}" srcOrd="6" destOrd="0" presId="urn:microsoft.com/office/officeart/2005/8/layout/vList2"/>
    <dgm:cxn modelId="{26165B5B-5B17-FE4A-9CF1-1DB82D852CCC}" type="presParOf" srcId="{A23AB243-D6BD-5247-99FB-C91EF652B1E3}" destId="{93FAEAB4-EDB4-EB43-9675-ADBE3C28A12E}" srcOrd="7" destOrd="0" presId="urn:microsoft.com/office/officeart/2005/8/layout/vList2"/>
    <dgm:cxn modelId="{13C113B4-2E7F-E54D-9BA2-4A98DE75D3A5}" type="presParOf" srcId="{A23AB243-D6BD-5247-99FB-C91EF652B1E3}" destId="{25E87B31-7E8F-B843-8F6B-78F1A66E9B02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27D0A17A-72B1-4754-9172-B24045601BB2}" type="doc">
      <dgm:prSet loTypeId="urn:microsoft.com/office/officeart/2008/layout/LinedList" loCatId="list" qsTypeId="urn:microsoft.com/office/officeart/2005/8/quickstyle/simple1" qsCatId="simple" csTypeId="urn:microsoft.com/office/officeart/2005/8/colors/accent1_3" csCatId="accent1"/>
      <dgm:spPr/>
      <dgm:t>
        <a:bodyPr/>
        <a:lstStyle/>
        <a:p>
          <a:endParaRPr lang="en-US"/>
        </a:p>
      </dgm:t>
    </dgm:pt>
    <dgm:pt modelId="{6F0DE8BA-A876-4B3F-903D-71BB93497241}">
      <dgm:prSet/>
      <dgm:spPr/>
      <dgm:t>
        <a:bodyPr/>
        <a:lstStyle/>
        <a:p>
          <a:r>
            <a:rPr lang="en-US"/>
            <a:t>REGEXP_LIKE — test if a string matches a pattern</a:t>
          </a:r>
        </a:p>
      </dgm:t>
    </dgm:pt>
    <dgm:pt modelId="{80517BB5-975C-4957-A424-00ED4F881906}" type="parTrans" cxnId="{8BEACC84-C2CF-4F42-A433-44766948A630}">
      <dgm:prSet/>
      <dgm:spPr/>
      <dgm:t>
        <a:bodyPr/>
        <a:lstStyle/>
        <a:p>
          <a:endParaRPr lang="en-US"/>
        </a:p>
      </dgm:t>
    </dgm:pt>
    <dgm:pt modelId="{B2A91ECA-B1A6-4696-BC88-4729B6062709}" type="sibTrans" cxnId="{8BEACC84-C2CF-4F42-A433-44766948A630}">
      <dgm:prSet/>
      <dgm:spPr/>
      <dgm:t>
        <a:bodyPr/>
        <a:lstStyle/>
        <a:p>
          <a:endParaRPr lang="en-US"/>
        </a:p>
      </dgm:t>
    </dgm:pt>
    <dgm:pt modelId="{EDF59135-C158-4ACC-BF1C-2B595DB43A1F}">
      <dgm:prSet/>
      <dgm:spPr/>
      <dgm:t>
        <a:bodyPr/>
        <a:lstStyle/>
        <a:p>
          <a:r>
            <a:rPr lang="en-US"/>
            <a:t>REGEXP_COUNT — count pattern occurrences</a:t>
          </a:r>
        </a:p>
      </dgm:t>
    </dgm:pt>
    <dgm:pt modelId="{11D87A45-C696-4529-911F-2F77D19507A8}" type="parTrans" cxnId="{4751B666-6EF9-4C2B-B428-48205C82C343}">
      <dgm:prSet/>
      <dgm:spPr/>
      <dgm:t>
        <a:bodyPr/>
        <a:lstStyle/>
        <a:p>
          <a:endParaRPr lang="en-US"/>
        </a:p>
      </dgm:t>
    </dgm:pt>
    <dgm:pt modelId="{F3393E6C-EBF5-446A-B5FB-ED4F9FE4E4AB}" type="sibTrans" cxnId="{4751B666-6EF9-4C2B-B428-48205C82C343}">
      <dgm:prSet/>
      <dgm:spPr/>
      <dgm:t>
        <a:bodyPr/>
        <a:lstStyle/>
        <a:p>
          <a:endParaRPr lang="en-US"/>
        </a:p>
      </dgm:t>
    </dgm:pt>
    <dgm:pt modelId="{1074FF08-87EF-4590-9F12-A3063010E03D}">
      <dgm:prSet/>
      <dgm:spPr/>
      <dgm:t>
        <a:bodyPr/>
        <a:lstStyle/>
        <a:p>
          <a:r>
            <a:rPr lang="en-US"/>
            <a:t>REGEXP_INSTR — find position of pattern match</a:t>
          </a:r>
        </a:p>
      </dgm:t>
    </dgm:pt>
    <dgm:pt modelId="{DE706C98-60C3-4971-A3BE-1B4F04837284}" type="parTrans" cxnId="{47CAD521-EFBF-4F75-8BDD-02EF5B365F43}">
      <dgm:prSet/>
      <dgm:spPr/>
      <dgm:t>
        <a:bodyPr/>
        <a:lstStyle/>
        <a:p>
          <a:endParaRPr lang="en-US"/>
        </a:p>
      </dgm:t>
    </dgm:pt>
    <dgm:pt modelId="{0241DC62-6E2C-4557-A8B2-74007932017F}" type="sibTrans" cxnId="{47CAD521-EFBF-4F75-8BDD-02EF5B365F43}">
      <dgm:prSet/>
      <dgm:spPr/>
      <dgm:t>
        <a:bodyPr/>
        <a:lstStyle/>
        <a:p>
          <a:endParaRPr lang="en-US"/>
        </a:p>
      </dgm:t>
    </dgm:pt>
    <dgm:pt modelId="{98E92C7D-3E81-4C06-9094-8A2B46D021C6}">
      <dgm:prSet/>
      <dgm:spPr/>
      <dgm:t>
        <a:bodyPr/>
        <a:lstStyle/>
        <a:p>
          <a:r>
            <a:rPr lang="en-US"/>
            <a:t>REGEXP_REPLACE — replace pattern matches</a:t>
          </a:r>
        </a:p>
      </dgm:t>
    </dgm:pt>
    <dgm:pt modelId="{1CE69333-1276-4C77-A01C-A6A3CFA92CB7}" type="parTrans" cxnId="{37F15A57-8EDC-46D7-B350-02252323933A}">
      <dgm:prSet/>
      <dgm:spPr/>
      <dgm:t>
        <a:bodyPr/>
        <a:lstStyle/>
        <a:p>
          <a:endParaRPr lang="en-US"/>
        </a:p>
      </dgm:t>
    </dgm:pt>
    <dgm:pt modelId="{48CB3F77-6632-4F74-95E9-A5CCFB7C17E1}" type="sibTrans" cxnId="{37F15A57-8EDC-46D7-B350-02252323933A}">
      <dgm:prSet/>
      <dgm:spPr/>
      <dgm:t>
        <a:bodyPr/>
        <a:lstStyle/>
        <a:p>
          <a:endParaRPr lang="en-US"/>
        </a:p>
      </dgm:t>
    </dgm:pt>
    <dgm:pt modelId="{E012179F-829F-461D-847B-5814B5A41432}">
      <dgm:prSet/>
      <dgm:spPr/>
      <dgm:t>
        <a:bodyPr/>
        <a:lstStyle/>
        <a:p>
          <a:r>
            <a:rPr lang="en-US"/>
            <a:t>REGEXP_SUBSTR — extract substring matching pattern</a:t>
          </a:r>
        </a:p>
      </dgm:t>
    </dgm:pt>
    <dgm:pt modelId="{F023661B-E159-45EC-A289-B684AA4CE49F}" type="parTrans" cxnId="{BBC37BEE-7C8E-462A-9691-9A6650E521B9}">
      <dgm:prSet/>
      <dgm:spPr/>
      <dgm:t>
        <a:bodyPr/>
        <a:lstStyle/>
        <a:p>
          <a:endParaRPr lang="en-US"/>
        </a:p>
      </dgm:t>
    </dgm:pt>
    <dgm:pt modelId="{DF69E46C-C6B2-480D-9D7A-F70182960FC5}" type="sibTrans" cxnId="{BBC37BEE-7C8E-462A-9691-9A6650E521B9}">
      <dgm:prSet/>
      <dgm:spPr/>
      <dgm:t>
        <a:bodyPr/>
        <a:lstStyle/>
        <a:p>
          <a:endParaRPr lang="en-US"/>
        </a:p>
      </dgm:t>
    </dgm:pt>
    <dgm:pt modelId="{FDC5F68A-4C7F-4AFF-BEB8-B7CB54DFED0B}">
      <dgm:prSet/>
      <dgm:spPr/>
      <dgm:t>
        <a:bodyPr/>
        <a:lstStyle/>
        <a:p>
          <a:r>
            <a:rPr lang="en-US"/>
            <a:t>No more CLR functions or LIKE workarounds for pattern matching</a:t>
          </a:r>
        </a:p>
      </dgm:t>
    </dgm:pt>
    <dgm:pt modelId="{44CDBB85-1979-4AF6-9310-2E681C035C7D}" type="parTrans" cxnId="{CA11EAEB-A4FE-4B07-A97E-70C0413780C8}">
      <dgm:prSet/>
      <dgm:spPr/>
      <dgm:t>
        <a:bodyPr/>
        <a:lstStyle/>
        <a:p>
          <a:endParaRPr lang="en-US"/>
        </a:p>
      </dgm:t>
    </dgm:pt>
    <dgm:pt modelId="{CBFE9EF4-FCB2-4DD6-BE0E-186A6A2BE599}" type="sibTrans" cxnId="{CA11EAEB-A4FE-4B07-A97E-70C0413780C8}">
      <dgm:prSet/>
      <dgm:spPr/>
      <dgm:t>
        <a:bodyPr/>
        <a:lstStyle/>
        <a:p>
          <a:endParaRPr lang="en-US"/>
        </a:p>
      </dgm:t>
    </dgm:pt>
    <dgm:pt modelId="{BEA1C9D8-AC53-F241-A7FF-929A1851052B}" type="pres">
      <dgm:prSet presAssocID="{27D0A17A-72B1-4754-9172-B24045601BB2}" presName="vert0" presStyleCnt="0">
        <dgm:presLayoutVars>
          <dgm:dir/>
          <dgm:animOne val="branch"/>
          <dgm:animLvl val="lvl"/>
        </dgm:presLayoutVars>
      </dgm:prSet>
      <dgm:spPr/>
    </dgm:pt>
    <dgm:pt modelId="{C2F1420B-02EC-B14E-BA1D-6726B0E5BCF4}" type="pres">
      <dgm:prSet presAssocID="{6F0DE8BA-A876-4B3F-903D-71BB93497241}" presName="thickLine" presStyleLbl="alignNode1" presStyleIdx="0" presStyleCnt="6"/>
      <dgm:spPr/>
    </dgm:pt>
    <dgm:pt modelId="{AF7C9724-766F-4C46-BCEC-CB5EBDCF1964}" type="pres">
      <dgm:prSet presAssocID="{6F0DE8BA-A876-4B3F-903D-71BB93497241}" presName="horz1" presStyleCnt="0"/>
      <dgm:spPr/>
    </dgm:pt>
    <dgm:pt modelId="{7025FD0C-F198-AA48-A290-F45656058193}" type="pres">
      <dgm:prSet presAssocID="{6F0DE8BA-A876-4B3F-903D-71BB93497241}" presName="tx1" presStyleLbl="revTx" presStyleIdx="0" presStyleCnt="6"/>
      <dgm:spPr/>
    </dgm:pt>
    <dgm:pt modelId="{F3B7EC56-37F8-9848-BC72-C88BFA94AEF5}" type="pres">
      <dgm:prSet presAssocID="{6F0DE8BA-A876-4B3F-903D-71BB93497241}" presName="vert1" presStyleCnt="0"/>
      <dgm:spPr/>
    </dgm:pt>
    <dgm:pt modelId="{CC9D8562-B845-F144-8CFB-75B05CB94954}" type="pres">
      <dgm:prSet presAssocID="{EDF59135-C158-4ACC-BF1C-2B595DB43A1F}" presName="thickLine" presStyleLbl="alignNode1" presStyleIdx="1" presStyleCnt="6"/>
      <dgm:spPr/>
    </dgm:pt>
    <dgm:pt modelId="{4D5C90F9-C1D6-4E4A-A9CD-E9AAA5239CDB}" type="pres">
      <dgm:prSet presAssocID="{EDF59135-C158-4ACC-BF1C-2B595DB43A1F}" presName="horz1" presStyleCnt="0"/>
      <dgm:spPr/>
    </dgm:pt>
    <dgm:pt modelId="{09277064-3414-184B-8642-9AD8AFA4CDED}" type="pres">
      <dgm:prSet presAssocID="{EDF59135-C158-4ACC-BF1C-2B595DB43A1F}" presName="tx1" presStyleLbl="revTx" presStyleIdx="1" presStyleCnt="6"/>
      <dgm:spPr/>
    </dgm:pt>
    <dgm:pt modelId="{6E0F66A2-8E64-4F49-8D61-9AE193D25E9F}" type="pres">
      <dgm:prSet presAssocID="{EDF59135-C158-4ACC-BF1C-2B595DB43A1F}" presName="vert1" presStyleCnt="0"/>
      <dgm:spPr/>
    </dgm:pt>
    <dgm:pt modelId="{5B887F89-C27F-6242-8396-EF8211C94BA5}" type="pres">
      <dgm:prSet presAssocID="{1074FF08-87EF-4590-9F12-A3063010E03D}" presName="thickLine" presStyleLbl="alignNode1" presStyleIdx="2" presStyleCnt="6"/>
      <dgm:spPr/>
    </dgm:pt>
    <dgm:pt modelId="{7E499E65-1E04-2940-8F21-97622F0D819F}" type="pres">
      <dgm:prSet presAssocID="{1074FF08-87EF-4590-9F12-A3063010E03D}" presName="horz1" presStyleCnt="0"/>
      <dgm:spPr/>
    </dgm:pt>
    <dgm:pt modelId="{39791569-9BDD-9244-B1E6-B1708E38A229}" type="pres">
      <dgm:prSet presAssocID="{1074FF08-87EF-4590-9F12-A3063010E03D}" presName="tx1" presStyleLbl="revTx" presStyleIdx="2" presStyleCnt="6"/>
      <dgm:spPr/>
    </dgm:pt>
    <dgm:pt modelId="{3C6DB5F7-D3D4-164B-BEF5-86731DDBACAE}" type="pres">
      <dgm:prSet presAssocID="{1074FF08-87EF-4590-9F12-A3063010E03D}" presName="vert1" presStyleCnt="0"/>
      <dgm:spPr/>
    </dgm:pt>
    <dgm:pt modelId="{21A5AFCB-334B-7C4E-AF2E-3A68BCBC40AA}" type="pres">
      <dgm:prSet presAssocID="{98E92C7D-3E81-4C06-9094-8A2B46D021C6}" presName="thickLine" presStyleLbl="alignNode1" presStyleIdx="3" presStyleCnt="6"/>
      <dgm:spPr/>
    </dgm:pt>
    <dgm:pt modelId="{77747C5D-0649-2042-AEB4-E532A1F1EEB0}" type="pres">
      <dgm:prSet presAssocID="{98E92C7D-3E81-4C06-9094-8A2B46D021C6}" presName="horz1" presStyleCnt="0"/>
      <dgm:spPr/>
    </dgm:pt>
    <dgm:pt modelId="{A971CEE8-0730-F242-90F5-D99B8D912064}" type="pres">
      <dgm:prSet presAssocID="{98E92C7D-3E81-4C06-9094-8A2B46D021C6}" presName="tx1" presStyleLbl="revTx" presStyleIdx="3" presStyleCnt="6"/>
      <dgm:spPr/>
    </dgm:pt>
    <dgm:pt modelId="{B2E0E7C5-4E6F-384C-9A8A-AA6AF3B74AA9}" type="pres">
      <dgm:prSet presAssocID="{98E92C7D-3E81-4C06-9094-8A2B46D021C6}" presName="vert1" presStyleCnt="0"/>
      <dgm:spPr/>
    </dgm:pt>
    <dgm:pt modelId="{F8BB0DAB-AFF6-CA4A-ADBB-82E8B407057B}" type="pres">
      <dgm:prSet presAssocID="{E012179F-829F-461D-847B-5814B5A41432}" presName="thickLine" presStyleLbl="alignNode1" presStyleIdx="4" presStyleCnt="6"/>
      <dgm:spPr/>
    </dgm:pt>
    <dgm:pt modelId="{9D7E05DB-53D5-9945-AACD-A29A73DD3CB3}" type="pres">
      <dgm:prSet presAssocID="{E012179F-829F-461D-847B-5814B5A41432}" presName="horz1" presStyleCnt="0"/>
      <dgm:spPr/>
    </dgm:pt>
    <dgm:pt modelId="{2AD98743-C5B1-0E4E-A402-690F96067F37}" type="pres">
      <dgm:prSet presAssocID="{E012179F-829F-461D-847B-5814B5A41432}" presName="tx1" presStyleLbl="revTx" presStyleIdx="4" presStyleCnt="6"/>
      <dgm:spPr/>
    </dgm:pt>
    <dgm:pt modelId="{A2B10002-533F-F945-8CBE-B268BE77FBD6}" type="pres">
      <dgm:prSet presAssocID="{E012179F-829F-461D-847B-5814B5A41432}" presName="vert1" presStyleCnt="0"/>
      <dgm:spPr/>
    </dgm:pt>
    <dgm:pt modelId="{F82E8CD9-F824-0847-9D15-2CA19647CA0E}" type="pres">
      <dgm:prSet presAssocID="{FDC5F68A-4C7F-4AFF-BEB8-B7CB54DFED0B}" presName="thickLine" presStyleLbl="alignNode1" presStyleIdx="5" presStyleCnt="6"/>
      <dgm:spPr/>
    </dgm:pt>
    <dgm:pt modelId="{0CF5A6C5-6FC4-9C46-8E15-B900A7EAAA4E}" type="pres">
      <dgm:prSet presAssocID="{FDC5F68A-4C7F-4AFF-BEB8-B7CB54DFED0B}" presName="horz1" presStyleCnt="0"/>
      <dgm:spPr/>
    </dgm:pt>
    <dgm:pt modelId="{D5F1FFB8-5FA7-4341-AAEE-337355BCF3D6}" type="pres">
      <dgm:prSet presAssocID="{FDC5F68A-4C7F-4AFF-BEB8-B7CB54DFED0B}" presName="tx1" presStyleLbl="revTx" presStyleIdx="5" presStyleCnt="6"/>
      <dgm:spPr/>
    </dgm:pt>
    <dgm:pt modelId="{04E5D28B-587B-C84F-9FE4-8F0EE8024EF9}" type="pres">
      <dgm:prSet presAssocID="{FDC5F68A-4C7F-4AFF-BEB8-B7CB54DFED0B}" presName="vert1" presStyleCnt="0"/>
      <dgm:spPr/>
    </dgm:pt>
  </dgm:ptLst>
  <dgm:cxnLst>
    <dgm:cxn modelId="{702B5317-4DE9-A841-AA68-0505D501B863}" type="presOf" srcId="{1074FF08-87EF-4590-9F12-A3063010E03D}" destId="{39791569-9BDD-9244-B1E6-B1708E38A229}" srcOrd="0" destOrd="0" presId="urn:microsoft.com/office/officeart/2008/layout/LinedList"/>
    <dgm:cxn modelId="{47CAD521-EFBF-4F75-8BDD-02EF5B365F43}" srcId="{27D0A17A-72B1-4754-9172-B24045601BB2}" destId="{1074FF08-87EF-4590-9F12-A3063010E03D}" srcOrd="2" destOrd="0" parTransId="{DE706C98-60C3-4971-A3BE-1B4F04837284}" sibTransId="{0241DC62-6E2C-4557-A8B2-74007932017F}"/>
    <dgm:cxn modelId="{DE4E5F2D-6298-6A4C-AE31-86B2A0338517}" type="presOf" srcId="{E012179F-829F-461D-847B-5814B5A41432}" destId="{2AD98743-C5B1-0E4E-A402-690F96067F37}" srcOrd="0" destOrd="0" presId="urn:microsoft.com/office/officeart/2008/layout/LinedList"/>
    <dgm:cxn modelId="{F6731140-FB9F-3242-B405-4B2DB3B91458}" type="presOf" srcId="{FDC5F68A-4C7F-4AFF-BEB8-B7CB54DFED0B}" destId="{D5F1FFB8-5FA7-4341-AAEE-337355BCF3D6}" srcOrd="0" destOrd="0" presId="urn:microsoft.com/office/officeart/2008/layout/LinedList"/>
    <dgm:cxn modelId="{4751B666-6EF9-4C2B-B428-48205C82C343}" srcId="{27D0A17A-72B1-4754-9172-B24045601BB2}" destId="{EDF59135-C158-4ACC-BF1C-2B595DB43A1F}" srcOrd="1" destOrd="0" parTransId="{11D87A45-C696-4529-911F-2F77D19507A8}" sibTransId="{F3393E6C-EBF5-446A-B5FB-ED4F9FE4E4AB}"/>
    <dgm:cxn modelId="{AFF83C6C-B41B-DA40-9364-8DD867A8BFD6}" type="presOf" srcId="{27D0A17A-72B1-4754-9172-B24045601BB2}" destId="{BEA1C9D8-AC53-F241-A7FF-929A1851052B}" srcOrd="0" destOrd="0" presId="urn:microsoft.com/office/officeart/2008/layout/LinedList"/>
    <dgm:cxn modelId="{37F15A57-8EDC-46D7-B350-02252323933A}" srcId="{27D0A17A-72B1-4754-9172-B24045601BB2}" destId="{98E92C7D-3E81-4C06-9094-8A2B46D021C6}" srcOrd="3" destOrd="0" parTransId="{1CE69333-1276-4C77-A01C-A6A3CFA92CB7}" sibTransId="{48CB3F77-6632-4F74-95E9-A5CCFB7C17E1}"/>
    <dgm:cxn modelId="{8BEACC84-C2CF-4F42-A433-44766948A630}" srcId="{27D0A17A-72B1-4754-9172-B24045601BB2}" destId="{6F0DE8BA-A876-4B3F-903D-71BB93497241}" srcOrd="0" destOrd="0" parTransId="{80517BB5-975C-4957-A424-00ED4F881906}" sibTransId="{B2A91ECA-B1A6-4696-BC88-4729B6062709}"/>
    <dgm:cxn modelId="{D1A00CAE-93FD-3747-866D-269D4650BF5A}" type="presOf" srcId="{EDF59135-C158-4ACC-BF1C-2B595DB43A1F}" destId="{09277064-3414-184B-8642-9AD8AFA4CDED}" srcOrd="0" destOrd="0" presId="urn:microsoft.com/office/officeart/2008/layout/LinedList"/>
    <dgm:cxn modelId="{7BB3D5DB-4798-4F44-B0E7-A6C556DD07BD}" type="presOf" srcId="{98E92C7D-3E81-4C06-9094-8A2B46D021C6}" destId="{A971CEE8-0730-F242-90F5-D99B8D912064}" srcOrd="0" destOrd="0" presId="urn:microsoft.com/office/officeart/2008/layout/LinedList"/>
    <dgm:cxn modelId="{F52ED3E0-5F7A-0A48-9641-08641DBD64CC}" type="presOf" srcId="{6F0DE8BA-A876-4B3F-903D-71BB93497241}" destId="{7025FD0C-F198-AA48-A290-F45656058193}" srcOrd="0" destOrd="0" presId="urn:microsoft.com/office/officeart/2008/layout/LinedList"/>
    <dgm:cxn modelId="{CA11EAEB-A4FE-4B07-A97E-70C0413780C8}" srcId="{27D0A17A-72B1-4754-9172-B24045601BB2}" destId="{FDC5F68A-4C7F-4AFF-BEB8-B7CB54DFED0B}" srcOrd="5" destOrd="0" parTransId="{44CDBB85-1979-4AF6-9310-2E681C035C7D}" sibTransId="{CBFE9EF4-FCB2-4DD6-BE0E-186A6A2BE599}"/>
    <dgm:cxn modelId="{BBC37BEE-7C8E-462A-9691-9A6650E521B9}" srcId="{27D0A17A-72B1-4754-9172-B24045601BB2}" destId="{E012179F-829F-461D-847B-5814B5A41432}" srcOrd="4" destOrd="0" parTransId="{F023661B-E159-45EC-A289-B684AA4CE49F}" sibTransId="{DF69E46C-C6B2-480D-9D7A-F70182960FC5}"/>
    <dgm:cxn modelId="{72E19EE4-55EB-8247-8048-60939107E9D0}" type="presParOf" srcId="{BEA1C9D8-AC53-F241-A7FF-929A1851052B}" destId="{C2F1420B-02EC-B14E-BA1D-6726B0E5BCF4}" srcOrd="0" destOrd="0" presId="urn:microsoft.com/office/officeart/2008/layout/LinedList"/>
    <dgm:cxn modelId="{6C5BBF52-97FC-A44E-B176-16A74AB47773}" type="presParOf" srcId="{BEA1C9D8-AC53-F241-A7FF-929A1851052B}" destId="{AF7C9724-766F-4C46-BCEC-CB5EBDCF1964}" srcOrd="1" destOrd="0" presId="urn:microsoft.com/office/officeart/2008/layout/LinedList"/>
    <dgm:cxn modelId="{CBBA6655-0DCD-834F-AB6B-671B03CA2EBB}" type="presParOf" srcId="{AF7C9724-766F-4C46-BCEC-CB5EBDCF1964}" destId="{7025FD0C-F198-AA48-A290-F45656058193}" srcOrd="0" destOrd="0" presId="urn:microsoft.com/office/officeart/2008/layout/LinedList"/>
    <dgm:cxn modelId="{48F50587-5C4F-CF47-95C3-4BD6EA189938}" type="presParOf" srcId="{AF7C9724-766F-4C46-BCEC-CB5EBDCF1964}" destId="{F3B7EC56-37F8-9848-BC72-C88BFA94AEF5}" srcOrd="1" destOrd="0" presId="urn:microsoft.com/office/officeart/2008/layout/LinedList"/>
    <dgm:cxn modelId="{9237C734-9D7C-BF4D-936E-E1F1A6B84909}" type="presParOf" srcId="{BEA1C9D8-AC53-F241-A7FF-929A1851052B}" destId="{CC9D8562-B845-F144-8CFB-75B05CB94954}" srcOrd="2" destOrd="0" presId="urn:microsoft.com/office/officeart/2008/layout/LinedList"/>
    <dgm:cxn modelId="{991DCB97-D995-5C44-AD03-533D370DE39E}" type="presParOf" srcId="{BEA1C9D8-AC53-F241-A7FF-929A1851052B}" destId="{4D5C90F9-C1D6-4E4A-A9CD-E9AAA5239CDB}" srcOrd="3" destOrd="0" presId="urn:microsoft.com/office/officeart/2008/layout/LinedList"/>
    <dgm:cxn modelId="{A622F871-F44F-A648-BF46-ABDEF5EAEFBE}" type="presParOf" srcId="{4D5C90F9-C1D6-4E4A-A9CD-E9AAA5239CDB}" destId="{09277064-3414-184B-8642-9AD8AFA4CDED}" srcOrd="0" destOrd="0" presId="urn:microsoft.com/office/officeart/2008/layout/LinedList"/>
    <dgm:cxn modelId="{C6CAC8EC-98C9-F641-97A1-792FCA9A18BC}" type="presParOf" srcId="{4D5C90F9-C1D6-4E4A-A9CD-E9AAA5239CDB}" destId="{6E0F66A2-8E64-4F49-8D61-9AE193D25E9F}" srcOrd="1" destOrd="0" presId="urn:microsoft.com/office/officeart/2008/layout/LinedList"/>
    <dgm:cxn modelId="{CFC7813F-BDD7-864B-9933-CCF037044431}" type="presParOf" srcId="{BEA1C9D8-AC53-F241-A7FF-929A1851052B}" destId="{5B887F89-C27F-6242-8396-EF8211C94BA5}" srcOrd="4" destOrd="0" presId="urn:microsoft.com/office/officeart/2008/layout/LinedList"/>
    <dgm:cxn modelId="{A5C83668-15D2-164C-AF5B-BA699DBDDF65}" type="presParOf" srcId="{BEA1C9D8-AC53-F241-A7FF-929A1851052B}" destId="{7E499E65-1E04-2940-8F21-97622F0D819F}" srcOrd="5" destOrd="0" presId="urn:microsoft.com/office/officeart/2008/layout/LinedList"/>
    <dgm:cxn modelId="{B8C99D2A-4577-6F45-B8FB-06F1758AA370}" type="presParOf" srcId="{7E499E65-1E04-2940-8F21-97622F0D819F}" destId="{39791569-9BDD-9244-B1E6-B1708E38A229}" srcOrd="0" destOrd="0" presId="urn:microsoft.com/office/officeart/2008/layout/LinedList"/>
    <dgm:cxn modelId="{4B36AE32-3708-604A-B231-8596474E9041}" type="presParOf" srcId="{7E499E65-1E04-2940-8F21-97622F0D819F}" destId="{3C6DB5F7-D3D4-164B-BEF5-86731DDBACAE}" srcOrd="1" destOrd="0" presId="urn:microsoft.com/office/officeart/2008/layout/LinedList"/>
    <dgm:cxn modelId="{ECDB1756-7D39-CD4B-B0FA-AD34646C0CE9}" type="presParOf" srcId="{BEA1C9D8-AC53-F241-A7FF-929A1851052B}" destId="{21A5AFCB-334B-7C4E-AF2E-3A68BCBC40AA}" srcOrd="6" destOrd="0" presId="urn:microsoft.com/office/officeart/2008/layout/LinedList"/>
    <dgm:cxn modelId="{7CE1EDAD-DA3D-B34C-A01B-736FD3E3A423}" type="presParOf" srcId="{BEA1C9D8-AC53-F241-A7FF-929A1851052B}" destId="{77747C5D-0649-2042-AEB4-E532A1F1EEB0}" srcOrd="7" destOrd="0" presId="urn:microsoft.com/office/officeart/2008/layout/LinedList"/>
    <dgm:cxn modelId="{96902B6B-A88A-BF4E-9746-650A362742C6}" type="presParOf" srcId="{77747C5D-0649-2042-AEB4-E532A1F1EEB0}" destId="{A971CEE8-0730-F242-90F5-D99B8D912064}" srcOrd="0" destOrd="0" presId="urn:microsoft.com/office/officeart/2008/layout/LinedList"/>
    <dgm:cxn modelId="{804FDE56-FFAC-0648-8B08-70F62FB13BD0}" type="presParOf" srcId="{77747C5D-0649-2042-AEB4-E532A1F1EEB0}" destId="{B2E0E7C5-4E6F-384C-9A8A-AA6AF3B74AA9}" srcOrd="1" destOrd="0" presId="urn:microsoft.com/office/officeart/2008/layout/LinedList"/>
    <dgm:cxn modelId="{49CDB808-21F8-834C-9DFE-5166D4482BC3}" type="presParOf" srcId="{BEA1C9D8-AC53-F241-A7FF-929A1851052B}" destId="{F8BB0DAB-AFF6-CA4A-ADBB-82E8B407057B}" srcOrd="8" destOrd="0" presId="urn:microsoft.com/office/officeart/2008/layout/LinedList"/>
    <dgm:cxn modelId="{E03C29C8-7363-4A41-A4F9-225337D136CE}" type="presParOf" srcId="{BEA1C9D8-AC53-F241-A7FF-929A1851052B}" destId="{9D7E05DB-53D5-9945-AACD-A29A73DD3CB3}" srcOrd="9" destOrd="0" presId="urn:microsoft.com/office/officeart/2008/layout/LinedList"/>
    <dgm:cxn modelId="{72B9578B-1D16-FF4D-A4C4-88A2FC6C0C67}" type="presParOf" srcId="{9D7E05DB-53D5-9945-AACD-A29A73DD3CB3}" destId="{2AD98743-C5B1-0E4E-A402-690F96067F37}" srcOrd="0" destOrd="0" presId="urn:microsoft.com/office/officeart/2008/layout/LinedList"/>
    <dgm:cxn modelId="{10E5867E-AE7E-844F-BB2C-5187AB74392D}" type="presParOf" srcId="{9D7E05DB-53D5-9945-AACD-A29A73DD3CB3}" destId="{A2B10002-533F-F945-8CBE-B268BE77FBD6}" srcOrd="1" destOrd="0" presId="urn:microsoft.com/office/officeart/2008/layout/LinedList"/>
    <dgm:cxn modelId="{EB12BDBB-88CC-2040-9DD8-3E6B79230FBF}" type="presParOf" srcId="{BEA1C9D8-AC53-F241-A7FF-929A1851052B}" destId="{F82E8CD9-F824-0847-9D15-2CA19647CA0E}" srcOrd="10" destOrd="0" presId="urn:microsoft.com/office/officeart/2008/layout/LinedList"/>
    <dgm:cxn modelId="{8D4856E0-EFEE-9C40-9095-6E3A8918FC5E}" type="presParOf" srcId="{BEA1C9D8-AC53-F241-A7FF-929A1851052B}" destId="{0CF5A6C5-6FC4-9C46-8E15-B900A7EAAA4E}" srcOrd="11" destOrd="0" presId="urn:microsoft.com/office/officeart/2008/layout/LinedList"/>
    <dgm:cxn modelId="{EC7985EE-0A3E-974D-BB59-5262D9B39F32}" type="presParOf" srcId="{0CF5A6C5-6FC4-9C46-8E15-B900A7EAAA4E}" destId="{D5F1FFB8-5FA7-4341-AAEE-337355BCF3D6}" srcOrd="0" destOrd="0" presId="urn:microsoft.com/office/officeart/2008/layout/LinedList"/>
    <dgm:cxn modelId="{F1C6A01A-456B-8742-910C-C2484B29A55A}" type="presParOf" srcId="{0CF5A6C5-6FC4-9C46-8E15-B900A7EAAA4E}" destId="{04E5D28B-587B-C84F-9FE4-8F0EE8024EF9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07054E25-8A4F-4A5A-97EF-F7BDBD58375A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526A4B2-70E9-4C8C-9FE2-8C8D5D5B1076}">
      <dgm:prSet/>
      <dgm:spPr/>
      <dgm:t>
        <a:bodyPr/>
        <a:lstStyle/>
        <a:p>
          <a:r>
            <a:rPr lang="en-US"/>
            <a:t>|| string concat operator (ANSI standard)</a:t>
          </a:r>
        </a:p>
      </dgm:t>
    </dgm:pt>
    <dgm:pt modelId="{5E1169B1-6B96-4A78-863B-41186A786584}" type="parTrans" cxnId="{8E75D26A-3847-4ABB-9E26-1780F7B3661F}">
      <dgm:prSet/>
      <dgm:spPr/>
      <dgm:t>
        <a:bodyPr/>
        <a:lstStyle/>
        <a:p>
          <a:endParaRPr lang="en-US"/>
        </a:p>
      </dgm:t>
    </dgm:pt>
    <dgm:pt modelId="{28A9418D-15C1-4A88-9961-98158A1C48A4}" type="sibTrans" cxnId="{8E75D26A-3847-4ABB-9E26-1780F7B3661F}">
      <dgm:prSet/>
      <dgm:spPr/>
      <dgm:t>
        <a:bodyPr/>
        <a:lstStyle/>
        <a:p>
          <a:endParaRPr lang="en-US"/>
        </a:p>
      </dgm:t>
    </dgm:pt>
    <dgm:pt modelId="{8710985E-C9C1-432D-92E2-1775DEFC0EB8}">
      <dgm:prSet/>
      <dgm:spPr/>
      <dgm:t>
        <a:bodyPr/>
        <a:lstStyle/>
        <a:p>
          <a:r>
            <a:rPr lang="en-US"/>
            <a:t>CURRENT_DATE returns DATE type</a:t>
          </a:r>
        </a:p>
      </dgm:t>
    </dgm:pt>
    <dgm:pt modelId="{BAF8C905-00BA-4544-B96E-369C6153019B}" type="parTrans" cxnId="{827BC644-7814-4664-B5A8-151AE2F6BB4B}">
      <dgm:prSet/>
      <dgm:spPr/>
      <dgm:t>
        <a:bodyPr/>
        <a:lstStyle/>
        <a:p>
          <a:endParaRPr lang="en-US"/>
        </a:p>
      </dgm:t>
    </dgm:pt>
    <dgm:pt modelId="{51A3E8DE-F0B1-4801-A7CA-740220C1D49D}" type="sibTrans" cxnId="{827BC644-7814-4664-B5A8-151AE2F6BB4B}">
      <dgm:prSet/>
      <dgm:spPr/>
      <dgm:t>
        <a:bodyPr/>
        <a:lstStyle/>
        <a:p>
          <a:endParaRPr lang="en-US"/>
        </a:p>
      </dgm:t>
    </dgm:pt>
    <dgm:pt modelId="{2EB36F9F-3677-4FA3-995F-D2CD6D093AEC}">
      <dgm:prSet/>
      <dgm:spPr/>
      <dgm:t>
        <a:bodyPr/>
        <a:lstStyle/>
        <a:p>
          <a:r>
            <a:rPr lang="en-US"/>
            <a:t>SUBSTRING() with optional length — omit to get "rest of string"</a:t>
          </a:r>
        </a:p>
      </dgm:t>
    </dgm:pt>
    <dgm:pt modelId="{407531DB-364A-47D4-A7D6-2E4235D40E84}" type="parTrans" cxnId="{C851C757-B863-4442-BFB1-D0F6E6C4F11B}">
      <dgm:prSet/>
      <dgm:spPr/>
      <dgm:t>
        <a:bodyPr/>
        <a:lstStyle/>
        <a:p>
          <a:endParaRPr lang="en-US"/>
        </a:p>
      </dgm:t>
    </dgm:pt>
    <dgm:pt modelId="{B0E11158-62C9-4774-81AE-B15B213E3F45}" type="sibTrans" cxnId="{C851C757-B863-4442-BFB1-D0F6E6C4F11B}">
      <dgm:prSet/>
      <dgm:spPr/>
      <dgm:t>
        <a:bodyPr/>
        <a:lstStyle/>
        <a:p>
          <a:endParaRPr lang="en-US"/>
        </a:p>
      </dgm:t>
    </dgm:pt>
    <dgm:pt modelId="{71569E37-BC2C-489E-8976-E52A2E6D4A1B}">
      <dgm:prSet/>
      <dgm:spPr/>
      <dgm:t>
        <a:bodyPr/>
        <a:lstStyle/>
        <a:p>
          <a:r>
            <a:rPr lang="en-US"/>
            <a:t>UNISTR() — Unicode string construction</a:t>
          </a:r>
        </a:p>
      </dgm:t>
    </dgm:pt>
    <dgm:pt modelId="{6FB25963-0DAA-4DAF-869A-206278B4B89D}" type="parTrans" cxnId="{04313384-31D2-4B9C-9842-F92E541DA77B}">
      <dgm:prSet/>
      <dgm:spPr/>
      <dgm:t>
        <a:bodyPr/>
        <a:lstStyle/>
        <a:p>
          <a:endParaRPr lang="en-US"/>
        </a:p>
      </dgm:t>
    </dgm:pt>
    <dgm:pt modelId="{07999AE6-A7FB-4B2F-8936-7DD731D8354B}" type="sibTrans" cxnId="{04313384-31D2-4B9C-9842-F92E541DA77B}">
      <dgm:prSet/>
      <dgm:spPr/>
      <dgm:t>
        <a:bodyPr/>
        <a:lstStyle/>
        <a:p>
          <a:endParaRPr lang="en-US"/>
        </a:p>
      </dgm:t>
    </dgm:pt>
    <dgm:pt modelId="{6B587826-46B8-465A-BD8F-614216BFA5D2}">
      <dgm:prSet/>
      <dgm:spPr/>
      <dgm:t>
        <a:bodyPr/>
        <a:lstStyle/>
        <a:p>
          <a:r>
            <a:rPr lang="en-US"/>
            <a:t>DATEADD() now supports bigint</a:t>
          </a:r>
        </a:p>
      </dgm:t>
    </dgm:pt>
    <dgm:pt modelId="{A9693FE4-4E9E-4D1A-AC7D-8CF21EECFAAC}" type="parTrans" cxnId="{09F6541C-B669-4B02-95D0-67029D0A7571}">
      <dgm:prSet/>
      <dgm:spPr/>
      <dgm:t>
        <a:bodyPr/>
        <a:lstStyle/>
        <a:p>
          <a:endParaRPr lang="en-US"/>
        </a:p>
      </dgm:t>
    </dgm:pt>
    <dgm:pt modelId="{963C02D2-92D9-4C23-B733-D5F7D9E605C9}" type="sibTrans" cxnId="{09F6541C-B669-4B02-95D0-67029D0A7571}">
      <dgm:prSet/>
      <dgm:spPr/>
      <dgm:t>
        <a:bodyPr/>
        <a:lstStyle/>
        <a:p>
          <a:endParaRPr lang="en-US"/>
        </a:p>
      </dgm:t>
    </dgm:pt>
    <dgm:pt modelId="{B1C82929-04E0-B843-B03F-5F2DCDF9B105}" type="pres">
      <dgm:prSet presAssocID="{07054E25-8A4F-4A5A-97EF-F7BDBD58375A}" presName="vert0" presStyleCnt="0">
        <dgm:presLayoutVars>
          <dgm:dir/>
          <dgm:animOne val="branch"/>
          <dgm:animLvl val="lvl"/>
        </dgm:presLayoutVars>
      </dgm:prSet>
      <dgm:spPr/>
    </dgm:pt>
    <dgm:pt modelId="{0A472E39-7944-1E44-937A-98A2B5EB03A8}" type="pres">
      <dgm:prSet presAssocID="{4526A4B2-70E9-4C8C-9FE2-8C8D5D5B1076}" presName="thickLine" presStyleLbl="alignNode1" presStyleIdx="0" presStyleCnt="5"/>
      <dgm:spPr/>
    </dgm:pt>
    <dgm:pt modelId="{A9AECCF3-F36C-E440-8150-2B60E4471C80}" type="pres">
      <dgm:prSet presAssocID="{4526A4B2-70E9-4C8C-9FE2-8C8D5D5B1076}" presName="horz1" presStyleCnt="0"/>
      <dgm:spPr/>
    </dgm:pt>
    <dgm:pt modelId="{50E78523-5E01-AC44-89CA-33821108082E}" type="pres">
      <dgm:prSet presAssocID="{4526A4B2-70E9-4C8C-9FE2-8C8D5D5B1076}" presName="tx1" presStyleLbl="revTx" presStyleIdx="0" presStyleCnt="5"/>
      <dgm:spPr/>
    </dgm:pt>
    <dgm:pt modelId="{0290957A-0FDE-0C4B-A8EF-90325E060492}" type="pres">
      <dgm:prSet presAssocID="{4526A4B2-70E9-4C8C-9FE2-8C8D5D5B1076}" presName="vert1" presStyleCnt="0"/>
      <dgm:spPr/>
    </dgm:pt>
    <dgm:pt modelId="{9BB95020-8EEF-4941-8436-C7AD48E72784}" type="pres">
      <dgm:prSet presAssocID="{8710985E-C9C1-432D-92E2-1775DEFC0EB8}" presName="thickLine" presStyleLbl="alignNode1" presStyleIdx="1" presStyleCnt="5"/>
      <dgm:spPr/>
    </dgm:pt>
    <dgm:pt modelId="{674641CE-3067-484B-9B1A-6F040ABDBFA4}" type="pres">
      <dgm:prSet presAssocID="{8710985E-C9C1-432D-92E2-1775DEFC0EB8}" presName="horz1" presStyleCnt="0"/>
      <dgm:spPr/>
    </dgm:pt>
    <dgm:pt modelId="{A5F8DB53-DBA5-C44C-AC71-7865D2A475FD}" type="pres">
      <dgm:prSet presAssocID="{8710985E-C9C1-432D-92E2-1775DEFC0EB8}" presName="tx1" presStyleLbl="revTx" presStyleIdx="1" presStyleCnt="5"/>
      <dgm:spPr/>
    </dgm:pt>
    <dgm:pt modelId="{7D5CB0DE-9593-FE46-9DCE-8E56FF1C1472}" type="pres">
      <dgm:prSet presAssocID="{8710985E-C9C1-432D-92E2-1775DEFC0EB8}" presName="vert1" presStyleCnt="0"/>
      <dgm:spPr/>
    </dgm:pt>
    <dgm:pt modelId="{B033FC07-0955-4F43-AA42-6F92033ABBBB}" type="pres">
      <dgm:prSet presAssocID="{2EB36F9F-3677-4FA3-995F-D2CD6D093AEC}" presName="thickLine" presStyleLbl="alignNode1" presStyleIdx="2" presStyleCnt="5"/>
      <dgm:spPr/>
    </dgm:pt>
    <dgm:pt modelId="{F01B12B8-1F39-5F45-AF99-B7591749AB63}" type="pres">
      <dgm:prSet presAssocID="{2EB36F9F-3677-4FA3-995F-D2CD6D093AEC}" presName="horz1" presStyleCnt="0"/>
      <dgm:spPr/>
    </dgm:pt>
    <dgm:pt modelId="{1656FF3F-A7DC-6945-974F-34FF87F20B85}" type="pres">
      <dgm:prSet presAssocID="{2EB36F9F-3677-4FA3-995F-D2CD6D093AEC}" presName="tx1" presStyleLbl="revTx" presStyleIdx="2" presStyleCnt="5"/>
      <dgm:spPr/>
    </dgm:pt>
    <dgm:pt modelId="{32A623AC-959B-B943-BA0B-79BE2675F64A}" type="pres">
      <dgm:prSet presAssocID="{2EB36F9F-3677-4FA3-995F-D2CD6D093AEC}" presName="vert1" presStyleCnt="0"/>
      <dgm:spPr/>
    </dgm:pt>
    <dgm:pt modelId="{3221DE2E-6F28-F34C-BEA8-64E6312F441E}" type="pres">
      <dgm:prSet presAssocID="{71569E37-BC2C-489E-8976-E52A2E6D4A1B}" presName="thickLine" presStyleLbl="alignNode1" presStyleIdx="3" presStyleCnt="5"/>
      <dgm:spPr/>
    </dgm:pt>
    <dgm:pt modelId="{46063EE5-A6B9-FB41-9BE3-BCA07204AB3A}" type="pres">
      <dgm:prSet presAssocID="{71569E37-BC2C-489E-8976-E52A2E6D4A1B}" presName="horz1" presStyleCnt="0"/>
      <dgm:spPr/>
    </dgm:pt>
    <dgm:pt modelId="{1CC7F05E-F3DC-BD44-83E1-DAF9D0DE0F76}" type="pres">
      <dgm:prSet presAssocID="{71569E37-BC2C-489E-8976-E52A2E6D4A1B}" presName="tx1" presStyleLbl="revTx" presStyleIdx="3" presStyleCnt="5"/>
      <dgm:spPr/>
    </dgm:pt>
    <dgm:pt modelId="{67E9BAC8-E8E5-FF4A-A335-D8F103D8C8BA}" type="pres">
      <dgm:prSet presAssocID="{71569E37-BC2C-489E-8976-E52A2E6D4A1B}" presName="vert1" presStyleCnt="0"/>
      <dgm:spPr/>
    </dgm:pt>
    <dgm:pt modelId="{B83FDEA1-A3E0-CB4C-87CA-4EBE6F20E76D}" type="pres">
      <dgm:prSet presAssocID="{6B587826-46B8-465A-BD8F-614216BFA5D2}" presName="thickLine" presStyleLbl="alignNode1" presStyleIdx="4" presStyleCnt="5"/>
      <dgm:spPr/>
    </dgm:pt>
    <dgm:pt modelId="{BE411151-5F4F-CD41-B6CE-B434D3AE28CF}" type="pres">
      <dgm:prSet presAssocID="{6B587826-46B8-465A-BD8F-614216BFA5D2}" presName="horz1" presStyleCnt="0"/>
      <dgm:spPr/>
    </dgm:pt>
    <dgm:pt modelId="{8D930521-F4DC-A845-A657-E2FB9ADC5888}" type="pres">
      <dgm:prSet presAssocID="{6B587826-46B8-465A-BD8F-614216BFA5D2}" presName="tx1" presStyleLbl="revTx" presStyleIdx="4" presStyleCnt="5"/>
      <dgm:spPr/>
    </dgm:pt>
    <dgm:pt modelId="{DC0E4ECE-B67E-0C40-AB57-4FAE63A1BD54}" type="pres">
      <dgm:prSet presAssocID="{6B587826-46B8-465A-BD8F-614216BFA5D2}" presName="vert1" presStyleCnt="0"/>
      <dgm:spPr/>
    </dgm:pt>
  </dgm:ptLst>
  <dgm:cxnLst>
    <dgm:cxn modelId="{09F6541C-B669-4B02-95D0-67029D0A7571}" srcId="{07054E25-8A4F-4A5A-97EF-F7BDBD58375A}" destId="{6B587826-46B8-465A-BD8F-614216BFA5D2}" srcOrd="4" destOrd="0" parTransId="{A9693FE4-4E9E-4D1A-AC7D-8CF21EECFAAC}" sibTransId="{963C02D2-92D9-4C23-B733-D5F7D9E605C9}"/>
    <dgm:cxn modelId="{827BC644-7814-4664-B5A8-151AE2F6BB4B}" srcId="{07054E25-8A4F-4A5A-97EF-F7BDBD58375A}" destId="{8710985E-C9C1-432D-92E2-1775DEFC0EB8}" srcOrd="1" destOrd="0" parTransId="{BAF8C905-00BA-4544-B96E-369C6153019B}" sibTransId="{51A3E8DE-F0B1-4801-A7CA-740220C1D49D}"/>
    <dgm:cxn modelId="{8E75D26A-3847-4ABB-9E26-1780F7B3661F}" srcId="{07054E25-8A4F-4A5A-97EF-F7BDBD58375A}" destId="{4526A4B2-70E9-4C8C-9FE2-8C8D5D5B1076}" srcOrd="0" destOrd="0" parTransId="{5E1169B1-6B96-4A78-863B-41186A786584}" sibTransId="{28A9418D-15C1-4A88-9961-98158A1C48A4}"/>
    <dgm:cxn modelId="{AF36B06F-CCBF-2945-814E-79C3A0284147}" type="presOf" srcId="{2EB36F9F-3677-4FA3-995F-D2CD6D093AEC}" destId="{1656FF3F-A7DC-6945-974F-34FF87F20B85}" srcOrd="0" destOrd="0" presId="urn:microsoft.com/office/officeart/2008/layout/LinedList"/>
    <dgm:cxn modelId="{C851C757-B863-4442-BFB1-D0F6E6C4F11B}" srcId="{07054E25-8A4F-4A5A-97EF-F7BDBD58375A}" destId="{2EB36F9F-3677-4FA3-995F-D2CD6D093AEC}" srcOrd="2" destOrd="0" parTransId="{407531DB-364A-47D4-A7D6-2E4235D40E84}" sibTransId="{B0E11158-62C9-4774-81AE-B15B213E3F45}"/>
    <dgm:cxn modelId="{04313384-31D2-4B9C-9842-F92E541DA77B}" srcId="{07054E25-8A4F-4A5A-97EF-F7BDBD58375A}" destId="{71569E37-BC2C-489E-8976-E52A2E6D4A1B}" srcOrd="3" destOrd="0" parTransId="{6FB25963-0DAA-4DAF-869A-206278B4B89D}" sibTransId="{07999AE6-A7FB-4B2F-8936-7DD731D8354B}"/>
    <dgm:cxn modelId="{15BE3FBB-B0DB-164B-B1AB-6CAEE2633932}" type="presOf" srcId="{07054E25-8A4F-4A5A-97EF-F7BDBD58375A}" destId="{B1C82929-04E0-B843-B03F-5F2DCDF9B105}" srcOrd="0" destOrd="0" presId="urn:microsoft.com/office/officeart/2008/layout/LinedList"/>
    <dgm:cxn modelId="{969899CF-A8AE-B541-9FBC-7CF7C879B889}" type="presOf" srcId="{71569E37-BC2C-489E-8976-E52A2E6D4A1B}" destId="{1CC7F05E-F3DC-BD44-83E1-DAF9D0DE0F76}" srcOrd="0" destOrd="0" presId="urn:microsoft.com/office/officeart/2008/layout/LinedList"/>
    <dgm:cxn modelId="{C3766FDE-D008-6945-9736-47F41B86CFA2}" type="presOf" srcId="{8710985E-C9C1-432D-92E2-1775DEFC0EB8}" destId="{A5F8DB53-DBA5-C44C-AC71-7865D2A475FD}" srcOrd="0" destOrd="0" presId="urn:microsoft.com/office/officeart/2008/layout/LinedList"/>
    <dgm:cxn modelId="{90C954EA-242F-7946-AE02-D0DF322A0B14}" type="presOf" srcId="{4526A4B2-70E9-4C8C-9FE2-8C8D5D5B1076}" destId="{50E78523-5E01-AC44-89CA-33821108082E}" srcOrd="0" destOrd="0" presId="urn:microsoft.com/office/officeart/2008/layout/LinedList"/>
    <dgm:cxn modelId="{F8FB27F8-255B-6E4E-947E-08D9C4187BEB}" type="presOf" srcId="{6B587826-46B8-465A-BD8F-614216BFA5D2}" destId="{8D930521-F4DC-A845-A657-E2FB9ADC5888}" srcOrd="0" destOrd="0" presId="urn:microsoft.com/office/officeart/2008/layout/LinedList"/>
    <dgm:cxn modelId="{8BE00BE2-7B7A-2F4C-867B-DDDEDB6A57E3}" type="presParOf" srcId="{B1C82929-04E0-B843-B03F-5F2DCDF9B105}" destId="{0A472E39-7944-1E44-937A-98A2B5EB03A8}" srcOrd="0" destOrd="0" presId="urn:microsoft.com/office/officeart/2008/layout/LinedList"/>
    <dgm:cxn modelId="{51975BB9-9E6E-4F45-BF1C-146E5B6118EB}" type="presParOf" srcId="{B1C82929-04E0-B843-B03F-5F2DCDF9B105}" destId="{A9AECCF3-F36C-E440-8150-2B60E4471C80}" srcOrd="1" destOrd="0" presId="urn:microsoft.com/office/officeart/2008/layout/LinedList"/>
    <dgm:cxn modelId="{B229519A-72D2-EB4B-BFF3-4E2D33B27453}" type="presParOf" srcId="{A9AECCF3-F36C-E440-8150-2B60E4471C80}" destId="{50E78523-5E01-AC44-89CA-33821108082E}" srcOrd="0" destOrd="0" presId="urn:microsoft.com/office/officeart/2008/layout/LinedList"/>
    <dgm:cxn modelId="{7D12020C-63AB-CE42-82F3-5FFFEE13617D}" type="presParOf" srcId="{A9AECCF3-F36C-E440-8150-2B60E4471C80}" destId="{0290957A-0FDE-0C4B-A8EF-90325E060492}" srcOrd="1" destOrd="0" presId="urn:microsoft.com/office/officeart/2008/layout/LinedList"/>
    <dgm:cxn modelId="{890EA103-289B-234C-B13B-1338F4179A75}" type="presParOf" srcId="{B1C82929-04E0-B843-B03F-5F2DCDF9B105}" destId="{9BB95020-8EEF-4941-8436-C7AD48E72784}" srcOrd="2" destOrd="0" presId="urn:microsoft.com/office/officeart/2008/layout/LinedList"/>
    <dgm:cxn modelId="{A377BC86-3EC5-524B-84C9-F0301B65A02D}" type="presParOf" srcId="{B1C82929-04E0-B843-B03F-5F2DCDF9B105}" destId="{674641CE-3067-484B-9B1A-6F040ABDBFA4}" srcOrd="3" destOrd="0" presId="urn:microsoft.com/office/officeart/2008/layout/LinedList"/>
    <dgm:cxn modelId="{B8505F6C-E6B8-8647-9685-5B34A80D33F3}" type="presParOf" srcId="{674641CE-3067-484B-9B1A-6F040ABDBFA4}" destId="{A5F8DB53-DBA5-C44C-AC71-7865D2A475FD}" srcOrd="0" destOrd="0" presId="urn:microsoft.com/office/officeart/2008/layout/LinedList"/>
    <dgm:cxn modelId="{A03CFDAC-F52A-5841-B523-799B67758EF9}" type="presParOf" srcId="{674641CE-3067-484B-9B1A-6F040ABDBFA4}" destId="{7D5CB0DE-9593-FE46-9DCE-8E56FF1C1472}" srcOrd="1" destOrd="0" presId="urn:microsoft.com/office/officeart/2008/layout/LinedList"/>
    <dgm:cxn modelId="{3D0457BD-A356-6548-9B9F-897D6470D210}" type="presParOf" srcId="{B1C82929-04E0-B843-B03F-5F2DCDF9B105}" destId="{B033FC07-0955-4F43-AA42-6F92033ABBBB}" srcOrd="4" destOrd="0" presId="urn:microsoft.com/office/officeart/2008/layout/LinedList"/>
    <dgm:cxn modelId="{4EECD576-6C9D-3244-BAC5-DAE6C11C1075}" type="presParOf" srcId="{B1C82929-04E0-B843-B03F-5F2DCDF9B105}" destId="{F01B12B8-1F39-5F45-AF99-B7591749AB63}" srcOrd="5" destOrd="0" presId="urn:microsoft.com/office/officeart/2008/layout/LinedList"/>
    <dgm:cxn modelId="{EB0102D6-35ED-9442-999A-F326B9610DE7}" type="presParOf" srcId="{F01B12B8-1F39-5F45-AF99-B7591749AB63}" destId="{1656FF3F-A7DC-6945-974F-34FF87F20B85}" srcOrd="0" destOrd="0" presId="urn:microsoft.com/office/officeart/2008/layout/LinedList"/>
    <dgm:cxn modelId="{1C6D9C20-8E3C-EB4D-9E35-4CC81E416EAE}" type="presParOf" srcId="{F01B12B8-1F39-5F45-AF99-B7591749AB63}" destId="{32A623AC-959B-B943-BA0B-79BE2675F64A}" srcOrd="1" destOrd="0" presId="urn:microsoft.com/office/officeart/2008/layout/LinedList"/>
    <dgm:cxn modelId="{7FE3A3DD-241D-1042-8F14-F27DD70A2FD4}" type="presParOf" srcId="{B1C82929-04E0-B843-B03F-5F2DCDF9B105}" destId="{3221DE2E-6F28-F34C-BEA8-64E6312F441E}" srcOrd="6" destOrd="0" presId="urn:microsoft.com/office/officeart/2008/layout/LinedList"/>
    <dgm:cxn modelId="{D201B298-FCC2-2D45-A019-9C09922EF90F}" type="presParOf" srcId="{B1C82929-04E0-B843-B03F-5F2DCDF9B105}" destId="{46063EE5-A6B9-FB41-9BE3-BCA07204AB3A}" srcOrd="7" destOrd="0" presId="urn:microsoft.com/office/officeart/2008/layout/LinedList"/>
    <dgm:cxn modelId="{32EBBAE8-EB11-BA40-85AA-2C1F8B6F10C2}" type="presParOf" srcId="{46063EE5-A6B9-FB41-9BE3-BCA07204AB3A}" destId="{1CC7F05E-F3DC-BD44-83E1-DAF9D0DE0F76}" srcOrd="0" destOrd="0" presId="urn:microsoft.com/office/officeart/2008/layout/LinedList"/>
    <dgm:cxn modelId="{97EA1615-DAA2-1E4F-8589-492643EB877E}" type="presParOf" srcId="{46063EE5-A6B9-FB41-9BE3-BCA07204AB3A}" destId="{67E9BAC8-E8E5-FF4A-A335-D8F103D8C8BA}" srcOrd="1" destOrd="0" presId="urn:microsoft.com/office/officeart/2008/layout/LinedList"/>
    <dgm:cxn modelId="{B40F4A74-ACD9-C648-8D17-C3AFD5DBC18F}" type="presParOf" srcId="{B1C82929-04E0-B843-B03F-5F2DCDF9B105}" destId="{B83FDEA1-A3E0-CB4C-87CA-4EBE6F20E76D}" srcOrd="8" destOrd="0" presId="urn:microsoft.com/office/officeart/2008/layout/LinedList"/>
    <dgm:cxn modelId="{81AAD530-33CC-0D4F-BC94-5E41841B610C}" type="presParOf" srcId="{B1C82929-04E0-B843-B03F-5F2DCDF9B105}" destId="{BE411151-5F4F-CD41-B6CE-B434D3AE28CF}" srcOrd="9" destOrd="0" presId="urn:microsoft.com/office/officeart/2008/layout/LinedList"/>
    <dgm:cxn modelId="{91EF8FB0-0116-CF43-999F-E4769231E378}" type="presParOf" srcId="{BE411151-5F4F-CD41-B6CE-B434D3AE28CF}" destId="{8D930521-F4DC-A845-A657-E2FB9ADC5888}" srcOrd="0" destOrd="0" presId="urn:microsoft.com/office/officeart/2008/layout/LinedList"/>
    <dgm:cxn modelId="{32626B06-F120-0142-A0E9-F8B0E3395E68}" type="presParOf" srcId="{BE411151-5F4F-CD41-B6CE-B434D3AE28CF}" destId="{DC0E4ECE-B67E-0C40-AB57-4FAE63A1BD5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6AD575DB-5AAD-4782-9C2F-256C2A3FDEBD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1AE9ACF8-DCEE-4CAF-A694-932B3496CA5C}">
      <dgm:prSet/>
      <dgm:spPr/>
      <dgm:t>
        <a:bodyPr/>
        <a:lstStyle/>
        <a:p>
          <a:r>
            <a:rPr lang="en-US"/>
            <a:t>PRODUCT() aggregate — multiplicative aggregate function</a:t>
          </a:r>
        </a:p>
      </dgm:t>
    </dgm:pt>
    <dgm:pt modelId="{4E64D329-26B7-457D-A6C1-9D6D6A7C43C0}" type="parTrans" cxnId="{40AF1271-45F7-42BC-8D46-D816467508BE}">
      <dgm:prSet/>
      <dgm:spPr/>
      <dgm:t>
        <a:bodyPr/>
        <a:lstStyle/>
        <a:p>
          <a:endParaRPr lang="en-US"/>
        </a:p>
      </dgm:t>
    </dgm:pt>
    <dgm:pt modelId="{BC324DC1-D3E7-4AC5-B994-6A8BF35A3CAA}" type="sibTrans" cxnId="{40AF1271-45F7-42BC-8D46-D816467508BE}">
      <dgm:prSet/>
      <dgm:spPr/>
      <dgm:t>
        <a:bodyPr/>
        <a:lstStyle/>
        <a:p>
          <a:endParaRPr lang="en-US"/>
        </a:p>
      </dgm:t>
    </dgm:pt>
    <dgm:pt modelId="{2F8DC0AE-A728-493E-9E63-C71E6CD5B130}">
      <dgm:prSet/>
      <dgm:spPr/>
      <dgm:t>
        <a:bodyPr/>
        <a:lstStyle/>
        <a:p>
          <a:r>
            <a:rPr lang="en-US"/>
            <a:t>Fuzzy string match functions — approximate matching for data quality</a:t>
          </a:r>
        </a:p>
      </dgm:t>
    </dgm:pt>
    <dgm:pt modelId="{2ABE8D14-825F-4C8A-887E-328EBF78EA20}" type="parTrans" cxnId="{CA4B78E5-055A-41E9-93D4-0C332D9C3795}">
      <dgm:prSet/>
      <dgm:spPr/>
      <dgm:t>
        <a:bodyPr/>
        <a:lstStyle/>
        <a:p>
          <a:endParaRPr lang="en-US"/>
        </a:p>
      </dgm:t>
    </dgm:pt>
    <dgm:pt modelId="{5B068DE4-65C0-4504-93FF-98109D68278D}" type="sibTrans" cxnId="{CA4B78E5-055A-41E9-93D4-0C332D9C3795}">
      <dgm:prSet/>
      <dgm:spPr/>
      <dgm:t>
        <a:bodyPr/>
        <a:lstStyle/>
        <a:p>
          <a:endParaRPr lang="en-US"/>
        </a:p>
      </dgm:t>
    </dgm:pt>
    <dgm:pt modelId="{5D171796-00BB-41CF-AEE0-8DC21BAF9032}">
      <dgm:prSet/>
      <dgm:spPr/>
      <dgm:t>
        <a:bodyPr/>
        <a:lstStyle/>
        <a:p>
          <a:r>
            <a:rPr lang="en-US"/>
            <a:t>BASE64_ENCODE / BASE64_DECODE — binary-to-text and back</a:t>
          </a:r>
        </a:p>
      </dgm:t>
    </dgm:pt>
    <dgm:pt modelId="{8610B078-32A8-4474-A3C4-109A68854E6B}" type="parTrans" cxnId="{6B23DAB2-E409-4546-9B96-6F3F09B7BD1B}">
      <dgm:prSet/>
      <dgm:spPr/>
      <dgm:t>
        <a:bodyPr/>
        <a:lstStyle/>
        <a:p>
          <a:endParaRPr lang="en-US"/>
        </a:p>
      </dgm:t>
    </dgm:pt>
    <dgm:pt modelId="{537C8F80-FE79-4079-B91A-418893D898C7}" type="sibTrans" cxnId="{6B23DAB2-E409-4546-9B96-6F3F09B7BD1B}">
      <dgm:prSet/>
      <dgm:spPr/>
      <dgm:t>
        <a:bodyPr/>
        <a:lstStyle/>
        <a:p>
          <a:endParaRPr lang="en-US"/>
        </a:p>
      </dgm:t>
    </dgm:pt>
    <dgm:pt modelId="{172D0A55-22AF-024D-BBA6-ADB6DA0D06E6}" type="pres">
      <dgm:prSet presAssocID="{6AD575DB-5AAD-4782-9C2F-256C2A3FDEB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2E53B5F9-3A9B-7A45-9405-5ACDE08BFDCF}" type="pres">
      <dgm:prSet presAssocID="{1AE9ACF8-DCEE-4CAF-A694-932B3496CA5C}" presName="hierRoot1" presStyleCnt="0"/>
      <dgm:spPr/>
    </dgm:pt>
    <dgm:pt modelId="{491D6A38-016C-7A4F-9401-C64162458070}" type="pres">
      <dgm:prSet presAssocID="{1AE9ACF8-DCEE-4CAF-A694-932B3496CA5C}" presName="composite" presStyleCnt="0"/>
      <dgm:spPr/>
    </dgm:pt>
    <dgm:pt modelId="{A2A94BC2-5E95-A54A-A75B-657308318627}" type="pres">
      <dgm:prSet presAssocID="{1AE9ACF8-DCEE-4CAF-A694-932B3496CA5C}" presName="background" presStyleLbl="node0" presStyleIdx="0" presStyleCnt="3"/>
      <dgm:spPr/>
    </dgm:pt>
    <dgm:pt modelId="{601619B9-9170-D54D-8230-CD626F4A2225}" type="pres">
      <dgm:prSet presAssocID="{1AE9ACF8-DCEE-4CAF-A694-932B3496CA5C}" presName="text" presStyleLbl="fgAcc0" presStyleIdx="0" presStyleCnt="3">
        <dgm:presLayoutVars>
          <dgm:chPref val="3"/>
        </dgm:presLayoutVars>
      </dgm:prSet>
      <dgm:spPr/>
    </dgm:pt>
    <dgm:pt modelId="{3B509D83-FC55-CF43-86D7-A917A6FB029C}" type="pres">
      <dgm:prSet presAssocID="{1AE9ACF8-DCEE-4CAF-A694-932B3496CA5C}" presName="hierChild2" presStyleCnt="0"/>
      <dgm:spPr/>
    </dgm:pt>
    <dgm:pt modelId="{49999BE3-C378-3645-AE5D-24D6BD2AE076}" type="pres">
      <dgm:prSet presAssocID="{2F8DC0AE-A728-493E-9E63-C71E6CD5B130}" presName="hierRoot1" presStyleCnt="0"/>
      <dgm:spPr/>
    </dgm:pt>
    <dgm:pt modelId="{A97ECCE0-8867-0E4A-A022-59B014AD44F8}" type="pres">
      <dgm:prSet presAssocID="{2F8DC0AE-A728-493E-9E63-C71E6CD5B130}" presName="composite" presStyleCnt="0"/>
      <dgm:spPr/>
    </dgm:pt>
    <dgm:pt modelId="{EEC165D6-F9F7-7B4D-AF91-70DB6353A048}" type="pres">
      <dgm:prSet presAssocID="{2F8DC0AE-A728-493E-9E63-C71E6CD5B130}" presName="background" presStyleLbl="node0" presStyleIdx="1" presStyleCnt="3"/>
      <dgm:spPr/>
    </dgm:pt>
    <dgm:pt modelId="{D78280EA-3414-424B-9BFD-ED0607FE3EA0}" type="pres">
      <dgm:prSet presAssocID="{2F8DC0AE-A728-493E-9E63-C71E6CD5B130}" presName="text" presStyleLbl="fgAcc0" presStyleIdx="1" presStyleCnt="3">
        <dgm:presLayoutVars>
          <dgm:chPref val="3"/>
        </dgm:presLayoutVars>
      </dgm:prSet>
      <dgm:spPr/>
    </dgm:pt>
    <dgm:pt modelId="{0101AC55-E465-E34C-B14A-D57B824F7A8F}" type="pres">
      <dgm:prSet presAssocID="{2F8DC0AE-A728-493E-9E63-C71E6CD5B130}" presName="hierChild2" presStyleCnt="0"/>
      <dgm:spPr/>
    </dgm:pt>
    <dgm:pt modelId="{D9F73D6A-E35E-2144-948E-708C437F8787}" type="pres">
      <dgm:prSet presAssocID="{5D171796-00BB-41CF-AEE0-8DC21BAF9032}" presName="hierRoot1" presStyleCnt="0"/>
      <dgm:spPr/>
    </dgm:pt>
    <dgm:pt modelId="{2E870881-471F-2C47-9DAF-C572CB41A122}" type="pres">
      <dgm:prSet presAssocID="{5D171796-00BB-41CF-AEE0-8DC21BAF9032}" presName="composite" presStyleCnt="0"/>
      <dgm:spPr/>
    </dgm:pt>
    <dgm:pt modelId="{8EE37F37-E2E9-6246-A1B3-128DA1AE167E}" type="pres">
      <dgm:prSet presAssocID="{5D171796-00BB-41CF-AEE0-8DC21BAF9032}" presName="background" presStyleLbl="node0" presStyleIdx="2" presStyleCnt="3"/>
      <dgm:spPr/>
    </dgm:pt>
    <dgm:pt modelId="{40F11E60-7F1A-BE4B-B763-775CD7635EFB}" type="pres">
      <dgm:prSet presAssocID="{5D171796-00BB-41CF-AEE0-8DC21BAF9032}" presName="text" presStyleLbl="fgAcc0" presStyleIdx="2" presStyleCnt="3">
        <dgm:presLayoutVars>
          <dgm:chPref val="3"/>
        </dgm:presLayoutVars>
      </dgm:prSet>
      <dgm:spPr/>
    </dgm:pt>
    <dgm:pt modelId="{273BA767-2CFC-CF47-9D29-3E469B4BFAB1}" type="pres">
      <dgm:prSet presAssocID="{5D171796-00BB-41CF-AEE0-8DC21BAF9032}" presName="hierChild2" presStyleCnt="0"/>
      <dgm:spPr/>
    </dgm:pt>
  </dgm:ptLst>
  <dgm:cxnLst>
    <dgm:cxn modelId="{D80EFB2A-AB45-024D-AB0A-CBB7369B3011}" type="presOf" srcId="{6AD575DB-5AAD-4782-9C2F-256C2A3FDEBD}" destId="{172D0A55-22AF-024D-BBA6-ADB6DA0D06E6}" srcOrd="0" destOrd="0" presId="urn:microsoft.com/office/officeart/2005/8/layout/hierarchy1"/>
    <dgm:cxn modelId="{40AF1271-45F7-42BC-8D46-D816467508BE}" srcId="{6AD575DB-5AAD-4782-9C2F-256C2A3FDEBD}" destId="{1AE9ACF8-DCEE-4CAF-A694-932B3496CA5C}" srcOrd="0" destOrd="0" parTransId="{4E64D329-26B7-457D-A6C1-9D6D6A7C43C0}" sibTransId="{BC324DC1-D3E7-4AC5-B994-6A8BF35A3CAA}"/>
    <dgm:cxn modelId="{66E9EC8C-38E9-1344-9F94-B240BDEA5702}" type="presOf" srcId="{2F8DC0AE-A728-493E-9E63-C71E6CD5B130}" destId="{D78280EA-3414-424B-9BFD-ED0607FE3EA0}" srcOrd="0" destOrd="0" presId="urn:microsoft.com/office/officeart/2005/8/layout/hierarchy1"/>
    <dgm:cxn modelId="{6DFB0CA9-1CF3-2541-BBAE-3807E41D8FBC}" type="presOf" srcId="{5D171796-00BB-41CF-AEE0-8DC21BAF9032}" destId="{40F11E60-7F1A-BE4B-B763-775CD7635EFB}" srcOrd="0" destOrd="0" presId="urn:microsoft.com/office/officeart/2005/8/layout/hierarchy1"/>
    <dgm:cxn modelId="{6B23DAB2-E409-4546-9B96-6F3F09B7BD1B}" srcId="{6AD575DB-5AAD-4782-9C2F-256C2A3FDEBD}" destId="{5D171796-00BB-41CF-AEE0-8DC21BAF9032}" srcOrd="2" destOrd="0" parTransId="{8610B078-32A8-4474-A3C4-109A68854E6B}" sibTransId="{537C8F80-FE79-4079-B91A-418893D898C7}"/>
    <dgm:cxn modelId="{CA4B78E5-055A-41E9-93D4-0C332D9C3795}" srcId="{6AD575DB-5AAD-4782-9C2F-256C2A3FDEBD}" destId="{2F8DC0AE-A728-493E-9E63-C71E6CD5B130}" srcOrd="1" destOrd="0" parTransId="{2ABE8D14-825F-4C8A-887E-328EBF78EA20}" sibTransId="{5B068DE4-65C0-4504-93FF-98109D68278D}"/>
    <dgm:cxn modelId="{3C3B8AEB-7750-494D-9BD4-A711BF9B3911}" type="presOf" srcId="{1AE9ACF8-DCEE-4CAF-A694-932B3496CA5C}" destId="{601619B9-9170-D54D-8230-CD626F4A2225}" srcOrd="0" destOrd="0" presId="urn:microsoft.com/office/officeart/2005/8/layout/hierarchy1"/>
    <dgm:cxn modelId="{5B955CC5-053B-F24A-9803-B7953F97F1E5}" type="presParOf" srcId="{172D0A55-22AF-024D-BBA6-ADB6DA0D06E6}" destId="{2E53B5F9-3A9B-7A45-9405-5ACDE08BFDCF}" srcOrd="0" destOrd="0" presId="urn:microsoft.com/office/officeart/2005/8/layout/hierarchy1"/>
    <dgm:cxn modelId="{6F684380-E766-FB42-A2F6-060B42AFD4C0}" type="presParOf" srcId="{2E53B5F9-3A9B-7A45-9405-5ACDE08BFDCF}" destId="{491D6A38-016C-7A4F-9401-C64162458070}" srcOrd="0" destOrd="0" presId="urn:microsoft.com/office/officeart/2005/8/layout/hierarchy1"/>
    <dgm:cxn modelId="{AE63381C-F91F-F34F-B9FD-F82F251872D3}" type="presParOf" srcId="{491D6A38-016C-7A4F-9401-C64162458070}" destId="{A2A94BC2-5E95-A54A-A75B-657308318627}" srcOrd="0" destOrd="0" presId="urn:microsoft.com/office/officeart/2005/8/layout/hierarchy1"/>
    <dgm:cxn modelId="{041C111E-96D8-0A4E-8112-E604B4AD6D8B}" type="presParOf" srcId="{491D6A38-016C-7A4F-9401-C64162458070}" destId="{601619B9-9170-D54D-8230-CD626F4A2225}" srcOrd="1" destOrd="0" presId="urn:microsoft.com/office/officeart/2005/8/layout/hierarchy1"/>
    <dgm:cxn modelId="{4DDD5384-C1A6-FB4C-8139-1093C9F4BCF3}" type="presParOf" srcId="{2E53B5F9-3A9B-7A45-9405-5ACDE08BFDCF}" destId="{3B509D83-FC55-CF43-86D7-A917A6FB029C}" srcOrd="1" destOrd="0" presId="urn:microsoft.com/office/officeart/2005/8/layout/hierarchy1"/>
    <dgm:cxn modelId="{73E6A3B4-CF89-C04C-BDA5-13BC6363563E}" type="presParOf" srcId="{172D0A55-22AF-024D-BBA6-ADB6DA0D06E6}" destId="{49999BE3-C378-3645-AE5D-24D6BD2AE076}" srcOrd="1" destOrd="0" presId="urn:microsoft.com/office/officeart/2005/8/layout/hierarchy1"/>
    <dgm:cxn modelId="{22C88C1A-0E4C-6342-881A-1E06A0D43961}" type="presParOf" srcId="{49999BE3-C378-3645-AE5D-24D6BD2AE076}" destId="{A97ECCE0-8867-0E4A-A022-59B014AD44F8}" srcOrd="0" destOrd="0" presId="urn:microsoft.com/office/officeart/2005/8/layout/hierarchy1"/>
    <dgm:cxn modelId="{B9249896-581B-8B4C-B358-6A0A5B4C49FB}" type="presParOf" srcId="{A97ECCE0-8867-0E4A-A022-59B014AD44F8}" destId="{EEC165D6-F9F7-7B4D-AF91-70DB6353A048}" srcOrd="0" destOrd="0" presId="urn:microsoft.com/office/officeart/2005/8/layout/hierarchy1"/>
    <dgm:cxn modelId="{18478FD0-CC20-694D-BC30-0BD63853341F}" type="presParOf" srcId="{A97ECCE0-8867-0E4A-A022-59B014AD44F8}" destId="{D78280EA-3414-424B-9BFD-ED0607FE3EA0}" srcOrd="1" destOrd="0" presId="urn:microsoft.com/office/officeart/2005/8/layout/hierarchy1"/>
    <dgm:cxn modelId="{38AADD79-3DE0-064B-8E90-18AD0D04E156}" type="presParOf" srcId="{49999BE3-C378-3645-AE5D-24D6BD2AE076}" destId="{0101AC55-E465-E34C-B14A-D57B824F7A8F}" srcOrd="1" destOrd="0" presId="urn:microsoft.com/office/officeart/2005/8/layout/hierarchy1"/>
    <dgm:cxn modelId="{41F73229-E4DD-EF46-89F8-75AE3C57627A}" type="presParOf" srcId="{172D0A55-22AF-024D-BBA6-ADB6DA0D06E6}" destId="{D9F73D6A-E35E-2144-948E-708C437F8787}" srcOrd="2" destOrd="0" presId="urn:microsoft.com/office/officeart/2005/8/layout/hierarchy1"/>
    <dgm:cxn modelId="{76566820-F712-5A4A-B2AA-00166EC83FDA}" type="presParOf" srcId="{D9F73D6A-E35E-2144-948E-708C437F8787}" destId="{2E870881-471F-2C47-9DAF-C572CB41A122}" srcOrd="0" destOrd="0" presId="urn:microsoft.com/office/officeart/2005/8/layout/hierarchy1"/>
    <dgm:cxn modelId="{10340619-C77B-7544-8554-647F109C1E9D}" type="presParOf" srcId="{2E870881-471F-2C47-9DAF-C572CB41A122}" destId="{8EE37F37-E2E9-6246-A1B3-128DA1AE167E}" srcOrd="0" destOrd="0" presId="urn:microsoft.com/office/officeart/2005/8/layout/hierarchy1"/>
    <dgm:cxn modelId="{FF429802-D5D2-8346-B8AC-B4CA99AED609}" type="presParOf" srcId="{2E870881-471F-2C47-9DAF-C572CB41A122}" destId="{40F11E60-7F1A-BE4B-B763-775CD7635EFB}" srcOrd="1" destOrd="0" presId="urn:microsoft.com/office/officeart/2005/8/layout/hierarchy1"/>
    <dgm:cxn modelId="{592C0BD0-F788-104B-AC57-4D2C279F7615}" type="presParOf" srcId="{D9F73D6A-E35E-2144-948E-708C437F8787}" destId="{273BA767-2CFC-CF47-9D29-3E469B4BFAB1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E90E5C98-587D-40FA-B78C-38CAF0DA378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D5D810F5-74F2-4432-919D-EA2336FC3662}">
      <dgm:prSet/>
      <dgm:spPr/>
      <dgm:t>
        <a:bodyPr/>
        <a:lstStyle/>
        <a:p>
          <a:r>
            <a:rPr lang="en-US"/>
            <a:t>AI-assisted T-SQL authoring in VS Code and SSMS 22</a:t>
          </a:r>
        </a:p>
      </dgm:t>
    </dgm:pt>
    <dgm:pt modelId="{02B7EB23-B096-418D-82C1-51721975BCA1}" type="parTrans" cxnId="{FD272A6D-0AE4-43A6-AC97-0B195B5A4F74}">
      <dgm:prSet/>
      <dgm:spPr/>
      <dgm:t>
        <a:bodyPr/>
        <a:lstStyle/>
        <a:p>
          <a:endParaRPr lang="en-US"/>
        </a:p>
      </dgm:t>
    </dgm:pt>
    <dgm:pt modelId="{5E23689D-DF98-450C-B6ED-933EEC29D7EE}" type="sibTrans" cxnId="{FD272A6D-0AE4-43A6-AC97-0B195B5A4F74}">
      <dgm:prSet/>
      <dgm:spPr/>
      <dgm:t>
        <a:bodyPr/>
        <a:lstStyle/>
        <a:p>
          <a:endParaRPr lang="en-US"/>
        </a:p>
      </dgm:t>
    </dgm:pt>
    <dgm:pt modelId="{24232174-12BA-446C-A5E3-A61502824442}">
      <dgm:prSet/>
      <dgm:spPr/>
      <dgm:t>
        <a:bodyPr/>
        <a:lstStyle/>
        <a:p>
          <a:r>
            <a:rPr lang="en-US"/>
            <a:t>Context-aware: understands your schema, tables, and relationships</a:t>
          </a:r>
        </a:p>
      </dgm:t>
    </dgm:pt>
    <dgm:pt modelId="{FDBC4A21-1B1F-4A17-AF4D-F2A91FA4317E}" type="parTrans" cxnId="{405C0814-68D4-43B0-AB0D-DA3826FFDDDE}">
      <dgm:prSet/>
      <dgm:spPr/>
      <dgm:t>
        <a:bodyPr/>
        <a:lstStyle/>
        <a:p>
          <a:endParaRPr lang="en-US"/>
        </a:p>
      </dgm:t>
    </dgm:pt>
    <dgm:pt modelId="{75075189-DE60-489B-8B5E-D9AF5E8661F0}" type="sibTrans" cxnId="{405C0814-68D4-43B0-AB0D-DA3826FFDDDE}">
      <dgm:prSet/>
      <dgm:spPr/>
      <dgm:t>
        <a:bodyPr/>
        <a:lstStyle/>
        <a:p>
          <a:endParaRPr lang="en-US"/>
        </a:p>
      </dgm:t>
    </dgm:pt>
    <dgm:pt modelId="{618BCABF-EA4D-4639-8A74-FFF0B8F9FCE1}">
      <dgm:prSet/>
      <dgm:spPr/>
      <dgm:t>
        <a:bodyPr/>
        <a:lstStyle/>
        <a:p>
          <a:r>
            <a:rPr lang="en-US"/>
            <a:t>Generate queries from natural language descriptions</a:t>
          </a:r>
        </a:p>
      </dgm:t>
    </dgm:pt>
    <dgm:pt modelId="{01750138-CE34-4FFA-9E02-281F4E8043D1}" type="parTrans" cxnId="{2CBC3972-2376-467B-8C86-7C70AD1A80BB}">
      <dgm:prSet/>
      <dgm:spPr/>
      <dgm:t>
        <a:bodyPr/>
        <a:lstStyle/>
        <a:p>
          <a:endParaRPr lang="en-US"/>
        </a:p>
      </dgm:t>
    </dgm:pt>
    <dgm:pt modelId="{C935057D-C0DB-419E-80F8-99ACBD524B9D}" type="sibTrans" cxnId="{2CBC3972-2376-467B-8C86-7C70AD1A80BB}">
      <dgm:prSet/>
      <dgm:spPr/>
      <dgm:t>
        <a:bodyPr/>
        <a:lstStyle/>
        <a:p>
          <a:endParaRPr lang="en-US"/>
        </a:p>
      </dgm:t>
    </dgm:pt>
    <dgm:pt modelId="{E0B511BE-0AB6-4729-8B56-1F95CB6BD70C}">
      <dgm:prSet/>
      <dgm:spPr/>
      <dgm:t>
        <a:bodyPr/>
        <a:lstStyle/>
        <a:p>
          <a:r>
            <a:rPr lang="en-US"/>
            <a:t>Explain existing complex queries</a:t>
          </a:r>
        </a:p>
      </dgm:t>
    </dgm:pt>
    <dgm:pt modelId="{6F2F29A0-7902-410D-BFF2-727CA467291E}" type="parTrans" cxnId="{AC8ED97C-56F6-4E3D-87FF-B410B7B85609}">
      <dgm:prSet/>
      <dgm:spPr/>
      <dgm:t>
        <a:bodyPr/>
        <a:lstStyle/>
        <a:p>
          <a:endParaRPr lang="en-US"/>
        </a:p>
      </dgm:t>
    </dgm:pt>
    <dgm:pt modelId="{E0729903-EF03-4D80-99B9-5CBEC2E3E921}" type="sibTrans" cxnId="{AC8ED97C-56F6-4E3D-87FF-B410B7B85609}">
      <dgm:prSet/>
      <dgm:spPr/>
      <dgm:t>
        <a:bodyPr/>
        <a:lstStyle/>
        <a:p>
          <a:endParaRPr lang="en-US"/>
        </a:p>
      </dgm:t>
    </dgm:pt>
    <dgm:pt modelId="{9D677DF3-AD12-4A20-8BC4-9E5B3077D154}">
      <dgm:prSet/>
      <dgm:spPr/>
      <dgm:t>
        <a:bodyPr/>
        <a:lstStyle/>
        <a:p>
          <a:r>
            <a:rPr lang="en-US"/>
            <a:t>Suggest optimizations</a:t>
          </a:r>
        </a:p>
      </dgm:t>
    </dgm:pt>
    <dgm:pt modelId="{A77DA9DF-C448-4473-9A14-F74A7B547ECC}" type="parTrans" cxnId="{CE5F2CDB-52B5-48E7-8425-B8D0513A4250}">
      <dgm:prSet/>
      <dgm:spPr/>
      <dgm:t>
        <a:bodyPr/>
        <a:lstStyle/>
        <a:p>
          <a:endParaRPr lang="en-US"/>
        </a:p>
      </dgm:t>
    </dgm:pt>
    <dgm:pt modelId="{B8701CA5-82E4-401B-9511-24FA79D64A39}" type="sibTrans" cxnId="{CE5F2CDB-52B5-48E7-8425-B8D0513A4250}">
      <dgm:prSet/>
      <dgm:spPr/>
      <dgm:t>
        <a:bodyPr/>
        <a:lstStyle/>
        <a:p>
          <a:endParaRPr lang="en-US"/>
        </a:p>
      </dgm:t>
    </dgm:pt>
    <dgm:pt modelId="{7AAB1C89-E9CC-475D-99D0-B5B94BBD651C}" type="pres">
      <dgm:prSet presAssocID="{E90E5C98-587D-40FA-B78C-38CAF0DA378D}" presName="root" presStyleCnt="0">
        <dgm:presLayoutVars>
          <dgm:dir/>
          <dgm:resizeHandles val="exact"/>
        </dgm:presLayoutVars>
      </dgm:prSet>
      <dgm:spPr/>
    </dgm:pt>
    <dgm:pt modelId="{CAAF8A1C-36F5-4264-91FC-DED4965CA991}" type="pres">
      <dgm:prSet presAssocID="{D5D810F5-74F2-4432-919D-EA2336FC3662}" presName="compNode" presStyleCnt="0"/>
      <dgm:spPr/>
    </dgm:pt>
    <dgm:pt modelId="{E0142982-B5D5-45A3-9FB7-EF7770DB2061}" type="pres">
      <dgm:prSet presAssocID="{D5D810F5-74F2-4432-919D-EA2336FC3662}" presName="bgRect" presStyleLbl="bgShp" presStyleIdx="0" presStyleCnt="5"/>
      <dgm:spPr/>
    </dgm:pt>
    <dgm:pt modelId="{193CCF04-546A-4091-87E6-4D057C7364A4}" type="pres">
      <dgm:prSet presAssocID="{D5D810F5-74F2-4432-919D-EA2336FC3662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4317DC7A-FAA5-4AB7-8EC8-B3216010C319}" type="pres">
      <dgm:prSet presAssocID="{D5D810F5-74F2-4432-919D-EA2336FC3662}" presName="spaceRect" presStyleCnt="0"/>
      <dgm:spPr/>
    </dgm:pt>
    <dgm:pt modelId="{B1F782C2-2484-4185-9541-E75F44BFD7DA}" type="pres">
      <dgm:prSet presAssocID="{D5D810F5-74F2-4432-919D-EA2336FC3662}" presName="parTx" presStyleLbl="revTx" presStyleIdx="0" presStyleCnt="5">
        <dgm:presLayoutVars>
          <dgm:chMax val="0"/>
          <dgm:chPref val="0"/>
        </dgm:presLayoutVars>
      </dgm:prSet>
      <dgm:spPr/>
    </dgm:pt>
    <dgm:pt modelId="{A14DD47D-7633-4516-ABB1-515C3E15B79E}" type="pres">
      <dgm:prSet presAssocID="{5E23689D-DF98-450C-B6ED-933EEC29D7EE}" presName="sibTrans" presStyleCnt="0"/>
      <dgm:spPr/>
    </dgm:pt>
    <dgm:pt modelId="{FE9194F3-B4C0-46B2-9466-10ED32857A93}" type="pres">
      <dgm:prSet presAssocID="{24232174-12BA-446C-A5E3-A61502824442}" presName="compNode" presStyleCnt="0"/>
      <dgm:spPr/>
    </dgm:pt>
    <dgm:pt modelId="{AB6B0DD1-16DE-47EB-8E74-4C9FB141A678}" type="pres">
      <dgm:prSet presAssocID="{24232174-12BA-446C-A5E3-A61502824442}" presName="bgRect" presStyleLbl="bgShp" presStyleIdx="1" presStyleCnt="5"/>
      <dgm:spPr/>
    </dgm:pt>
    <dgm:pt modelId="{73DB3220-E028-43C2-A8E6-D86D94D8FEE5}" type="pres">
      <dgm:prSet presAssocID="{24232174-12BA-446C-A5E3-A61502824442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EBA48A6A-16B3-4818-8E0D-F3D7E3B45209}" type="pres">
      <dgm:prSet presAssocID="{24232174-12BA-446C-A5E3-A61502824442}" presName="spaceRect" presStyleCnt="0"/>
      <dgm:spPr/>
    </dgm:pt>
    <dgm:pt modelId="{2D77B8B6-0E6E-4EB9-B382-EE561AFE059F}" type="pres">
      <dgm:prSet presAssocID="{24232174-12BA-446C-A5E3-A61502824442}" presName="parTx" presStyleLbl="revTx" presStyleIdx="1" presStyleCnt="5">
        <dgm:presLayoutVars>
          <dgm:chMax val="0"/>
          <dgm:chPref val="0"/>
        </dgm:presLayoutVars>
      </dgm:prSet>
      <dgm:spPr/>
    </dgm:pt>
    <dgm:pt modelId="{64FE58A9-05A9-45B8-8C05-BE2A0D0D876A}" type="pres">
      <dgm:prSet presAssocID="{75075189-DE60-489B-8B5E-D9AF5E8661F0}" presName="sibTrans" presStyleCnt="0"/>
      <dgm:spPr/>
    </dgm:pt>
    <dgm:pt modelId="{D30D42F7-4058-4966-8DA6-3AADF68A4C2E}" type="pres">
      <dgm:prSet presAssocID="{618BCABF-EA4D-4639-8A74-FFF0B8F9FCE1}" presName="compNode" presStyleCnt="0"/>
      <dgm:spPr/>
    </dgm:pt>
    <dgm:pt modelId="{3DF146EE-B5F4-4087-B453-FDAEE9EF91E6}" type="pres">
      <dgm:prSet presAssocID="{618BCABF-EA4D-4639-8A74-FFF0B8F9FCE1}" presName="bgRect" presStyleLbl="bgShp" presStyleIdx="2" presStyleCnt="5"/>
      <dgm:spPr/>
    </dgm:pt>
    <dgm:pt modelId="{C132A505-4F90-47AF-A59B-6382841F3991}" type="pres">
      <dgm:prSet presAssocID="{618BCABF-EA4D-4639-8A74-FFF0B8F9FCE1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3F19A871-4DDD-4309-BAEB-DAE6C3A6A8BF}" type="pres">
      <dgm:prSet presAssocID="{618BCABF-EA4D-4639-8A74-FFF0B8F9FCE1}" presName="spaceRect" presStyleCnt="0"/>
      <dgm:spPr/>
    </dgm:pt>
    <dgm:pt modelId="{0015418A-A884-49EE-A8FA-7BDF502CF199}" type="pres">
      <dgm:prSet presAssocID="{618BCABF-EA4D-4639-8A74-FFF0B8F9FCE1}" presName="parTx" presStyleLbl="revTx" presStyleIdx="2" presStyleCnt="5">
        <dgm:presLayoutVars>
          <dgm:chMax val="0"/>
          <dgm:chPref val="0"/>
        </dgm:presLayoutVars>
      </dgm:prSet>
      <dgm:spPr/>
    </dgm:pt>
    <dgm:pt modelId="{FF256AC3-923F-4266-9E71-D1E135804838}" type="pres">
      <dgm:prSet presAssocID="{C935057D-C0DB-419E-80F8-99ACBD524B9D}" presName="sibTrans" presStyleCnt="0"/>
      <dgm:spPr/>
    </dgm:pt>
    <dgm:pt modelId="{AF38A4CC-5FDD-4DA9-9C30-15EA6B5E51B1}" type="pres">
      <dgm:prSet presAssocID="{E0B511BE-0AB6-4729-8B56-1F95CB6BD70C}" presName="compNode" presStyleCnt="0"/>
      <dgm:spPr/>
    </dgm:pt>
    <dgm:pt modelId="{390DA3B7-F1AC-4D2B-89B2-1D0BB61ABE11}" type="pres">
      <dgm:prSet presAssocID="{E0B511BE-0AB6-4729-8B56-1F95CB6BD70C}" presName="bgRect" presStyleLbl="bgShp" presStyleIdx="3" presStyleCnt="5"/>
      <dgm:spPr/>
    </dgm:pt>
    <dgm:pt modelId="{3832991A-7813-44CB-8504-A579FEEB09B0}" type="pres">
      <dgm:prSet presAssocID="{E0B511BE-0AB6-4729-8B56-1F95CB6BD70C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lp"/>
        </a:ext>
      </dgm:extLst>
    </dgm:pt>
    <dgm:pt modelId="{15BB909E-C53D-496B-BD24-07617F210A66}" type="pres">
      <dgm:prSet presAssocID="{E0B511BE-0AB6-4729-8B56-1F95CB6BD70C}" presName="spaceRect" presStyleCnt="0"/>
      <dgm:spPr/>
    </dgm:pt>
    <dgm:pt modelId="{6D49D5F0-F8C7-48EE-9E00-20B7CDB84EDD}" type="pres">
      <dgm:prSet presAssocID="{E0B511BE-0AB6-4729-8B56-1F95CB6BD70C}" presName="parTx" presStyleLbl="revTx" presStyleIdx="3" presStyleCnt="5">
        <dgm:presLayoutVars>
          <dgm:chMax val="0"/>
          <dgm:chPref val="0"/>
        </dgm:presLayoutVars>
      </dgm:prSet>
      <dgm:spPr/>
    </dgm:pt>
    <dgm:pt modelId="{51F2CE51-653D-4AB2-987D-17400CF2DE07}" type="pres">
      <dgm:prSet presAssocID="{E0729903-EF03-4D80-99B9-5CBEC2E3E921}" presName="sibTrans" presStyleCnt="0"/>
      <dgm:spPr/>
    </dgm:pt>
    <dgm:pt modelId="{4DEFD114-C4F7-4DF8-AAAB-E8806AD52219}" type="pres">
      <dgm:prSet presAssocID="{9D677DF3-AD12-4A20-8BC4-9E5B3077D154}" presName="compNode" presStyleCnt="0"/>
      <dgm:spPr/>
    </dgm:pt>
    <dgm:pt modelId="{5E389A25-DA33-4759-AF63-D10DCF6975CB}" type="pres">
      <dgm:prSet presAssocID="{9D677DF3-AD12-4A20-8BC4-9E5B3077D154}" presName="bgRect" presStyleLbl="bgShp" presStyleIdx="4" presStyleCnt="5"/>
      <dgm:spPr/>
    </dgm:pt>
    <dgm:pt modelId="{1F3A5DA7-4D90-4BA0-9EF1-AC9C8CA474FD}" type="pres">
      <dgm:prSet presAssocID="{9D677DF3-AD12-4A20-8BC4-9E5B3077D154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A3F4F361-5E0C-4B8B-9562-88D1DB615E61}" type="pres">
      <dgm:prSet presAssocID="{9D677DF3-AD12-4A20-8BC4-9E5B3077D154}" presName="spaceRect" presStyleCnt="0"/>
      <dgm:spPr/>
    </dgm:pt>
    <dgm:pt modelId="{245C6D7E-0FC2-48E3-8CFA-64E073DB3741}" type="pres">
      <dgm:prSet presAssocID="{9D677DF3-AD12-4A20-8BC4-9E5B3077D154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405C0814-68D4-43B0-AB0D-DA3826FFDDDE}" srcId="{E90E5C98-587D-40FA-B78C-38CAF0DA378D}" destId="{24232174-12BA-446C-A5E3-A61502824442}" srcOrd="1" destOrd="0" parTransId="{FDBC4A21-1B1F-4A17-AF4D-F2A91FA4317E}" sibTransId="{75075189-DE60-489B-8B5E-D9AF5E8661F0}"/>
    <dgm:cxn modelId="{FD272A6D-0AE4-43A6-AC97-0B195B5A4F74}" srcId="{E90E5C98-587D-40FA-B78C-38CAF0DA378D}" destId="{D5D810F5-74F2-4432-919D-EA2336FC3662}" srcOrd="0" destOrd="0" parTransId="{02B7EB23-B096-418D-82C1-51721975BCA1}" sibTransId="{5E23689D-DF98-450C-B6ED-933EEC29D7EE}"/>
    <dgm:cxn modelId="{D1683C51-6C6C-43A9-B065-DD8693A92732}" type="presOf" srcId="{24232174-12BA-446C-A5E3-A61502824442}" destId="{2D77B8B6-0E6E-4EB9-B382-EE561AFE059F}" srcOrd="0" destOrd="0" presId="urn:microsoft.com/office/officeart/2018/2/layout/IconVerticalSolidList"/>
    <dgm:cxn modelId="{F88DDF51-EAAE-465A-82E6-1D1245126303}" type="presOf" srcId="{618BCABF-EA4D-4639-8A74-FFF0B8F9FCE1}" destId="{0015418A-A884-49EE-A8FA-7BDF502CF199}" srcOrd="0" destOrd="0" presId="urn:microsoft.com/office/officeart/2018/2/layout/IconVerticalSolidList"/>
    <dgm:cxn modelId="{2CBC3972-2376-467B-8C86-7C70AD1A80BB}" srcId="{E90E5C98-587D-40FA-B78C-38CAF0DA378D}" destId="{618BCABF-EA4D-4639-8A74-FFF0B8F9FCE1}" srcOrd="2" destOrd="0" parTransId="{01750138-CE34-4FFA-9E02-281F4E8043D1}" sibTransId="{C935057D-C0DB-419E-80F8-99ACBD524B9D}"/>
    <dgm:cxn modelId="{EAE1EB7A-3333-4C53-A5BF-4F0A5052AC24}" type="presOf" srcId="{E90E5C98-587D-40FA-B78C-38CAF0DA378D}" destId="{7AAB1C89-E9CC-475D-99D0-B5B94BBD651C}" srcOrd="0" destOrd="0" presId="urn:microsoft.com/office/officeart/2018/2/layout/IconVerticalSolidList"/>
    <dgm:cxn modelId="{AC8ED97C-56F6-4E3D-87FF-B410B7B85609}" srcId="{E90E5C98-587D-40FA-B78C-38CAF0DA378D}" destId="{E0B511BE-0AB6-4729-8B56-1F95CB6BD70C}" srcOrd="3" destOrd="0" parTransId="{6F2F29A0-7902-410D-BFF2-727CA467291E}" sibTransId="{E0729903-EF03-4D80-99B9-5CBEC2E3E921}"/>
    <dgm:cxn modelId="{437B9591-45FC-45A3-B3D8-1B109920E091}" type="presOf" srcId="{9D677DF3-AD12-4A20-8BC4-9E5B3077D154}" destId="{245C6D7E-0FC2-48E3-8CFA-64E073DB3741}" srcOrd="0" destOrd="0" presId="urn:microsoft.com/office/officeart/2018/2/layout/IconVerticalSolidList"/>
    <dgm:cxn modelId="{157B59D6-D702-410B-8B60-8DE268A0B659}" type="presOf" srcId="{D5D810F5-74F2-4432-919D-EA2336FC3662}" destId="{B1F782C2-2484-4185-9541-E75F44BFD7DA}" srcOrd="0" destOrd="0" presId="urn:microsoft.com/office/officeart/2018/2/layout/IconVerticalSolidList"/>
    <dgm:cxn modelId="{CE5F2CDB-52B5-48E7-8425-B8D0513A4250}" srcId="{E90E5C98-587D-40FA-B78C-38CAF0DA378D}" destId="{9D677DF3-AD12-4A20-8BC4-9E5B3077D154}" srcOrd="4" destOrd="0" parTransId="{A77DA9DF-C448-4473-9A14-F74A7B547ECC}" sibTransId="{B8701CA5-82E4-401B-9511-24FA79D64A39}"/>
    <dgm:cxn modelId="{4452A6F6-C377-48EB-A48A-CB94E8553FA4}" type="presOf" srcId="{E0B511BE-0AB6-4729-8B56-1F95CB6BD70C}" destId="{6D49D5F0-F8C7-48EE-9E00-20B7CDB84EDD}" srcOrd="0" destOrd="0" presId="urn:microsoft.com/office/officeart/2018/2/layout/IconVerticalSolidList"/>
    <dgm:cxn modelId="{FA62D2E3-6A23-4583-85E4-280F530A1F59}" type="presParOf" srcId="{7AAB1C89-E9CC-475D-99D0-B5B94BBD651C}" destId="{CAAF8A1C-36F5-4264-91FC-DED4965CA991}" srcOrd="0" destOrd="0" presId="urn:microsoft.com/office/officeart/2018/2/layout/IconVerticalSolidList"/>
    <dgm:cxn modelId="{44234739-1EBF-4E97-BEDA-E83077E3C05C}" type="presParOf" srcId="{CAAF8A1C-36F5-4264-91FC-DED4965CA991}" destId="{E0142982-B5D5-45A3-9FB7-EF7770DB2061}" srcOrd="0" destOrd="0" presId="urn:microsoft.com/office/officeart/2018/2/layout/IconVerticalSolidList"/>
    <dgm:cxn modelId="{D3E38556-5B1E-49BE-9493-D96774191D78}" type="presParOf" srcId="{CAAF8A1C-36F5-4264-91FC-DED4965CA991}" destId="{193CCF04-546A-4091-87E6-4D057C7364A4}" srcOrd="1" destOrd="0" presId="urn:microsoft.com/office/officeart/2018/2/layout/IconVerticalSolidList"/>
    <dgm:cxn modelId="{AB5F63BA-1D85-44B6-9D06-88F9BE935A39}" type="presParOf" srcId="{CAAF8A1C-36F5-4264-91FC-DED4965CA991}" destId="{4317DC7A-FAA5-4AB7-8EC8-B3216010C319}" srcOrd="2" destOrd="0" presId="urn:microsoft.com/office/officeart/2018/2/layout/IconVerticalSolidList"/>
    <dgm:cxn modelId="{07D466DA-6345-494C-AA38-1A005B355AA1}" type="presParOf" srcId="{CAAF8A1C-36F5-4264-91FC-DED4965CA991}" destId="{B1F782C2-2484-4185-9541-E75F44BFD7DA}" srcOrd="3" destOrd="0" presId="urn:microsoft.com/office/officeart/2018/2/layout/IconVerticalSolidList"/>
    <dgm:cxn modelId="{A898F84B-D3C5-4744-B499-B64BE38DDFC0}" type="presParOf" srcId="{7AAB1C89-E9CC-475D-99D0-B5B94BBD651C}" destId="{A14DD47D-7633-4516-ABB1-515C3E15B79E}" srcOrd="1" destOrd="0" presId="urn:microsoft.com/office/officeart/2018/2/layout/IconVerticalSolidList"/>
    <dgm:cxn modelId="{0ABBDAE9-F06E-4944-B95A-89EE0A918C7E}" type="presParOf" srcId="{7AAB1C89-E9CC-475D-99D0-B5B94BBD651C}" destId="{FE9194F3-B4C0-46B2-9466-10ED32857A93}" srcOrd="2" destOrd="0" presId="urn:microsoft.com/office/officeart/2018/2/layout/IconVerticalSolidList"/>
    <dgm:cxn modelId="{58669C3C-E3D1-45DF-ACB1-0E2297660006}" type="presParOf" srcId="{FE9194F3-B4C0-46B2-9466-10ED32857A93}" destId="{AB6B0DD1-16DE-47EB-8E74-4C9FB141A678}" srcOrd="0" destOrd="0" presId="urn:microsoft.com/office/officeart/2018/2/layout/IconVerticalSolidList"/>
    <dgm:cxn modelId="{F19195AB-CE86-4EED-BD50-053BAD6B9256}" type="presParOf" srcId="{FE9194F3-B4C0-46B2-9466-10ED32857A93}" destId="{73DB3220-E028-43C2-A8E6-D86D94D8FEE5}" srcOrd="1" destOrd="0" presId="urn:microsoft.com/office/officeart/2018/2/layout/IconVerticalSolidList"/>
    <dgm:cxn modelId="{5D9C32EE-B1DE-4D63-85EA-92F176E593BA}" type="presParOf" srcId="{FE9194F3-B4C0-46B2-9466-10ED32857A93}" destId="{EBA48A6A-16B3-4818-8E0D-F3D7E3B45209}" srcOrd="2" destOrd="0" presId="urn:microsoft.com/office/officeart/2018/2/layout/IconVerticalSolidList"/>
    <dgm:cxn modelId="{650FEB0A-4DB8-4455-B3D1-113FFAFC5CAE}" type="presParOf" srcId="{FE9194F3-B4C0-46B2-9466-10ED32857A93}" destId="{2D77B8B6-0E6E-4EB9-B382-EE561AFE059F}" srcOrd="3" destOrd="0" presId="urn:microsoft.com/office/officeart/2018/2/layout/IconVerticalSolidList"/>
    <dgm:cxn modelId="{74555A7C-06DC-4EA8-BB59-7357E8043A38}" type="presParOf" srcId="{7AAB1C89-E9CC-475D-99D0-B5B94BBD651C}" destId="{64FE58A9-05A9-45B8-8C05-BE2A0D0D876A}" srcOrd="3" destOrd="0" presId="urn:microsoft.com/office/officeart/2018/2/layout/IconVerticalSolidList"/>
    <dgm:cxn modelId="{BB8B8895-019F-4815-A118-74F1F8790E57}" type="presParOf" srcId="{7AAB1C89-E9CC-475D-99D0-B5B94BBD651C}" destId="{D30D42F7-4058-4966-8DA6-3AADF68A4C2E}" srcOrd="4" destOrd="0" presId="urn:microsoft.com/office/officeart/2018/2/layout/IconVerticalSolidList"/>
    <dgm:cxn modelId="{4818435B-1C53-4191-8738-105DC8D25300}" type="presParOf" srcId="{D30D42F7-4058-4966-8DA6-3AADF68A4C2E}" destId="{3DF146EE-B5F4-4087-B453-FDAEE9EF91E6}" srcOrd="0" destOrd="0" presId="urn:microsoft.com/office/officeart/2018/2/layout/IconVerticalSolidList"/>
    <dgm:cxn modelId="{3D84F70E-D5DA-4380-BDB8-EFC4376EAFD0}" type="presParOf" srcId="{D30D42F7-4058-4966-8DA6-3AADF68A4C2E}" destId="{C132A505-4F90-47AF-A59B-6382841F3991}" srcOrd="1" destOrd="0" presId="urn:microsoft.com/office/officeart/2018/2/layout/IconVerticalSolidList"/>
    <dgm:cxn modelId="{DFC69E0F-CFA2-468E-BA8D-0CBA6A4641D9}" type="presParOf" srcId="{D30D42F7-4058-4966-8DA6-3AADF68A4C2E}" destId="{3F19A871-4DDD-4309-BAEB-DAE6C3A6A8BF}" srcOrd="2" destOrd="0" presId="urn:microsoft.com/office/officeart/2018/2/layout/IconVerticalSolidList"/>
    <dgm:cxn modelId="{F9789231-47BD-4A96-B4CA-7CFB46356F4F}" type="presParOf" srcId="{D30D42F7-4058-4966-8DA6-3AADF68A4C2E}" destId="{0015418A-A884-49EE-A8FA-7BDF502CF199}" srcOrd="3" destOrd="0" presId="urn:microsoft.com/office/officeart/2018/2/layout/IconVerticalSolidList"/>
    <dgm:cxn modelId="{0ADFC0D9-262D-4CCC-BE3B-2895A5DD7888}" type="presParOf" srcId="{7AAB1C89-E9CC-475D-99D0-B5B94BBD651C}" destId="{FF256AC3-923F-4266-9E71-D1E135804838}" srcOrd="5" destOrd="0" presId="urn:microsoft.com/office/officeart/2018/2/layout/IconVerticalSolidList"/>
    <dgm:cxn modelId="{A58B4F9C-51E8-484C-87D3-0F6B3862C010}" type="presParOf" srcId="{7AAB1C89-E9CC-475D-99D0-B5B94BBD651C}" destId="{AF38A4CC-5FDD-4DA9-9C30-15EA6B5E51B1}" srcOrd="6" destOrd="0" presId="urn:microsoft.com/office/officeart/2018/2/layout/IconVerticalSolidList"/>
    <dgm:cxn modelId="{ACD3726F-B50C-4822-ADB1-A65DA9F0F11D}" type="presParOf" srcId="{AF38A4CC-5FDD-4DA9-9C30-15EA6B5E51B1}" destId="{390DA3B7-F1AC-4D2B-89B2-1D0BB61ABE11}" srcOrd="0" destOrd="0" presId="urn:microsoft.com/office/officeart/2018/2/layout/IconVerticalSolidList"/>
    <dgm:cxn modelId="{9B3FD357-61BB-47BB-A021-5A24B4DB2148}" type="presParOf" srcId="{AF38A4CC-5FDD-4DA9-9C30-15EA6B5E51B1}" destId="{3832991A-7813-44CB-8504-A579FEEB09B0}" srcOrd="1" destOrd="0" presId="urn:microsoft.com/office/officeart/2018/2/layout/IconVerticalSolidList"/>
    <dgm:cxn modelId="{F5989CD8-68C1-417C-9162-75FF4E0D7706}" type="presParOf" srcId="{AF38A4CC-5FDD-4DA9-9C30-15EA6B5E51B1}" destId="{15BB909E-C53D-496B-BD24-07617F210A66}" srcOrd="2" destOrd="0" presId="urn:microsoft.com/office/officeart/2018/2/layout/IconVerticalSolidList"/>
    <dgm:cxn modelId="{A6C470E9-D17D-45FA-AA22-522A220043B4}" type="presParOf" srcId="{AF38A4CC-5FDD-4DA9-9C30-15EA6B5E51B1}" destId="{6D49D5F0-F8C7-48EE-9E00-20B7CDB84EDD}" srcOrd="3" destOrd="0" presId="urn:microsoft.com/office/officeart/2018/2/layout/IconVerticalSolidList"/>
    <dgm:cxn modelId="{2FBF6E24-F6F8-4E0D-BFCB-90E3107CC89B}" type="presParOf" srcId="{7AAB1C89-E9CC-475D-99D0-B5B94BBD651C}" destId="{51F2CE51-653D-4AB2-987D-17400CF2DE07}" srcOrd="7" destOrd="0" presId="urn:microsoft.com/office/officeart/2018/2/layout/IconVerticalSolidList"/>
    <dgm:cxn modelId="{E21D2757-34E2-48C1-91D8-797AEF8C4D6D}" type="presParOf" srcId="{7AAB1C89-E9CC-475D-99D0-B5B94BBD651C}" destId="{4DEFD114-C4F7-4DF8-AAAB-E8806AD52219}" srcOrd="8" destOrd="0" presId="urn:microsoft.com/office/officeart/2018/2/layout/IconVerticalSolidList"/>
    <dgm:cxn modelId="{F32D79BE-7E0E-4BA9-ABBD-3D1C014F44D9}" type="presParOf" srcId="{4DEFD114-C4F7-4DF8-AAAB-E8806AD52219}" destId="{5E389A25-DA33-4759-AF63-D10DCF6975CB}" srcOrd="0" destOrd="0" presId="urn:microsoft.com/office/officeart/2018/2/layout/IconVerticalSolidList"/>
    <dgm:cxn modelId="{4B9D05A0-ECB1-484C-8739-4698B263D28A}" type="presParOf" srcId="{4DEFD114-C4F7-4DF8-AAAB-E8806AD52219}" destId="{1F3A5DA7-4D90-4BA0-9EF1-AC9C8CA474FD}" srcOrd="1" destOrd="0" presId="urn:microsoft.com/office/officeart/2018/2/layout/IconVerticalSolidList"/>
    <dgm:cxn modelId="{174B7875-3402-463B-BFC2-94E44827F26A}" type="presParOf" srcId="{4DEFD114-C4F7-4DF8-AAAB-E8806AD52219}" destId="{A3F4F361-5E0C-4B8B-9562-88D1DB615E61}" srcOrd="2" destOrd="0" presId="urn:microsoft.com/office/officeart/2018/2/layout/IconVerticalSolidList"/>
    <dgm:cxn modelId="{9C6C2B2E-35D6-4C1C-B859-E48B56D5CFEA}" type="presParOf" srcId="{4DEFD114-C4F7-4DF8-AAAB-E8806AD52219}" destId="{245C6D7E-0FC2-48E3-8CFA-64E073DB374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D42E0D7D-F3A3-4AF2-B120-D673B5B05E25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B72F9509-3832-4211-B110-18C12F4C3A17}">
      <dgm:prSet/>
      <dgm:spPr/>
      <dgm:t>
        <a:bodyPr/>
        <a:lstStyle/>
        <a:p>
          <a:r>
            <a:rPr lang="en-US"/>
            <a:t>Inline suggestions as you type</a:t>
          </a:r>
        </a:p>
      </dgm:t>
    </dgm:pt>
    <dgm:pt modelId="{4A8217E0-2691-49E2-AFE5-BD08578C561C}" type="parTrans" cxnId="{DB9960D1-FC21-45A3-B2EA-E42D5229B4AB}">
      <dgm:prSet/>
      <dgm:spPr/>
      <dgm:t>
        <a:bodyPr/>
        <a:lstStyle/>
        <a:p>
          <a:endParaRPr lang="en-US"/>
        </a:p>
      </dgm:t>
    </dgm:pt>
    <dgm:pt modelId="{4D405928-1EAD-4CBA-BC48-EF62823A8F5C}" type="sibTrans" cxnId="{DB9960D1-FC21-45A3-B2EA-E42D5229B4AB}">
      <dgm:prSet/>
      <dgm:spPr/>
      <dgm:t>
        <a:bodyPr/>
        <a:lstStyle/>
        <a:p>
          <a:endParaRPr lang="en-US"/>
        </a:p>
      </dgm:t>
    </dgm:pt>
    <dgm:pt modelId="{462146F6-15E7-47D5-9429-929B2B18D788}">
      <dgm:prSet/>
      <dgm:spPr/>
      <dgm:t>
        <a:bodyPr/>
        <a:lstStyle/>
        <a:p>
          <a:r>
            <a:rPr lang="en-US"/>
            <a:t>Chat-based query generation: "Show me top 10 customers by revenue last quarter"</a:t>
          </a:r>
        </a:p>
      </dgm:t>
    </dgm:pt>
    <dgm:pt modelId="{38E62B3C-4F43-46EF-87DE-2EB6F6B61FA9}" type="parTrans" cxnId="{9D8B76FA-44A8-4ACA-9E1B-01EF1BB0E84C}">
      <dgm:prSet/>
      <dgm:spPr/>
      <dgm:t>
        <a:bodyPr/>
        <a:lstStyle/>
        <a:p>
          <a:endParaRPr lang="en-US"/>
        </a:p>
      </dgm:t>
    </dgm:pt>
    <dgm:pt modelId="{AF994B07-C844-4569-A19D-AE94B6E2C6AD}" type="sibTrans" cxnId="{9D8B76FA-44A8-4ACA-9E1B-01EF1BB0E84C}">
      <dgm:prSet/>
      <dgm:spPr/>
      <dgm:t>
        <a:bodyPr/>
        <a:lstStyle/>
        <a:p>
          <a:endParaRPr lang="en-US"/>
        </a:p>
      </dgm:t>
    </dgm:pt>
    <dgm:pt modelId="{63A80031-6B51-49E0-AA56-97964EEF2340}">
      <dgm:prSet/>
      <dgm:spPr/>
      <dgm:t>
        <a:bodyPr/>
        <a:lstStyle/>
        <a:p>
          <a:r>
            <a:rPr lang="en-US"/>
            <a:t>Query explanation: highlight a query, ask "What does this do?"</a:t>
          </a:r>
        </a:p>
      </dgm:t>
    </dgm:pt>
    <dgm:pt modelId="{C099A3F6-96B6-434E-8479-AF14A96933E9}" type="parTrans" cxnId="{7FCAF21D-CA9A-4241-8556-F9679E164745}">
      <dgm:prSet/>
      <dgm:spPr/>
      <dgm:t>
        <a:bodyPr/>
        <a:lstStyle/>
        <a:p>
          <a:endParaRPr lang="en-US"/>
        </a:p>
      </dgm:t>
    </dgm:pt>
    <dgm:pt modelId="{EEF6C1FD-3317-48D5-AAF9-CB53DF9DC2ED}" type="sibTrans" cxnId="{7FCAF21D-CA9A-4241-8556-F9679E164745}">
      <dgm:prSet/>
      <dgm:spPr/>
      <dgm:t>
        <a:bodyPr/>
        <a:lstStyle/>
        <a:p>
          <a:endParaRPr lang="en-US"/>
        </a:p>
      </dgm:t>
    </dgm:pt>
    <dgm:pt modelId="{16370CB3-48B9-4203-80EF-34D2FA98EDD3}">
      <dgm:prSet/>
      <dgm:spPr/>
      <dgm:t>
        <a:bodyPr/>
        <a:lstStyle/>
        <a:p>
          <a:r>
            <a:rPr lang="en-US"/>
            <a:t>Schema exploration: "What tables relate to orders?"</a:t>
          </a:r>
        </a:p>
      </dgm:t>
    </dgm:pt>
    <dgm:pt modelId="{D26BBA18-068F-453A-BC10-903F1245D88A}" type="parTrans" cxnId="{EB997C93-0B79-4966-8BF4-5932E38BA08C}">
      <dgm:prSet/>
      <dgm:spPr/>
      <dgm:t>
        <a:bodyPr/>
        <a:lstStyle/>
        <a:p>
          <a:endParaRPr lang="en-US"/>
        </a:p>
      </dgm:t>
    </dgm:pt>
    <dgm:pt modelId="{30AE27BD-6691-4E3A-B929-EE750422979A}" type="sibTrans" cxnId="{EB997C93-0B79-4966-8BF4-5932E38BA08C}">
      <dgm:prSet/>
      <dgm:spPr/>
      <dgm:t>
        <a:bodyPr/>
        <a:lstStyle/>
        <a:p>
          <a:endParaRPr lang="en-US"/>
        </a:p>
      </dgm:t>
    </dgm:pt>
    <dgm:pt modelId="{C76CAE4A-88A3-4C01-AB3B-7C4E820881E8}" type="pres">
      <dgm:prSet presAssocID="{D42E0D7D-F3A3-4AF2-B120-D673B5B05E25}" presName="root" presStyleCnt="0">
        <dgm:presLayoutVars>
          <dgm:dir/>
          <dgm:resizeHandles val="exact"/>
        </dgm:presLayoutVars>
      </dgm:prSet>
      <dgm:spPr/>
    </dgm:pt>
    <dgm:pt modelId="{A98021AC-8507-4ECE-BADC-93AC6EFAABDE}" type="pres">
      <dgm:prSet presAssocID="{D42E0D7D-F3A3-4AF2-B120-D673B5B05E25}" presName="container" presStyleCnt="0">
        <dgm:presLayoutVars>
          <dgm:dir/>
          <dgm:resizeHandles val="exact"/>
        </dgm:presLayoutVars>
      </dgm:prSet>
      <dgm:spPr/>
    </dgm:pt>
    <dgm:pt modelId="{AED9235E-9E1F-42B4-8A8E-C83BE42AD8D9}" type="pres">
      <dgm:prSet presAssocID="{B72F9509-3832-4211-B110-18C12F4C3A17}" presName="compNode" presStyleCnt="0"/>
      <dgm:spPr/>
    </dgm:pt>
    <dgm:pt modelId="{111C1EFF-B090-46A6-9A8F-6E34556A6D9B}" type="pres">
      <dgm:prSet presAssocID="{B72F9509-3832-4211-B110-18C12F4C3A17}" presName="iconBgRect" presStyleLbl="bgShp" presStyleIdx="0" presStyleCnt="4"/>
      <dgm:spPr/>
    </dgm:pt>
    <dgm:pt modelId="{D67CE72E-CAB7-4D90-83C4-B11BCF840AE9}" type="pres">
      <dgm:prSet presAssocID="{B72F9509-3832-4211-B110-18C12F4C3A17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bulb"/>
        </a:ext>
      </dgm:extLst>
    </dgm:pt>
    <dgm:pt modelId="{2F450BE1-2215-466D-AB48-A882069AB9DF}" type="pres">
      <dgm:prSet presAssocID="{B72F9509-3832-4211-B110-18C12F4C3A17}" presName="spaceRect" presStyleCnt="0"/>
      <dgm:spPr/>
    </dgm:pt>
    <dgm:pt modelId="{D59D6DAF-514B-4040-B234-58EF62C7C62E}" type="pres">
      <dgm:prSet presAssocID="{B72F9509-3832-4211-B110-18C12F4C3A17}" presName="textRect" presStyleLbl="revTx" presStyleIdx="0" presStyleCnt="4">
        <dgm:presLayoutVars>
          <dgm:chMax val="1"/>
          <dgm:chPref val="1"/>
        </dgm:presLayoutVars>
      </dgm:prSet>
      <dgm:spPr/>
    </dgm:pt>
    <dgm:pt modelId="{BDDD47EC-A7B0-4BDB-B894-DE34B5C6B843}" type="pres">
      <dgm:prSet presAssocID="{4D405928-1EAD-4CBA-BC48-EF62823A8F5C}" presName="sibTrans" presStyleLbl="sibTrans2D1" presStyleIdx="0" presStyleCnt="0"/>
      <dgm:spPr/>
    </dgm:pt>
    <dgm:pt modelId="{C3DFFB33-20B2-4515-B149-E53461107E80}" type="pres">
      <dgm:prSet presAssocID="{462146F6-15E7-47D5-9429-929B2B18D788}" presName="compNode" presStyleCnt="0"/>
      <dgm:spPr/>
    </dgm:pt>
    <dgm:pt modelId="{EEF59971-9DC3-49B7-97C1-F777CE3EC069}" type="pres">
      <dgm:prSet presAssocID="{462146F6-15E7-47D5-9429-929B2B18D788}" presName="iconBgRect" presStyleLbl="bgShp" presStyleIdx="1" presStyleCnt="4"/>
      <dgm:spPr/>
    </dgm:pt>
    <dgm:pt modelId="{2E47A2AA-FC14-48E9-9B7C-B16E258DE492}" type="pres">
      <dgm:prSet presAssocID="{462146F6-15E7-47D5-9429-929B2B18D788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peech"/>
        </a:ext>
      </dgm:extLst>
    </dgm:pt>
    <dgm:pt modelId="{B09B9E08-597E-4536-880A-76358707B4F2}" type="pres">
      <dgm:prSet presAssocID="{462146F6-15E7-47D5-9429-929B2B18D788}" presName="spaceRect" presStyleCnt="0"/>
      <dgm:spPr/>
    </dgm:pt>
    <dgm:pt modelId="{A9E39C0B-E979-4B7E-873E-B57548E48336}" type="pres">
      <dgm:prSet presAssocID="{462146F6-15E7-47D5-9429-929B2B18D788}" presName="textRect" presStyleLbl="revTx" presStyleIdx="1" presStyleCnt="4">
        <dgm:presLayoutVars>
          <dgm:chMax val="1"/>
          <dgm:chPref val="1"/>
        </dgm:presLayoutVars>
      </dgm:prSet>
      <dgm:spPr/>
    </dgm:pt>
    <dgm:pt modelId="{DD6149AA-C3F2-44C2-AAE8-AF790E49D1A9}" type="pres">
      <dgm:prSet presAssocID="{AF994B07-C844-4569-A19D-AE94B6E2C6AD}" presName="sibTrans" presStyleLbl="sibTrans2D1" presStyleIdx="0" presStyleCnt="0"/>
      <dgm:spPr/>
    </dgm:pt>
    <dgm:pt modelId="{D717DBE0-FF5C-4075-9CBA-6ADD5EE59D26}" type="pres">
      <dgm:prSet presAssocID="{63A80031-6B51-49E0-AA56-97964EEF2340}" presName="compNode" presStyleCnt="0"/>
      <dgm:spPr/>
    </dgm:pt>
    <dgm:pt modelId="{D54418E6-82BA-43B1-ABD8-E7DEBE2B539F}" type="pres">
      <dgm:prSet presAssocID="{63A80031-6B51-49E0-AA56-97964EEF2340}" presName="iconBgRect" presStyleLbl="bgShp" presStyleIdx="2" presStyleCnt="4"/>
      <dgm:spPr/>
    </dgm:pt>
    <dgm:pt modelId="{AF6EF592-3AC5-40D9-BA9A-314E2517DBAA}" type="pres">
      <dgm:prSet presAssocID="{63A80031-6B51-49E0-AA56-97964EEF2340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 mark"/>
        </a:ext>
      </dgm:extLst>
    </dgm:pt>
    <dgm:pt modelId="{76ECE0A4-9E8E-4C3B-9CE1-2AA4D9114980}" type="pres">
      <dgm:prSet presAssocID="{63A80031-6B51-49E0-AA56-97964EEF2340}" presName="spaceRect" presStyleCnt="0"/>
      <dgm:spPr/>
    </dgm:pt>
    <dgm:pt modelId="{D6EFEB91-0B5E-46CB-9F3B-9B307BDE83E7}" type="pres">
      <dgm:prSet presAssocID="{63A80031-6B51-49E0-AA56-97964EEF2340}" presName="textRect" presStyleLbl="revTx" presStyleIdx="2" presStyleCnt="4">
        <dgm:presLayoutVars>
          <dgm:chMax val="1"/>
          <dgm:chPref val="1"/>
        </dgm:presLayoutVars>
      </dgm:prSet>
      <dgm:spPr/>
    </dgm:pt>
    <dgm:pt modelId="{FC4EB878-2BEB-42E7-B75E-7F979E374E20}" type="pres">
      <dgm:prSet presAssocID="{EEF6C1FD-3317-48D5-AAF9-CB53DF9DC2ED}" presName="sibTrans" presStyleLbl="sibTrans2D1" presStyleIdx="0" presStyleCnt="0"/>
      <dgm:spPr/>
    </dgm:pt>
    <dgm:pt modelId="{BE676A30-9ABE-4C8E-88BC-5DBB5339DC49}" type="pres">
      <dgm:prSet presAssocID="{16370CB3-48B9-4203-80EF-34D2FA98EDD3}" presName="compNode" presStyleCnt="0"/>
      <dgm:spPr/>
    </dgm:pt>
    <dgm:pt modelId="{254079FF-73A4-4A13-8460-A916165E46D0}" type="pres">
      <dgm:prSet presAssocID="{16370CB3-48B9-4203-80EF-34D2FA98EDD3}" presName="iconBgRect" presStyleLbl="bgShp" presStyleIdx="3" presStyleCnt="4"/>
      <dgm:spPr/>
    </dgm:pt>
    <dgm:pt modelId="{3658515E-A8EB-4F6C-8F47-DA417821A69E}" type="pres">
      <dgm:prSet presAssocID="{16370CB3-48B9-4203-80EF-34D2FA98EDD3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4A587E9D-D21F-4A7A-950A-2B8970453CB8}" type="pres">
      <dgm:prSet presAssocID="{16370CB3-48B9-4203-80EF-34D2FA98EDD3}" presName="spaceRect" presStyleCnt="0"/>
      <dgm:spPr/>
    </dgm:pt>
    <dgm:pt modelId="{0EA626E3-9A06-477D-86B7-33C4232A4F7D}" type="pres">
      <dgm:prSet presAssocID="{16370CB3-48B9-4203-80EF-34D2FA98EDD3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95ADB80B-F1BD-42C9-99C7-405490261CB7}" type="presOf" srcId="{63A80031-6B51-49E0-AA56-97964EEF2340}" destId="{D6EFEB91-0B5E-46CB-9F3B-9B307BDE83E7}" srcOrd="0" destOrd="0" presId="urn:microsoft.com/office/officeart/2018/2/layout/IconCircleList"/>
    <dgm:cxn modelId="{E1D4B71A-B24B-492D-A65D-32FA365465C2}" type="presOf" srcId="{D42E0D7D-F3A3-4AF2-B120-D673B5B05E25}" destId="{C76CAE4A-88A3-4C01-AB3B-7C4E820881E8}" srcOrd="0" destOrd="0" presId="urn:microsoft.com/office/officeart/2018/2/layout/IconCircleList"/>
    <dgm:cxn modelId="{7FCAF21D-CA9A-4241-8556-F9679E164745}" srcId="{D42E0D7D-F3A3-4AF2-B120-D673B5B05E25}" destId="{63A80031-6B51-49E0-AA56-97964EEF2340}" srcOrd="2" destOrd="0" parTransId="{C099A3F6-96B6-434E-8479-AF14A96933E9}" sibTransId="{EEF6C1FD-3317-48D5-AAF9-CB53DF9DC2ED}"/>
    <dgm:cxn modelId="{ED22EE43-BCB4-4478-824E-FEAE721609CB}" type="presOf" srcId="{4D405928-1EAD-4CBA-BC48-EF62823A8F5C}" destId="{BDDD47EC-A7B0-4BDB-B894-DE34B5C6B843}" srcOrd="0" destOrd="0" presId="urn:microsoft.com/office/officeart/2018/2/layout/IconCircleList"/>
    <dgm:cxn modelId="{0093E856-AD7B-4043-8BC2-9665E6567DCF}" type="presOf" srcId="{16370CB3-48B9-4203-80EF-34D2FA98EDD3}" destId="{0EA626E3-9A06-477D-86B7-33C4232A4F7D}" srcOrd="0" destOrd="0" presId="urn:microsoft.com/office/officeart/2018/2/layout/IconCircleList"/>
    <dgm:cxn modelId="{48F51A80-4866-4B4B-AD25-25B3E5968CA1}" type="presOf" srcId="{EEF6C1FD-3317-48D5-AAF9-CB53DF9DC2ED}" destId="{FC4EB878-2BEB-42E7-B75E-7F979E374E20}" srcOrd="0" destOrd="0" presId="urn:microsoft.com/office/officeart/2018/2/layout/IconCircleList"/>
    <dgm:cxn modelId="{EB997C93-0B79-4966-8BF4-5932E38BA08C}" srcId="{D42E0D7D-F3A3-4AF2-B120-D673B5B05E25}" destId="{16370CB3-48B9-4203-80EF-34D2FA98EDD3}" srcOrd="3" destOrd="0" parTransId="{D26BBA18-068F-453A-BC10-903F1245D88A}" sibTransId="{30AE27BD-6691-4E3A-B929-EE750422979A}"/>
    <dgm:cxn modelId="{FDB5AF95-067E-46C9-ABD4-EFA685855ECB}" type="presOf" srcId="{B72F9509-3832-4211-B110-18C12F4C3A17}" destId="{D59D6DAF-514B-4040-B234-58EF62C7C62E}" srcOrd="0" destOrd="0" presId="urn:microsoft.com/office/officeart/2018/2/layout/IconCircleList"/>
    <dgm:cxn modelId="{DB9960D1-FC21-45A3-B2EA-E42D5229B4AB}" srcId="{D42E0D7D-F3A3-4AF2-B120-D673B5B05E25}" destId="{B72F9509-3832-4211-B110-18C12F4C3A17}" srcOrd="0" destOrd="0" parTransId="{4A8217E0-2691-49E2-AFE5-BD08578C561C}" sibTransId="{4D405928-1EAD-4CBA-BC48-EF62823A8F5C}"/>
    <dgm:cxn modelId="{D8E445EB-313F-4CC7-9458-C6C80365F6E3}" type="presOf" srcId="{AF994B07-C844-4569-A19D-AE94B6E2C6AD}" destId="{DD6149AA-C3F2-44C2-AAE8-AF790E49D1A9}" srcOrd="0" destOrd="0" presId="urn:microsoft.com/office/officeart/2018/2/layout/IconCircleList"/>
    <dgm:cxn modelId="{C654E4F4-9CCC-4EA7-93D1-3894A6B3101B}" type="presOf" srcId="{462146F6-15E7-47D5-9429-929B2B18D788}" destId="{A9E39C0B-E979-4B7E-873E-B57548E48336}" srcOrd="0" destOrd="0" presId="urn:microsoft.com/office/officeart/2018/2/layout/IconCircleList"/>
    <dgm:cxn modelId="{9D8B76FA-44A8-4ACA-9E1B-01EF1BB0E84C}" srcId="{D42E0D7D-F3A3-4AF2-B120-D673B5B05E25}" destId="{462146F6-15E7-47D5-9429-929B2B18D788}" srcOrd="1" destOrd="0" parTransId="{38E62B3C-4F43-46EF-87DE-2EB6F6B61FA9}" sibTransId="{AF994B07-C844-4569-A19D-AE94B6E2C6AD}"/>
    <dgm:cxn modelId="{4639A336-1240-4A99-8874-DD3CC0FB85A6}" type="presParOf" srcId="{C76CAE4A-88A3-4C01-AB3B-7C4E820881E8}" destId="{A98021AC-8507-4ECE-BADC-93AC6EFAABDE}" srcOrd="0" destOrd="0" presId="urn:microsoft.com/office/officeart/2018/2/layout/IconCircleList"/>
    <dgm:cxn modelId="{60AA7E39-EEDB-4AFE-9B93-B09252F1C253}" type="presParOf" srcId="{A98021AC-8507-4ECE-BADC-93AC6EFAABDE}" destId="{AED9235E-9E1F-42B4-8A8E-C83BE42AD8D9}" srcOrd="0" destOrd="0" presId="urn:microsoft.com/office/officeart/2018/2/layout/IconCircleList"/>
    <dgm:cxn modelId="{081955E5-A432-453C-8DDF-8B10B42875AD}" type="presParOf" srcId="{AED9235E-9E1F-42B4-8A8E-C83BE42AD8D9}" destId="{111C1EFF-B090-46A6-9A8F-6E34556A6D9B}" srcOrd="0" destOrd="0" presId="urn:microsoft.com/office/officeart/2018/2/layout/IconCircleList"/>
    <dgm:cxn modelId="{CEF51A09-DEB9-43D9-B069-302B2C292FA8}" type="presParOf" srcId="{AED9235E-9E1F-42B4-8A8E-C83BE42AD8D9}" destId="{D67CE72E-CAB7-4D90-83C4-B11BCF840AE9}" srcOrd="1" destOrd="0" presId="urn:microsoft.com/office/officeart/2018/2/layout/IconCircleList"/>
    <dgm:cxn modelId="{510AA89D-915A-4122-8820-18EC551DE498}" type="presParOf" srcId="{AED9235E-9E1F-42B4-8A8E-C83BE42AD8D9}" destId="{2F450BE1-2215-466D-AB48-A882069AB9DF}" srcOrd="2" destOrd="0" presId="urn:microsoft.com/office/officeart/2018/2/layout/IconCircleList"/>
    <dgm:cxn modelId="{C9A40587-EFB5-4070-9D6B-D1CA01C9855B}" type="presParOf" srcId="{AED9235E-9E1F-42B4-8A8E-C83BE42AD8D9}" destId="{D59D6DAF-514B-4040-B234-58EF62C7C62E}" srcOrd="3" destOrd="0" presId="urn:microsoft.com/office/officeart/2018/2/layout/IconCircleList"/>
    <dgm:cxn modelId="{E55A61F9-D554-4683-98D9-9D146FEDAA6C}" type="presParOf" srcId="{A98021AC-8507-4ECE-BADC-93AC6EFAABDE}" destId="{BDDD47EC-A7B0-4BDB-B894-DE34B5C6B843}" srcOrd="1" destOrd="0" presId="urn:microsoft.com/office/officeart/2018/2/layout/IconCircleList"/>
    <dgm:cxn modelId="{3B912826-8FDB-44EB-B80B-EBDFF5BEA851}" type="presParOf" srcId="{A98021AC-8507-4ECE-BADC-93AC6EFAABDE}" destId="{C3DFFB33-20B2-4515-B149-E53461107E80}" srcOrd="2" destOrd="0" presId="urn:microsoft.com/office/officeart/2018/2/layout/IconCircleList"/>
    <dgm:cxn modelId="{306A0A59-F7C7-44B9-A168-67949C14822F}" type="presParOf" srcId="{C3DFFB33-20B2-4515-B149-E53461107E80}" destId="{EEF59971-9DC3-49B7-97C1-F777CE3EC069}" srcOrd="0" destOrd="0" presId="urn:microsoft.com/office/officeart/2018/2/layout/IconCircleList"/>
    <dgm:cxn modelId="{6B5EEB00-2C55-430F-B6F2-C34AB0BD3F16}" type="presParOf" srcId="{C3DFFB33-20B2-4515-B149-E53461107E80}" destId="{2E47A2AA-FC14-48E9-9B7C-B16E258DE492}" srcOrd="1" destOrd="0" presId="urn:microsoft.com/office/officeart/2018/2/layout/IconCircleList"/>
    <dgm:cxn modelId="{A0E628F5-6E2F-4118-B4BD-65C8C937EE46}" type="presParOf" srcId="{C3DFFB33-20B2-4515-B149-E53461107E80}" destId="{B09B9E08-597E-4536-880A-76358707B4F2}" srcOrd="2" destOrd="0" presId="urn:microsoft.com/office/officeart/2018/2/layout/IconCircleList"/>
    <dgm:cxn modelId="{BB56F145-1C80-43D4-90B7-0DAFC216C122}" type="presParOf" srcId="{C3DFFB33-20B2-4515-B149-E53461107E80}" destId="{A9E39C0B-E979-4B7E-873E-B57548E48336}" srcOrd="3" destOrd="0" presId="urn:microsoft.com/office/officeart/2018/2/layout/IconCircleList"/>
    <dgm:cxn modelId="{6E6F8149-A624-4AA5-B681-53D50EA773BA}" type="presParOf" srcId="{A98021AC-8507-4ECE-BADC-93AC6EFAABDE}" destId="{DD6149AA-C3F2-44C2-AAE8-AF790E49D1A9}" srcOrd="3" destOrd="0" presId="urn:microsoft.com/office/officeart/2018/2/layout/IconCircleList"/>
    <dgm:cxn modelId="{49A43A29-999A-4CFC-B9F6-405D9BFC4DF5}" type="presParOf" srcId="{A98021AC-8507-4ECE-BADC-93AC6EFAABDE}" destId="{D717DBE0-FF5C-4075-9CBA-6ADD5EE59D26}" srcOrd="4" destOrd="0" presId="urn:microsoft.com/office/officeart/2018/2/layout/IconCircleList"/>
    <dgm:cxn modelId="{CE973517-D614-4EBF-B56A-4E3A7EF56D00}" type="presParOf" srcId="{D717DBE0-FF5C-4075-9CBA-6ADD5EE59D26}" destId="{D54418E6-82BA-43B1-ABD8-E7DEBE2B539F}" srcOrd="0" destOrd="0" presId="urn:microsoft.com/office/officeart/2018/2/layout/IconCircleList"/>
    <dgm:cxn modelId="{91B8EF0C-2F72-4959-A4A0-D6977113F2DF}" type="presParOf" srcId="{D717DBE0-FF5C-4075-9CBA-6ADD5EE59D26}" destId="{AF6EF592-3AC5-40D9-BA9A-314E2517DBAA}" srcOrd="1" destOrd="0" presId="urn:microsoft.com/office/officeart/2018/2/layout/IconCircleList"/>
    <dgm:cxn modelId="{5EC46FBB-C77B-413B-8F4C-C270AF5A9424}" type="presParOf" srcId="{D717DBE0-FF5C-4075-9CBA-6ADD5EE59D26}" destId="{76ECE0A4-9E8E-4C3B-9CE1-2AA4D9114980}" srcOrd="2" destOrd="0" presId="urn:microsoft.com/office/officeart/2018/2/layout/IconCircleList"/>
    <dgm:cxn modelId="{25A9AE01-F6BD-4665-A01A-142AD0B0F764}" type="presParOf" srcId="{D717DBE0-FF5C-4075-9CBA-6ADD5EE59D26}" destId="{D6EFEB91-0B5E-46CB-9F3B-9B307BDE83E7}" srcOrd="3" destOrd="0" presId="urn:microsoft.com/office/officeart/2018/2/layout/IconCircleList"/>
    <dgm:cxn modelId="{907D3E44-528F-4422-86EB-F50752E40019}" type="presParOf" srcId="{A98021AC-8507-4ECE-BADC-93AC6EFAABDE}" destId="{FC4EB878-2BEB-42E7-B75E-7F979E374E20}" srcOrd="5" destOrd="0" presId="urn:microsoft.com/office/officeart/2018/2/layout/IconCircleList"/>
    <dgm:cxn modelId="{018EB05E-17BA-4955-A762-8A05A5101727}" type="presParOf" srcId="{A98021AC-8507-4ECE-BADC-93AC6EFAABDE}" destId="{BE676A30-9ABE-4C8E-88BC-5DBB5339DC49}" srcOrd="6" destOrd="0" presId="urn:microsoft.com/office/officeart/2018/2/layout/IconCircleList"/>
    <dgm:cxn modelId="{45329B55-4169-499F-87C0-DB2AC0A62D6A}" type="presParOf" srcId="{BE676A30-9ABE-4C8E-88BC-5DBB5339DC49}" destId="{254079FF-73A4-4A13-8460-A916165E46D0}" srcOrd="0" destOrd="0" presId="urn:microsoft.com/office/officeart/2018/2/layout/IconCircleList"/>
    <dgm:cxn modelId="{14693B6C-7C56-4FFD-918B-3C2C758FC01C}" type="presParOf" srcId="{BE676A30-9ABE-4C8E-88BC-5DBB5339DC49}" destId="{3658515E-A8EB-4F6C-8F47-DA417821A69E}" srcOrd="1" destOrd="0" presId="urn:microsoft.com/office/officeart/2018/2/layout/IconCircleList"/>
    <dgm:cxn modelId="{7800D544-AA7E-4429-8364-EE6E830AF37A}" type="presParOf" srcId="{BE676A30-9ABE-4C8E-88BC-5DBB5339DC49}" destId="{4A587E9D-D21F-4A7A-950A-2B8970453CB8}" srcOrd="2" destOrd="0" presId="urn:microsoft.com/office/officeart/2018/2/layout/IconCircleList"/>
    <dgm:cxn modelId="{832E7296-F1BA-404D-A720-7D4FD8B78BD8}" type="presParOf" srcId="{BE676A30-9ABE-4C8E-88BC-5DBB5339DC49}" destId="{0EA626E3-9A06-477D-86B7-33C4232A4F7D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7662793D-653C-4A54-BC22-4CF0A2E7D9C4}" type="doc">
      <dgm:prSet loTypeId="urn:microsoft.com/office/officeart/2018/2/layout/IconVerticalSolidList" loCatId="icon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859BDF9A-C309-4EED-94CD-147D89C76F3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Change Data Capture (CDC) and Change Tracking (CT) are pull-based — applications must poll for changes</a:t>
          </a:r>
        </a:p>
      </dgm:t>
    </dgm:pt>
    <dgm:pt modelId="{6553F7E1-6D05-4471-B9DB-EE7132DE32FD}" type="parTrans" cxnId="{25F03807-94A3-4AAE-8CD4-E88218E2DEBF}">
      <dgm:prSet/>
      <dgm:spPr/>
      <dgm:t>
        <a:bodyPr/>
        <a:lstStyle/>
        <a:p>
          <a:endParaRPr lang="en-US"/>
        </a:p>
      </dgm:t>
    </dgm:pt>
    <dgm:pt modelId="{A09E8760-0918-41D5-B0BB-F93291E8F159}" type="sibTrans" cxnId="{25F03807-94A3-4AAE-8CD4-E88218E2DEBF}">
      <dgm:prSet/>
      <dgm:spPr/>
      <dgm:t>
        <a:bodyPr/>
        <a:lstStyle/>
        <a:p>
          <a:endParaRPr lang="en-US"/>
        </a:p>
      </dgm:t>
    </dgm:pt>
    <dgm:pt modelId="{D16AA1FC-2F50-4D0F-9CA5-1533EF23D31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Modern architectures demand push-based, event-driven patterns</a:t>
          </a:r>
        </a:p>
      </dgm:t>
    </dgm:pt>
    <dgm:pt modelId="{D2122F16-BFDF-4D83-A768-5267D1415A82}" type="parTrans" cxnId="{13195853-5439-4B64-ADFD-2D5CDACE4021}">
      <dgm:prSet/>
      <dgm:spPr/>
      <dgm:t>
        <a:bodyPr/>
        <a:lstStyle/>
        <a:p>
          <a:endParaRPr lang="en-US"/>
        </a:p>
      </dgm:t>
    </dgm:pt>
    <dgm:pt modelId="{183E02B9-1C91-4A56-8560-5C3418EFF94D}" type="sibTrans" cxnId="{13195853-5439-4B64-ADFD-2D5CDACE4021}">
      <dgm:prSet/>
      <dgm:spPr/>
      <dgm:t>
        <a:bodyPr/>
        <a:lstStyle/>
        <a:p>
          <a:endParaRPr lang="en-US"/>
        </a:p>
      </dgm:t>
    </dgm:pt>
    <dgm:pt modelId="{7E7E7523-F7BC-416B-B90C-A82CE9F408C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Microservices, real-time analytics, and AI agents need instant notification</a:t>
          </a:r>
        </a:p>
      </dgm:t>
    </dgm:pt>
    <dgm:pt modelId="{566E4E2C-65EF-4DE6-8C9D-23EDD068E01D}" type="parTrans" cxnId="{FDFC1699-7CA4-434E-B062-8B5FDAC4E277}">
      <dgm:prSet/>
      <dgm:spPr/>
      <dgm:t>
        <a:bodyPr/>
        <a:lstStyle/>
        <a:p>
          <a:endParaRPr lang="en-US"/>
        </a:p>
      </dgm:t>
    </dgm:pt>
    <dgm:pt modelId="{16F4266E-D6F7-4093-BC51-A802D140213E}" type="sibTrans" cxnId="{FDFC1699-7CA4-434E-B062-8B5FDAC4E277}">
      <dgm:prSet/>
      <dgm:spPr/>
      <dgm:t>
        <a:bodyPr/>
        <a:lstStyle/>
        <a:p>
          <a:endParaRPr lang="en-US"/>
        </a:p>
      </dgm:t>
    </dgm:pt>
    <dgm:pt modelId="{01A1FBB2-D99B-41C8-B92B-7D714DD34C05}" type="pres">
      <dgm:prSet presAssocID="{7662793D-653C-4A54-BC22-4CF0A2E7D9C4}" presName="root" presStyleCnt="0">
        <dgm:presLayoutVars>
          <dgm:dir/>
          <dgm:resizeHandles val="exact"/>
        </dgm:presLayoutVars>
      </dgm:prSet>
      <dgm:spPr/>
    </dgm:pt>
    <dgm:pt modelId="{3F54ED00-A955-44FE-BAAA-8E8D1C3EA2BA}" type="pres">
      <dgm:prSet presAssocID="{859BDF9A-C309-4EED-94CD-147D89C76F30}" presName="compNode" presStyleCnt="0"/>
      <dgm:spPr/>
    </dgm:pt>
    <dgm:pt modelId="{1F07D2EC-CA25-497D-B4D1-50D2E31C1D53}" type="pres">
      <dgm:prSet presAssocID="{859BDF9A-C309-4EED-94CD-147D89C76F30}" presName="bgRect" presStyleLbl="bgShp" presStyleIdx="0" presStyleCnt="3"/>
      <dgm:spPr/>
    </dgm:pt>
    <dgm:pt modelId="{4133F459-C5B4-4B2D-9542-BB0933FC62C4}" type="pres">
      <dgm:prSet presAssocID="{859BDF9A-C309-4EED-94CD-147D89C76F30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B0245CED-7D5C-471B-B572-069BBE1F0A7B}" type="pres">
      <dgm:prSet presAssocID="{859BDF9A-C309-4EED-94CD-147D89C76F30}" presName="spaceRect" presStyleCnt="0"/>
      <dgm:spPr/>
    </dgm:pt>
    <dgm:pt modelId="{B0A26B91-533C-4765-8980-438D941A23E5}" type="pres">
      <dgm:prSet presAssocID="{859BDF9A-C309-4EED-94CD-147D89C76F30}" presName="parTx" presStyleLbl="revTx" presStyleIdx="0" presStyleCnt="3">
        <dgm:presLayoutVars>
          <dgm:chMax val="0"/>
          <dgm:chPref val="0"/>
        </dgm:presLayoutVars>
      </dgm:prSet>
      <dgm:spPr/>
    </dgm:pt>
    <dgm:pt modelId="{03021ECA-A409-4FFF-B3E1-BCC52A4DF74B}" type="pres">
      <dgm:prSet presAssocID="{A09E8760-0918-41D5-B0BB-F93291E8F159}" presName="sibTrans" presStyleCnt="0"/>
      <dgm:spPr/>
    </dgm:pt>
    <dgm:pt modelId="{511DCCED-A888-4760-8C93-F949E2C50FAD}" type="pres">
      <dgm:prSet presAssocID="{D16AA1FC-2F50-4D0F-9CA5-1533EF23D316}" presName="compNode" presStyleCnt="0"/>
      <dgm:spPr/>
    </dgm:pt>
    <dgm:pt modelId="{5B2892A7-0681-4BF3-9787-002DB763397E}" type="pres">
      <dgm:prSet presAssocID="{D16AA1FC-2F50-4D0F-9CA5-1533EF23D316}" presName="bgRect" presStyleLbl="bgShp" presStyleIdx="1" presStyleCnt="3"/>
      <dgm:spPr/>
    </dgm:pt>
    <dgm:pt modelId="{43D61350-8E04-4ADB-89D6-0112B71EBD49}" type="pres">
      <dgm:prSet presAssocID="{D16AA1FC-2F50-4D0F-9CA5-1533EF23D316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55E4C746-CF55-460E-B204-E27D869D0177}" type="pres">
      <dgm:prSet presAssocID="{D16AA1FC-2F50-4D0F-9CA5-1533EF23D316}" presName="spaceRect" presStyleCnt="0"/>
      <dgm:spPr/>
    </dgm:pt>
    <dgm:pt modelId="{7F0ED402-8026-4A40-80C5-6D6FDC785F13}" type="pres">
      <dgm:prSet presAssocID="{D16AA1FC-2F50-4D0F-9CA5-1533EF23D316}" presName="parTx" presStyleLbl="revTx" presStyleIdx="1" presStyleCnt="3">
        <dgm:presLayoutVars>
          <dgm:chMax val="0"/>
          <dgm:chPref val="0"/>
        </dgm:presLayoutVars>
      </dgm:prSet>
      <dgm:spPr/>
    </dgm:pt>
    <dgm:pt modelId="{58021D5E-A00E-48FE-80B5-3214003812EA}" type="pres">
      <dgm:prSet presAssocID="{183E02B9-1C91-4A56-8560-5C3418EFF94D}" presName="sibTrans" presStyleCnt="0"/>
      <dgm:spPr/>
    </dgm:pt>
    <dgm:pt modelId="{2AF51893-1D53-40CB-9578-FD8DD42E314E}" type="pres">
      <dgm:prSet presAssocID="{7E7E7523-F7BC-416B-B90C-A82CE9F408CA}" presName="compNode" presStyleCnt="0"/>
      <dgm:spPr/>
    </dgm:pt>
    <dgm:pt modelId="{DD6EA35B-6576-4A03-BDE6-7E96AA12E154}" type="pres">
      <dgm:prSet presAssocID="{7E7E7523-F7BC-416B-B90C-A82CE9F408CA}" presName="bgRect" presStyleLbl="bgShp" presStyleIdx="2" presStyleCnt="3"/>
      <dgm:spPr/>
    </dgm:pt>
    <dgm:pt modelId="{D472D3F0-8AB9-447B-ABCE-1A83F887566B}" type="pres">
      <dgm:prSet presAssocID="{7E7E7523-F7BC-416B-B90C-A82CE9F408CA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A81E037E-D3FE-47B9-9263-CD3B9A3F4394}" type="pres">
      <dgm:prSet presAssocID="{7E7E7523-F7BC-416B-B90C-A82CE9F408CA}" presName="spaceRect" presStyleCnt="0"/>
      <dgm:spPr/>
    </dgm:pt>
    <dgm:pt modelId="{3A0FBC7A-BD9B-48B1-85CA-EE72AE62997B}" type="pres">
      <dgm:prSet presAssocID="{7E7E7523-F7BC-416B-B90C-A82CE9F408CA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25F03807-94A3-4AAE-8CD4-E88218E2DEBF}" srcId="{7662793D-653C-4A54-BC22-4CF0A2E7D9C4}" destId="{859BDF9A-C309-4EED-94CD-147D89C76F30}" srcOrd="0" destOrd="0" parTransId="{6553F7E1-6D05-4471-B9DB-EE7132DE32FD}" sibTransId="{A09E8760-0918-41D5-B0BB-F93291E8F159}"/>
    <dgm:cxn modelId="{13195853-5439-4B64-ADFD-2D5CDACE4021}" srcId="{7662793D-653C-4A54-BC22-4CF0A2E7D9C4}" destId="{D16AA1FC-2F50-4D0F-9CA5-1533EF23D316}" srcOrd="1" destOrd="0" parTransId="{D2122F16-BFDF-4D83-A768-5267D1415A82}" sibTransId="{183E02B9-1C91-4A56-8560-5C3418EFF94D}"/>
    <dgm:cxn modelId="{955DFA8A-97C9-48AE-A861-3C8F7B719ADF}" type="presOf" srcId="{7662793D-653C-4A54-BC22-4CF0A2E7D9C4}" destId="{01A1FBB2-D99B-41C8-B92B-7D714DD34C05}" srcOrd="0" destOrd="0" presId="urn:microsoft.com/office/officeart/2018/2/layout/IconVerticalSolidList"/>
    <dgm:cxn modelId="{957D2296-FC8F-476F-85EF-D689DC7096F1}" type="presOf" srcId="{859BDF9A-C309-4EED-94CD-147D89C76F30}" destId="{B0A26B91-533C-4765-8980-438D941A23E5}" srcOrd="0" destOrd="0" presId="urn:microsoft.com/office/officeart/2018/2/layout/IconVerticalSolidList"/>
    <dgm:cxn modelId="{FDFC1699-7CA4-434E-B062-8B5FDAC4E277}" srcId="{7662793D-653C-4A54-BC22-4CF0A2E7D9C4}" destId="{7E7E7523-F7BC-416B-B90C-A82CE9F408CA}" srcOrd="2" destOrd="0" parTransId="{566E4E2C-65EF-4DE6-8C9D-23EDD068E01D}" sibTransId="{16F4266E-D6F7-4093-BC51-A802D140213E}"/>
    <dgm:cxn modelId="{02624A9A-6E33-4EF3-B918-17CDA1101130}" type="presOf" srcId="{D16AA1FC-2F50-4D0F-9CA5-1533EF23D316}" destId="{7F0ED402-8026-4A40-80C5-6D6FDC785F13}" srcOrd="0" destOrd="0" presId="urn:microsoft.com/office/officeart/2018/2/layout/IconVerticalSolidList"/>
    <dgm:cxn modelId="{FCE8ABA1-5B58-4986-B4E0-AC36ECC5DCF2}" type="presOf" srcId="{7E7E7523-F7BC-416B-B90C-A82CE9F408CA}" destId="{3A0FBC7A-BD9B-48B1-85CA-EE72AE62997B}" srcOrd="0" destOrd="0" presId="urn:microsoft.com/office/officeart/2018/2/layout/IconVerticalSolidList"/>
    <dgm:cxn modelId="{4606EDA8-7613-4303-B457-7380921F57B5}" type="presParOf" srcId="{01A1FBB2-D99B-41C8-B92B-7D714DD34C05}" destId="{3F54ED00-A955-44FE-BAAA-8E8D1C3EA2BA}" srcOrd="0" destOrd="0" presId="urn:microsoft.com/office/officeart/2018/2/layout/IconVerticalSolidList"/>
    <dgm:cxn modelId="{D0A38E97-5489-4971-8805-6AEE4C4D82B0}" type="presParOf" srcId="{3F54ED00-A955-44FE-BAAA-8E8D1C3EA2BA}" destId="{1F07D2EC-CA25-497D-B4D1-50D2E31C1D53}" srcOrd="0" destOrd="0" presId="urn:microsoft.com/office/officeart/2018/2/layout/IconVerticalSolidList"/>
    <dgm:cxn modelId="{1FEBAE28-3070-487B-AEA2-F30691F0DEC9}" type="presParOf" srcId="{3F54ED00-A955-44FE-BAAA-8E8D1C3EA2BA}" destId="{4133F459-C5B4-4B2D-9542-BB0933FC62C4}" srcOrd="1" destOrd="0" presId="urn:microsoft.com/office/officeart/2018/2/layout/IconVerticalSolidList"/>
    <dgm:cxn modelId="{9BFD3347-196F-43CA-8D94-517D85BC16A4}" type="presParOf" srcId="{3F54ED00-A955-44FE-BAAA-8E8D1C3EA2BA}" destId="{B0245CED-7D5C-471B-B572-069BBE1F0A7B}" srcOrd="2" destOrd="0" presId="urn:microsoft.com/office/officeart/2018/2/layout/IconVerticalSolidList"/>
    <dgm:cxn modelId="{4E670A62-B715-4A79-A5E8-3EBAAF6A2E96}" type="presParOf" srcId="{3F54ED00-A955-44FE-BAAA-8E8D1C3EA2BA}" destId="{B0A26B91-533C-4765-8980-438D941A23E5}" srcOrd="3" destOrd="0" presId="urn:microsoft.com/office/officeart/2018/2/layout/IconVerticalSolidList"/>
    <dgm:cxn modelId="{AD547026-1348-459C-9854-508D6C49AA68}" type="presParOf" srcId="{01A1FBB2-D99B-41C8-B92B-7D714DD34C05}" destId="{03021ECA-A409-4FFF-B3E1-BCC52A4DF74B}" srcOrd="1" destOrd="0" presId="urn:microsoft.com/office/officeart/2018/2/layout/IconVerticalSolidList"/>
    <dgm:cxn modelId="{1FE35719-BDF1-4417-8616-D7F8E67C762D}" type="presParOf" srcId="{01A1FBB2-D99B-41C8-B92B-7D714DD34C05}" destId="{511DCCED-A888-4760-8C93-F949E2C50FAD}" srcOrd="2" destOrd="0" presId="urn:microsoft.com/office/officeart/2018/2/layout/IconVerticalSolidList"/>
    <dgm:cxn modelId="{E9A83A01-1AF1-49E4-A24A-7CED61911FE9}" type="presParOf" srcId="{511DCCED-A888-4760-8C93-F949E2C50FAD}" destId="{5B2892A7-0681-4BF3-9787-002DB763397E}" srcOrd="0" destOrd="0" presId="urn:microsoft.com/office/officeart/2018/2/layout/IconVerticalSolidList"/>
    <dgm:cxn modelId="{24027D66-43A6-4825-A322-BB0E367ABB11}" type="presParOf" srcId="{511DCCED-A888-4760-8C93-F949E2C50FAD}" destId="{43D61350-8E04-4ADB-89D6-0112B71EBD49}" srcOrd="1" destOrd="0" presId="urn:microsoft.com/office/officeart/2018/2/layout/IconVerticalSolidList"/>
    <dgm:cxn modelId="{07C8412D-6D36-48E4-91B9-AA5F27B6D699}" type="presParOf" srcId="{511DCCED-A888-4760-8C93-F949E2C50FAD}" destId="{55E4C746-CF55-460E-B204-E27D869D0177}" srcOrd="2" destOrd="0" presId="urn:microsoft.com/office/officeart/2018/2/layout/IconVerticalSolidList"/>
    <dgm:cxn modelId="{4FCE1D85-FDA4-4B7A-9C8D-64BEEFDD9A5B}" type="presParOf" srcId="{511DCCED-A888-4760-8C93-F949E2C50FAD}" destId="{7F0ED402-8026-4A40-80C5-6D6FDC785F13}" srcOrd="3" destOrd="0" presId="urn:microsoft.com/office/officeart/2018/2/layout/IconVerticalSolidList"/>
    <dgm:cxn modelId="{8654FF00-E274-4820-8428-952D3D5140EF}" type="presParOf" srcId="{01A1FBB2-D99B-41C8-B92B-7D714DD34C05}" destId="{58021D5E-A00E-48FE-80B5-3214003812EA}" srcOrd="3" destOrd="0" presId="urn:microsoft.com/office/officeart/2018/2/layout/IconVerticalSolidList"/>
    <dgm:cxn modelId="{577A0C0F-01BA-466C-A0D6-93F775CDD65F}" type="presParOf" srcId="{01A1FBB2-D99B-41C8-B92B-7D714DD34C05}" destId="{2AF51893-1D53-40CB-9578-FD8DD42E314E}" srcOrd="4" destOrd="0" presId="urn:microsoft.com/office/officeart/2018/2/layout/IconVerticalSolidList"/>
    <dgm:cxn modelId="{046D7EF5-F6B1-4F8B-8C4B-EDD819CBDF53}" type="presParOf" srcId="{2AF51893-1D53-40CB-9578-FD8DD42E314E}" destId="{DD6EA35B-6576-4A03-BDE6-7E96AA12E154}" srcOrd="0" destOrd="0" presId="urn:microsoft.com/office/officeart/2018/2/layout/IconVerticalSolidList"/>
    <dgm:cxn modelId="{6F2E716A-1424-41BD-93C1-1602929208E9}" type="presParOf" srcId="{2AF51893-1D53-40CB-9578-FD8DD42E314E}" destId="{D472D3F0-8AB9-447B-ABCE-1A83F887566B}" srcOrd="1" destOrd="0" presId="urn:microsoft.com/office/officeart/2018/2/layout/IconVerticalSolidList"/>
    <dgm:cxn modelId="{D3027000-7342-45D5-BFB5-788C15AF3C75}" type="presParOf" srcId="{2AF51893-1D53-40CB-9578-FD8DD42E314E}" destId="{A81E037E-D3FE-47B9-9263-CD3B9A3F4394}" srcOrd="2" destOrd="0" presId="urn:microsoft.com/office/officeart/2018/2/layout/IconVerticalSolidList"/>
    <dgm:cxn modelId="{45ABDA04-B260-433A-BBC3-41274C2EE4E6}" type="presParOf" srcId="{2AF51893-1D53-40CB-9578-FD8DD42E314E}" destId="{3A0FBC7A-BD9B-48B1-85CA-EE72AE62997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5.xml><?xml version="1.0" encoding="utf-8"?>
<dgm:dataModel xmlns:dgm="http://schemas.openxmlformats.org/drawingml/2006/diagram" xmlns:a="http://schemas.openxmlformats.org/drawingml/2006/main">
  <dgm:ptLst>
    <dgm:pt modelId="{050CA046-74BE-45CA-98F6-E57AD71299A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AD74404-3A52-4DE5-A5E7-53A84CA590E1}">
      <dgm:prSet/>
      <dgm:spPr/>
      <dgm:t>
        <a:bodyPr/>
        <a:lstStyle/>
        <a:p>
          <a:r>
            <a:rPr lang="en-US" dirty="0"/>
            <a:t>Stream data changes in near-real-time from SQL directly to </a:t>
          </a:r>
          <a:r>
            <a:rPr lang="en-US" b="1" dirty="0"/>
            <a:t>Azure Event Hubs or Fabric </a:t>
          </a:r>
          <a:r>
            <a:rPr lang="en-US" b="1" dirty="0" err="1"/>
            <a:t>Eventstreams</a:t>
          </a:r>
          <a:endParaRPr lang="en-US" b="1" dirty="0"/>
        </a:p>
      </dgm:t>
    </dgm:pt>
    <dgm:pt modelId="{5A0BC560-FBFB-49F5-88AB-DB0146E12BDA}" type="parTrans" cxnId="{C39A9FCE-79E9-46BD-A2E1-F8E5D76F0589}">
      <dgm:prSet/>
      <dgm:spPr/>
      <dgm:t>
        <a:bodyPr/>
        <a:lstStyle/>
        <a:p>
          <a:endParaRPr lang="en-US"/>
        </a:p>
      </dgm:t>
    </dgm:pt>
    <dgm:pt modelId="{CC27C66B-CC88-43CE-973D-57FD55BF9CA3}" type="sibTrans" cxnId="{C39A9FCE-79E9-46BD-A2E1-F8E5D76F0589}">
      <dgm:prSet/>
      <dgm:spPr/>
      <dgm:t>
        <a:bodyPr/>
        <a:lstStyle/>
        <a:p>
          <a:endParaRPr lang="en-US"/>
        </a:p>
      </dgm:t>
    </dgm:pt>
    <dgm:pt modelId="{902F6079-ADDC-4DED-8199-1F072DD5853D}">
      <dgm:prSet/>
      <dgm:spPr/>
      <dgm:t>
        <a:bodyPr/>
        <a:lstStyle/>
        <a:p>
          <a:r>
            <a:rPr lang="en-US"/>
            <a:t>Push-based delivery</a:t>
          </a:r>
        </a:p>
      </dgm:t>
    </dgm:pt>
    <dgm:pt modelId="{1491632C-093A-489C-80F2-0BD229C181A0}" type="parTrans" cxnId="{D23EB2DA-A186-47D4-8983-38C80E408665}">
      <dgm:prSet/>
      <dgm:spPr/>
      <dgm:t>
        <a:bodyPr/>
        <a:lstStyle/>
        <a:p>
          <a:endParaRPr lang="en-US"/>
        </a:p>
      </dgm:t>
    </dgm:pt>
    <dgm:pt modelId="{2E026A03-FCB2-4C0B-BE9A-AB31883191E2}" type="sibTrans" cxnId="{D23EB2DA-A186-47D4-8983-38C80E408665}">
      <dgm:prSet/>
      <dgm:spPr/>
      <dgm:t>
        <a:bodyPr/>
        <a:lstStyle/>
        <a:p>
          <a:endParaRPr lang="en-US"/>
        </a:p>
      </dgm:t>
    </dgm:pt>
    <dgm:pt modelId="{E92EFDA8-7E5B-4115-A33B-CCD938FEF3A4}">
      <dgm:prSet/>
      <dgm:spPr/>
      <dgm:t>
        <a:bodyPr/>
        <a:lstStyle/>
        <a:p>
          <a:r>
            <a:rPr lang="en-US"/>
            <a:t>"IO-less" — reads committed transactions from the transaction log</a:t>
          </a:r>
        </a:p>
      </dgm:t>
    </dgm:pt>
    <dgm:pt modelId="{C343221E-665E-4533-A893-4907F743C4F2}" type="parTrans" cxnId="{86E82ECF-2D98-465E-AD52-E15ADE1E7360}">
      <dgm:prSet/>
      <dgm:spPr/>
      <dgm:t>
        <a:bodyPr/>
        <a:lstStyle/>
        <a:p>
          <a:endParaRPr lang="en-US"/>
        </a:p>
      </dgm:t>
    </dgm:pt>
    <dgm:pt modelId="{440B623C-DCF7-4BC4-8C83-9A7E8770C763}" type="sibTrans" cxnId="{86E82ECF-2D98-465E-AD52-E15ADE1E7360}">
      <dgm:prSet/>
      <dgm:spPr/>
      <dgm:t>
        <a:bodyPr/>
        <a:lstStyle/>
        <a:p>
          <a:endParaRPr lang="en-US"/>
        </a:p>
      </dgm:t>
    </dgm:pt>
    <dgm:pt modelId="{61622D16-8DEC-4ED9-B11F-76B7281B5D28}">
      <dgm:prSet/>
      <dgm:spPr/>
      <dgm:t>
        <a:bodyPr/>
        <a:lstStyle/>
        <a:p>
          <a:r>
            <a:rPr lang="en-US"/>
            <a:t>Supports DDL changes</a:t>
          </a:r>
        </a:p>
      </dgm:t>
    </dgm:pt>
    <dgm:pt modelId="{333E65FE-32E1-4D9F-A0D6-8A847B116A36}" type="parTrans" cxnId="{BEE8E17E-E3FF-4898-B434-8B04D39BF507}">
      <dgm:prSet/>
      <dgm:spPr/>
      <dgm:t>
        <a:bodyPr/>
        <a:lstStyle/>
        <a:p>
          <a:endParaRPr lang="en-US"/>
        </a:p>
      </dgm:t>
    </dgm:pt>
    <dgm:pt modelId="{4F730FAD-8C46-408C-82ED-3FB50D0CF98F}" type="sibTrans" cxnId="{BEE8E17E-E3FF-4898-B434-8B04D39BF507}">
      <dgm:prSet/>
      <dgm:spPr/>
      <dgm:t>
        <a:bodyPr/>
        <a:lstStyle/>
        <a:p>
          <a:endParaRPr lang="en-US"/>
        </a:p>
      </dgm:t>
    </dgm:pt>
    <dgm:pt modelId="{CEFC9F86-1DE1-4603-B3D4-FEEB5E949236}">
      <dgm:prSet/>
      <dgm:spPr/>
      <dgm:t>
        <a:bodyPr/>
        <a:lstStyle/>
        <a:p>
          <a:r>
            <a:rPr lang="en-US"/>
            <a:t>Single destination per configuration</a:t>
          </a:r>
        </a:p>
      </dgm:t>
    </dgm:pt>
    <dgm:pt modelId="{75B8DECB-0804-48C4-B138-98CDEF47E490}" type="parTrans" cxnId="{8F6E12EF-786E-466B-AFDD-0B608399D49D}">
      <dgm:prSet/>
      <dgm:spPr/>
      <dgm:t>
        <a:bodyPr/>
        <a:lstStyle/>
        <a:p>
          <a:endParaRPr lang="en-US"/>
        </a:p>
      </dgm:t>
    </dgm:pt>
    <dgm:pt modelId="{B310D71A-20C3-474E-A0A3-FDABEAF516AA}" type="sibTrans" cxnId="{8F6E12EF-786E-466B-AFDD-0B608399D49D}">
      <dgm:prSet/>
      <dgm:spPr/>
      <dgm:t>
        <a:bodyPr/>
        <a:lstStyle/>
        <a:p>
          <a:endParaRPr lang="en-US"/>
        </a:p>
      </dgm:t>
    </dgm:pt>
    <dgm:pt modelId="{FDA44E16-64FF-44E8-8846-12E2428B7CAA}" type="pres">
      <dgm:prSet presAssocID="{050CA046-74BE-45CA-98F6-E57AD71299AE}" presName="root" presStyleCnt="0">
        <dgm:presLayoutVars>
          <dgm:dir/>
          <dgm:resizeHandles val="exact"/>
        </dgm:presLayoutVars>
      </dgm:prSet>
      <dgm:spPr/>
    </dgm:pt>
    <dgm:pt modelId="{AD24054D-7003-4E37-AD42-5443309774E7}" type="pres">
      <dgm:prSet presAssocID="{3AD74404-3A52-4DE5-A5E7-53A84CA590E1}" presName="compNode" presStyleCnt="0"/>
      <dgm:spPr/>
    </dgm:pt>
    <dgm:pt modelId="{76631340-B374-4810-85D9-4955EF0D3159}" type="pres">
      <dgm:prSet presAssocID="{3AD74404-3A52-4DE5-A5E7-53A84CA590E1}" presName="bgRect" presStyleLbl="bgShp" presStyleIdx="0" presStyleCnt="5"/>
      <dgm:spPr/>
    </dgm:pt>
    <dgm:pt modelId="{D7A74CAD-A741-4440-A7F1-A72B89DEB74F}" type="pres">
      <dgm:prSet presAssocID="{3AD74404-3A52-4DE5-A5E7-53A84CA590E1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756537D7-0FF3-49DD-920C-B4140B965AFF}" type="pres">
      <dgm:prSet presAssocID="{3AD74404-3A52-4DE5-A5E7-53A84CA590E1}" presName="spaceRect" presStyleCnt="0"/>
      <dgm:spPr/>
    </dgm:pt>
    <dgm:pt modelId="{90B8FD2E-A75D-439D-A01F-325729B81D40}" type="pres">
      <dgm:prSet presAssocID="{3AD74404-3A52-4DE5-A5E7-53A84CA590E1}" presName="parTx" presStyleLbl="revTx" presStyleIdx="0" presStyleCnt="5">
        <dgm:presLayoutVars>
          <dgm:chMax val="0"/>
          <dgm:chPref val="0"/>
        </dgm:presLayoutVars>
      </dgm:prSet>
      <dgm:spPr/>
    </dgm:pt>
    <dgm:pt modelId="{93225241-B3F3-4FA4-838A-A8774E0D6FB8}" type="pres">
      <dgm:prSet presAssocID="{CC27C66B-CC88-43CE-973D-57FD55BF9CA3}" presName="sibTrans" presStyleCnt="0"/>
      <dgm:spPr/>
    </dgm:pt>
    <dgm:pt modelId="{0D1D10AC-4A01-444C-96CE-705BBAA8956E}" type="pres">
      <dgm:prSet presAssocID="{902F6079-ADDC-4DED-8199-1F072DD5853D}" presName="compNode" presStyleCnt="0"/>
      <dgm:spPr/>
    </dgm:pt>
    <dgm:pt modelId="{E4DE8C2D-7710-4635-8671-6B1A0BD19E75}" type="pres">
      <dgm:prSet presAssocID="{902F6079-ADDC-4DED-8199-1F072DD5853D}" presName="bgRect" presStyleLbl="bgShp" presStyleIdx="1" presStyleCnt="5"/>
      <dgm:spPr/>
    </dgm:pt>
    <dgm:pt modelId="{5B0F5ED2-28A0-4340-AE9D-CDD40E227B7E}" type="pres">
      <dgm:prSet presAssocID="{902F6079-ADDC-4DED-8199-1F072DD5853D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x trolley"/>
        </a:ext>
      </dgm:extLst>
    </dgm:pt>
    <dgm:pt modelId="{A394EA6C-40CD-40D3-A176-737AFF6AEE9C}" type="pres">
      <dgm:prSet presAssocID="{902F6079-ADDC-4DED-8199-1F072DD5853D}" presName="spaceRect" presStyleCnt="0"/>
      <dgm:spPr/>
    </dgm:pt>
    <dgm:pt modelId="{5F196EB1-76F2-411C-8620-E5DE6827642A}" type="pres">
      <dgm:prSet presAssocID="{902F6079-ADDC-4DED-8199-1F072DD5853D}" presName="parTx" presStyleLbl="revTx" presStyleIdx="1" presStyleCnt="5">
        <dgm:presLayoutVars>
          <dgm:chMax val="0"/>
          <dgm:chPref val="0"/>
        </dgm:presLayoutVars>
      </dgm:prSet>
      <dgm:spPr/>
    </dgm:pt>
    <dgm:pt modelId="{ABD67542-A17F-49E3-8C7C-14DEDA557ED8}" type="pres">
      <dgm:prSet presAssocID="{2E026A03-FCB2-4C0B-BE9A-AB31883191E2}" presName="sibTrans" presStyleCnt="0"/>
      <dgm:spPr/>
    </dgm:pt>
    <dgm:pt modelId="{5987CDFD-D7F3-4531-88AE-F93D54CA92C7}" type="pres">
      <dgm:prSet presAssocID="{E92EFDA8-7E5B-4115-A33B-CCD938FEF3A4}" presName="compNode" presStyleCnt="0"/>
      <dgm:spPr/>
    </dgm:pt>
    <dgm:pt modelId="{636AC0D2-911A-4BE0-8716-AADFAB9C58CC}" type="pres">
      <dgm:prSet presAssocID="{E92EFDA8-7E5B-4115-A33B-CCD938FEF3A4}" presName="bgRect" presStyleLbl="bgShp" presStyleIdx="2" presStyleCnt="5"/>
      <dgm:spPr/>
    </dgm:pt>
    <dgm:pt modelId="{898BA49F-4CCF-4BF1-8D71-461960E3ABCF}" type="pres">
      <dgm:prSet presAssocID="{E92EFDA8-7E5B-4115-A33B-CCD938FEF3A4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ansfer"/>
        </a:ext>
      </dgm:extLst>
    </dgm:pt>
    <dgm:pt modelId="{D46FDCBF-AB2D-4860-B5E3-7DF8CD1E2EE6}" type="pres">
      <dgm:prSet presAssocID="{E92EFDA8-7E5B-4115-A33B-CCD938FEF3A4}" presName="spaceRect" presStyleCnt="0"/>
      <dgm:spPr/>
    </dgm:pt>
    <dgm:pt modelId="{99BE9BE9-10E1-417C-9725-5E7547915DEF}" type="pres">
      <dgm:prSet presAssocID="{E92EFDA8-7E5B-4115-A33B-CCD938FEF3A4}" presName="parTx" presStyleLbl="revTx" presStyleIdx="2" presStyleCnt="5">
        <dgm:presLayoutVars>
          <dgm:chMax val="0"/>
          <dgm:chPref val="0"/>
        </dgm:presLayoutVars>
      </dgm:prSet>
      <dgm:spPr/>
    </dgm:pt>
    <dgm:pt modelId="{502FD849-659F-4629-9CE8-CDE910A9E830}" type="pres">
      <dgm:prSet presAssocID="{440B623C-DCF7-4BC4-8C83-9A7E8770C763}" presName="sibTrans" presStyleCnt="0"/>
      <dgm:spPr/>
    </dgm:pt>
    <dgm:pt modelId="{FEDF8400-324B-4B55-AEB7-9878D2442D46}" type="pres">
      <dgm:prSet presAssocID="{61622D16-8DEC-4ED9-B11F-76B7281B5D28}" presName="compNode" presStyleCnt="0"/>
      <dgm:spPr/>
    </dgm:pt>
    <dgm:pt modelId="{58C6A82D-EAE4-40CB-9ECC-B9B40E07E538}" type="pres">
      <dgm:prSet presAssocID="{61622D16-8DEC-4ED9-B11F-76B7281B5D28}" presName="bgRect" presStyleLbl="bgShp" presStyleIdx="3" presStyleCnt="5"/>
      <dgm:spPr/>
    </dgm:pt>
    <dgm:pt modelId="{792AE432-8873-4675-BE5D-D90CC3393C35}" type="pres">
      <dgm:prSet presAssocID="{61622D16-8DEC-4ED9-B11F-76B7281B5D28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F0BB3F17-2FB7-42CA-B6DD-836FED567B28}" type="pres">
      <dgm:prSet presAssocID="{61622D16-8DEC-4ED9-B11F-76B7281B5D28}" presName="spaceRect" presStyleCnt="0"/>
      <dgm:spPr/>
    </dgm:pt>
    <dgm:pt modelId="{87B53D77-C5EB-4B5C-A795-27D8CAC6C5B2}" type="pres">
      <dgm:prSet presAssocID="{61622D16-8DEC-4ED9-B11F-76B7281B5D28}" presName="parTx" presStyleLbl="revTx" presStyleIdx="3" presStyleCnt="5">
        <dgm:presLayoutVars>
          <dgm:chMax val="0"/>
          <dgm:chPref val="0"/>
        </dgm:presLayoutVars>
      </dgm:prSet>
      <dgm:spPr/>
    </dgm:pt>
    <dgm:pt modelId="{9603F3F4-01BC-4715-9569-A3DADA2CF25B}" type="pres">
      <dgm:prSet presAssocID="{4F730FAD-8C46-408C-82ED-3FB50D0CF98F}" presName="sibTrans" presStyleCnt="0"/>
      <dgm:spPr/>
    </dgm:pt>
    <dgm:pt modelId="{5334C60A-51CC-4078-9EE8-7D8A248727C9}" type="pres">
      <dgm:prSet presAssocID="{CEFC9F86-1DE1-4603-B3D4-FEEB5E949236}" presName="compNode" presStyleCnt="0"/>
      <dgm:spPr/>
    </dgm:pt>
    <dgm:pt modelId="{2F079509-C13C-49AB-B9AA-0D58F040392F}" type="pres">
      <dgm:prSet presAssocID="{CEFC9F86-1DE1-4603-B3D4-FEEB5E949236}" presName="bgRect" presStyleLbl="bgShp" presStyleIdx="4" presStyleCnt="5"/>
      <dgm:spPr/>
    </dgm:pt>
    <dgm:pt modelId="{56555764-BDEB-40D8-9B2F-71CB6B043B48}" type="pres">
      <dgm:prSet presAssocID="{CEFC9F86-1DE1-4603-B3D4-FEEB5E949236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E58983EC-98D6-4F08-B42A-15B37D9D1709}" type="pres">
      <dgm:prSet presAssocID="{CEFC9F86-1DE1-4603-B3D4-FEEB5E949236}" presName="spaceRect" presStyleCnt="0"/>
      <dgm:spPr/>
    </dgm:pt>
    <dgm:pt modelId="{D9D9026E-1DBC-4D3C-8E0D-498BC73EF1F9}" type="pres">
      <dgm:prSet presAssocID="{CEFC9F86-1DE1-4603-B3D4-FEEB5E949236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07B8CE30-ACCD-4C05-87B6-EEA629D2CEF8}" type="presOf" srcId="{E92EFDA8-7E5B-4115-A33B-CCD938FEF3A4}" destId="{99BE9BE9-10E1-417C-9725-5E7547915DEF}" srcOrd="0" destOrd="0" presId="urn:microsoft.com/office/officeart/2018/2/layout/IconVerticalSolidList"/>
    <dgm:cxn modelId="{F0D48E5F-ECE4-461D-BEE6-65D409A91F62}" type="presOf" srcId="{902F6079-ADDC-4DED-8199-1F072DD5853D}" destId="{5F196EB1-76F2-411C-8620-E5DE6827642A}" srcOrd="0" destOrd="0" presId="urn:microsoft.com/office/officeart/2018/2/layout/IconVerticalSolidList"/>
    <dgm:cxn modelId="{9BBFF875-0EA6-4776-B41D-3C865485C0C0}" type="presOf" srcId="{CEFC9F86-1DE1-4603-B3D4-FEEB5E949236}" destId="{D9D9026E-1DBC-4D3C-8E0D-498BC73EF1F9}" srcOrd="0" destOrd="0" presId="urn:microsoft.com/office/officeart/2018/2/layout/IconVerticalSolidList"/>
    <dgm:cxn modelId="{BEE8E17E-E3FF-4898-B434-8B04D39BF507}" srcId="{050CA046-74BE-45CA-98F6-E57AD71299AE}" destId="{61622D16-8DEC-4ED9-B11F-76B7281B5D28}" srcOrd="3" destOrd="0" parTransId="{333E65FE-32E1-4D9F-A0D6-8A847B116A36}" sibTransId="{4F730FAD-8C46-408C-82ED-3FB50D0CF98F}"/>
    <dgm:cxn modelId="{C01CB485-90BC-479E-B503-4F48CCFBE378}" type="presOf" srcId="{3AD74404-3A52-4DE5-A5E7-53A84CA590E1}" destId="{90B8FD2E-A75D-439D-A01F-325729B81D40}" srcOrd="0" destOrd="0" presId="urn:microsoft.com/office/officeart/2018/2/layout/IconVerticalSolidList"/>
    <dgm:cxn modelId="{C39A9FCE-79E9-46BD-A2E1-F8E5D76F0589}" srcId="{050CA046-74BE-45CA-98F6-E57AD71299AE}" destId="{3AD74404-3A52-4DE5-A5E7-53A84CA590E1}" srcOrd="0" destOrd="0" parTransId="{5A0BC560-FBFB-49F5-88AB-DB0146E12BDA}" sibTransId="{CC27C66B-CC88-43CE-973D-57FD55BF9CA3}"/>
    <dgm:cxn modelId="{86E82ECF-2D98-465E-AD52-E15ADE1E7360}" srcId="{050CA046-74BE-45CA-98F6-E57AD71299AE}" destId="{E92EFDA8-7E5B-4115-A33B-CCD938FEF3A4}" srcOrd="2" destOrd="0" parTransId="{C343221E-665E-4533-A893-4907F743C4F2}" sibTransId="{440B623C-DCF7-4BC4-8C83-9A7E8770C763}"/>
    <dgm:cxn modelId="{D23EB2DA-A186-47D4-8983-38C80E408665}" srcId="{050CA046-74BE-45CA-98F6-E57AD71299AE}" destId="{902F6079-ADDC-4DED-8199-1F072DD5853D}" srcOrd="1" destOrd="0" parTransId="{1491632C-093A-489C-80F2-0BD229C181A0}" sibTransId="{2E026A03-FCB2-4C0B-BE9A-AB31883191E2}"/>
    <dgm:cxn modelId="{5E6F44E0-B765-409F-B075-4A6AA01C60A8}" type="presOf" srcId="{050CA046-74BE-45CA-98F6-E57AD71299AE}" destId="{FDA44E16-64FF-44E8-8846-12E2428B7CAA}" srcOrd="0" destOrd="0" presId="urn:microsoft.com/office/officeart/2018/2/layout/IconVerticalSolidList"/>
    <dgm:cxn modelId="{8F6E12EF-786E-466B-AFDD-0B608399D49D}" srcId="{050CA046-74BE-45CA-98F6-E57AD71299AE}" destId="{CEFC9F86-1DE1-4603-B3D4-FEEB5E949236}" srcOrd="4" destOrd="0" parTransId="{75B8DECB-0804-48C4-B138-98CDEF47E490}" sibTransId="{B310D71A-20C3-474E-A0A3-FDABEAF516AA}"/>
    <dgm:cxn modelId="{37ECF6EF-0153-477D-948A-207DC607052A}" type="presOf" srcId="{61622D16-8DEC-4ED9-B11F-76B7281B5D28}" destId="{87B53D77-C5EB-4B5C-A795-27D8CAC6C5B2}" srcOrd="0" destOrd="0" presId="urn:microsoft.com/office/officeart/2018/2/layout/IconVerticalSolidList"/>
    <dgm:cxn modelId="{3E7992FE-922F-421F-B875-76FE59463C7B}" type="presParOf" srcId="{FDA44E16-64FF-44E8-8846-12E2428B7CAA}" destId="{AD24054D-7003-4E37-AD42-5443309774E7}" srcOrd="0" destOrd="0" presId="urn:microsoft.com/office/officeart/2018/2/layout/IconVerticalSolidList"/>
    <dgm:cxn modelId="{D717EB41-DA1C-4FEC-98BF-11798B7131BB}" type="presParOf" srcId="{AD24054D-7003-4E37-AD42-5443309774E7}" destId="{76631340-B374-4810-85D9-4955EF0D3159}" srcOrd="0" destOrd="0" presId="urn:microsoft.com/office/officeart/2018/2/layout/IconVerticalSolidList"/>
    <dgm:cxn modelId="{8B3CB181-05D2-4F86-AFEC-02126CE97536}" type="presParOf" srcId="{AD24054D-7003-4E37-AD42-5443309774E7}" destId="{D7A74CAD-A741-4440-A7F1-A72B89DEB74F}" srcOrd="1" destOrd="0" presId="urn:microsoft.com/office/officeart/2018/2/layout/IconVerticalSolidList"/>
    <dgm:cxn modelId="{7D882C60-A3D1-4A62-832F-5F1CE229BF72}" type="presParOf" srcId="{AD24054D-7003-4E37-AD42-5443309774E7}" destId="{756537D7-0FF3-49DD-920C-B4140B965AFF}" srcOrd="2" destOrd="0" presId="urn:microsoft.com/office/officeart/2018/2/layout/IconVerticalSolidList"/>
    <dgm:cxn modelId="{8D7F4006-38EB-4955-838E-4C82D5115290}" type="presParOf" srcId="{AD24054D-7003-4E37-AD42-5443309774E7}" destId="{90B8FD2E-A75D-439D-A01F-325729B81D40}" srcOrd="3" destOrd="0" presId="urn:microsoft.com/office/officeart/2018/2/layout/IconVerticalSolidList"/>
    <dgm:cxn modelId="{A0DF0DE2-02AE-4517-8540-01F676326CAC}" type="presParOf" srcId="{FDA44E16-64FF-44E8-8846-12E2428B7CAA}" destId="{93225241-B3F3-4FA4-838A-A8774E0D6FB8}" srcOrd="1" destOrd="0" presId="urn:microsoft.com/office/officeart/2018/2/layout/IconVerticalSolidList"/>
    <dgm:cxn modelId="{2A9A9AAA-9B0A-440F-83D9-BF8933CEEB8E}" type="presParOf" srcId="{FDA44E16-64FF-44E8-8846-12E2428B7CAA}" destId="{0D1D10AC-4A01-444C-96CE-705BBAA8956E}" srcOrd="2" destOrd="0" presId="urn:microsoft.com/office/officeart/2018/2/layout/IconVerticalSolidList"/>
    <dgm:cxn modelId="{8D7459E0-183D-47A6-AA03-1415C8EE54C6}" type="presParOf" srcId="{0D1D10AC-4A01-444C-96CE-705BBAA8956E}" destId="{E4DE8C2D-7710-4635-8671-6B1A0BD19E75}" srcOrd="0" destOrd="0" presId="urn:microsoft.com/office/officeart/2018/2/layout/IconVerticalSolidList"/>
    <dgm:cxn modelId="{7F1AD307-1101-4988-9A56-41AD551769AA}" type="presParOf" srcId="{0D1D10AC-4A01-444C-96CE-705BBAA8956E}" destId="{5B0F5ED2-28A0-4340-AE9D-CDD40E227B7E}" srcOrd="1" destOrd="0" presId="urn:microsoft.com/office/officeart/2018/2/layout/IconVerticalSolidList"/>
    <dgm:cxn modelId="{40B05B3B-2F34-492F-A321-BF0B07326B82}" type="presParOf" srcId="{0D1D10AC-4A01-444C-96CE-705BBAA8956E}" destId="{A394EA6C-40CD-40D3-A176-737AFF6AEE9C}" srcOrd="2" destOrd="0" presId="urn:microsoft.com/office/officeart/2018/2/layout/IconVerticalSolidList"/>
    <dgm:cxn modelId="{DC7A49F2-E83F-4A6D-923F-BA78E3218092}" type="presParOf" srcId="{0D1D10AC-4A01-444C-96CE-705BBAA8956E}" destId="{5F196EB1-76F2-411C-8620-E5DE6827642A}" srcOrd="3" destOrd="0" presId="urn:microsoft.com/office/officeart/2018/2/layout/IconVerticalSolidList"/>
    <dgm:cxn modelId="{B0EBD939-D659-439B-9B97-B16C82D482A0}" type="presParOf" srcId="{FDA44E16-64FF-44E8-8846-12E2428B7CAA}" destId="{ABD67542-A17F-49E3-8C7C-14DEDA557ED8}" srcOrd="3" destOrd="0" presId="urn:microsoft.com/office/officeart/2018/2/layout/IconVerticalSolidList"/>
    <dgm:cxn modelId="{4FCEBF35-7883-4A05-AEA3-FCA13F0B30D7}" type="presParOf" srcId="{FDA44E16-64FF-44E8-8846-12E2428B7CAA}" destId="{5987CDFD-D7F3-4531-88AE-F93D54CA92C7}" srcOrd="4" destOrd="0" presId="urn:microsoft.com/office/officeart/2018/2/layout/IconVerticalSolidList"/>
    <dgm:cxn modelId="{B885B973-00D3-4D6A-8F8C-3B4EE3B7ECD3}" type="presParOf" srcId="{5987CDFD-D7F3-4531-88AE-F93D54CA92C7}" destId="{636AC0D2-911A-4BE0-8716-AADFAB9C58CC}" srcOrd="0" destOrd="0" presId="urn:microsoft.com/office/officeart/2018/2/layout/IconVerticalSolidList"/>
    <dgm:cxn modelId="{9B4C14D9-01CB-4CC0-971F-C44B74AD8413}" type="presParOf" srcId="{5987CDFD-D7F3-4531-88AE-F93D54CA92C7}" destId="{898BA49F-4CCF-4BF1-8D71-461960E3ABCF}" srcOrd="1" destOrd="0" presId="urn:microsoft.com/office/officeart/2018/2/layout/IconVerticalSolidList"/>
    <dgm:cxn modelId="{4AB32240-6C90-4429-924A-67964A737146}" type="presParOf" srcId="{5987CDFD-D7F3-4531-88AE-F93D54CA92C7}" destId="{D46FDCBF-AB2D-4860-B5E3-7DF8CD1E2EE6}" srcOrd="2" destOrd="0" presId="urn:microsoft.com/office/officeart/2018/2/layout/IconVerticalSolidList"/>
    <dgm:cxn modelId="{B59FE6B2-FF82-474B-8811-DFAC4E669FF8}" type="presParOf" srcId="{5987CDFD-D7F3-4531-88AE-F93D54CA92C7}" destId="{99BE9BE9-10E1-417C-9725-5E7547915DEF}" srcOrd="3" destOrd="0" presId="urn:microsoft.com/office/officeart/2018/2/layout/IconVerticalSolidList"/>
    <dgm:cxn modelId="{1015888F-1F69-4737-92DE-DA2A748669C1}" type="presParOf" srcId="{FDA44E16-64FF-44E8-8846-12E2428B7CAA}" destId="{502FD849-659F-4629-9CE8-CDE910A9E830}" srcOrd="5" destOrd="0" presId="urn:microsoft.com/office/officeart/2018/2/layout/IconVerticalSolidList"/>
    <dgm:cxn modelId="{D3459AAD-F31B-49EB-BE12-E208D5B5498A}" type="presParOf" srcId="{FDA44E16-64FF-44E8-8846-12E2428B7CAA}" destId="{FEDF8400-324B-4B55-AEB7-9878D2442D46}" srcOrd="6" destOrd="0" presId="urn:microsoft.com/office/officeart/2018/2/layout/IconVerticalSolidList"/>
    <dgm:cxn modelId="{22FF3C39-5BC0-48E8-98F5-149C045E601E}" type="presParOf" srcId="{FEDF8400-324B-4B55-AEB7-9878D2442D46}" destId="{58C6A82D-EAE4-40CB-9ECC-B9B40E07E538}" srcOrd="0" destOrd="0" presId="urn:microsoft.com/office/officeart/2018/2/layout/IconVerticalSolidList"/>
    <dgm:cxn modelId="{08ABFAED-E0E6-491B-BCEA-A4CD520EFE14}" type="presParOf" srcId="{FEDF8400-324B-4B55-AEB7-9878D2442D46}" destId="{792AE432-8873-4675-BE5D-D90CC3393C35}" srcOrd="1" destOrd="0" presId="urn:microsoft.com/office/officeart/2018/2/layout/IconVerticalSolidList"/>
    <dgm:cxn modelId="{A857AFAD-56ED-47FF-9430-850F0A69CD53}" type="presParOf" srcId="{FEDF8400-324B-4B55-AEB7-9878D2442D46}" destId="{F0BB3F17-2FB7-42CA-B6DD-836FED567B28}" srcOrd="2" destOrd="0" presId="urn:microsoft.com/office/officeart/2018/2/layout/IconVerticalSolidList"/>
    <dgm:cxn modelId="{C85D4873-CE27-436B-BA26-33D4B61B06EB}" type="presParOf" srcId="{FEDF8400-324B-4B55-AEB7-9878D2442D46}" destId="{87B53D77-C5EB-4B5C-A795-27D8CAC6C5B2}" srcOrd="3" destOrd="0" presId="urn:microsoft.com/office/officeart/2018/2/layout/IconVerticalSolidList"/>
    <dgm:cxn modelId="{BF268E4F-B58A-4A1E-9A8B-37EB82CF59BF}" type="presParOf" srcId="{FDA44E16-64FF-44E8-8846-12E2428B7CAA}" destId="{9603F3F4-01BC-4715-9569-A3DADA2CF25B}" srcOrd="7" destOrd="0" presId="urn:microsoft.com/office/officeart/2018/2/layout/IconVerticalSolidList"/>
    <dgm:cxn modelId="{B5A74493-F6D4-4B7E-A52B-4E9033E6BA01}" type="presParOf" srcId="{FDA44E16-64FF-44E8-8846-12E2428B7CAA}" destId="{5334C60A-51CC-4078-9EE8-7D8A248727C9}" srcOrd="8" destOrd="0" presId="urn:microsoft.com/office/officeart/2018/2/layout/IconVerticalSolidList"/>
    <dgm:cxn modelId="{241EAB6E-7D1B-4E61-8158-0F736966ED36}" type="presParOf" srcId="{5334C60A-51CC-4078-9EE8-7D8A248727C9}" destId="{2F079509-C13C-49AB-B9AA-0D58F040392F}" srcOrd="0" destOrd="0" presId="urn:microsoft.com/office/officeart/2018/2/layout/IconVerticalSolidList"/>
    <dgm:cxn modelId="{B0E38500-A6DA-461C-BDE4-E7974B370BCF}" type="presParOf" srcId="{5334C60A-51CC-4078-9EE8-7D8A248727C9}" destId="{56555764-BDEB-40D8-9B2F-71CB6B043B48}" srcOrd="1" destOrd="0" presId="urn:microsoft.com/office/officeart/2018/2/layout/IconVerticalSolidList"/>
    <dgm:cxn modelId="{04419A34-72A6-4DC1-BDB4-24076D87C1A0}" type="presParOf" srcId="{5334C60A-51CC-4078-9EE8-7D8A248727C9}" destId="{E58983EC-98D6-4F08-B42A-15B37D9D1709}" srcOrd="2" destOrd="0" presId="urn:microsoft.com/office/officeart/2018/2/layout/IconVerticalSolidList"/>
    <dgm:cxn modelId="{CA7C015F-A240-4461-B778-3011A26CB029}" type="presParOf" srcId="{5334C60A-51CC-4078-9EE8-7D8A248727C9}" destId="{D9D9026E-1DBC-4D3C-8E0D-498BC73EF1F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6.xml><?xml version="1.0" encoding="utf-8"?>
<dgm:dataModel xmlns:dgm="http://schemas.openxmlformats.org/drawingml/2006/diagram" xmlns:a="http://schemas.openxmlformats.org/drawingml/2006/main">
  <dgm:ptLst>
    <dgm:pt modelId="{7EFC91AE-4519-4B6F-8F1C-3F97E8CFB376}" type="doc">
      <dgm:prSet loTypeId="urn:microsoft.com/office/officeart/2005/8/layout/vList2" loCatId="list" qsTypeId="urn:microsoft.com/office/officeart/2005/8/quickstyle/simple4" qsCatId="simple" csTypeId="urn:microsoft.com/office/officeart/2005/8/colors/colorful3" csCatId="colorful"/>
      <dgm:spPr/>
      <dgm:t>
        <a:bodyPr/>
        <a:lstStyle/>
        <a:p>
          <a:endParaRPr lang="en-US"/>
        </a:p>
      </dgm:t>
    </dgm:pt>
    <dgm:pt modelId="{F9C92F90-C911-422D-A129-59068049A901}">
      <dgm:prSet/>
      <dgm:spPr/>
      <dgm:t>
        <a:bodyPr/>
        <a:lstStyle/>
        <a:p>
          <a:r>
            <a:rPr lang="en-US" b="1" dirty="0"/>
            <a:t>Change Tracking (CT):</a:t>
          </a:r>
          <a:r>
            <a:rPr lang="en-US" dirty="0"/>
            <a:t> Sync capture, system tables (minimal), row identifier only, pull-based, immediate availability</a:t>
          </a:r>
        </a:p>
      </dgm:t>
    </dgm:pt>
    <dgm:pt modelId="{1A917C4B-37AA-40E4-9480-316C60C759AC}" type="parTrans" cxnId="{51F82572-3BF4-4E85-B6C1-C206B86F8C83}">
      <dgm:prSet/>
      <dgm:spPr/>
      <dgm:t>
        <a:bodyPr/>
        <a:lstStyle/>
        <a:p>
          <a:endParaRPr lang="en-US"/>
        </a:p>
      </dgm:t>
    </dgm:pt>
    <dgm:pt modelId="{555E8B58-17ED-47CC-8FDE-FC2283D7941C}" type="sibTrans" cxnId="{51F82572-3BF4-4E85-B6C1-C206B86F8C83}">
      <dgm:prSet/>
      <dgm:spPr/>
      <dgm:t>
        <a:bodyPr/>
        <a:lstStyle/>
        <a:p>
          <a:endParaRPr lang="en-US"/>
        </a:p>
      </dgm:t>
    </dgm:pt>
    <dgm:pt modelId="{CA86ED82-0FFA-411D-823C-932BCC391476}">
      <dgm:prSet/>
      <dgm:spPr/>
      <dgm:t>
        <a:bodyPr/>
        <a:lstStyle/>
        <a:p>
          <a:r>
            <a:rPr lang="en-US" b="1"/>
            <a:t>Change Data Capture (CDC):</a:t>
          </a:r>
          <a:r>
            <a:rPr lang="en-US"/>
            <a:t> Async from log, system tables (extra logging), row identifier + data, pull-based, near-real-time, requires SQL Agent</a:t>
          </a:r>
        </a:p>
      </dgm:t>
    </dgm:pt>
    <dgm:pt modelId="{8A7A2DD8-F74C-4A3E-ACCF-175823237254}" type="parTrans" cxnId="{D6BA91C4-86E0-4F55-B983-6DEB71DFA3DB}">
      <dgm:prSet/>
      <dgm:spPr/>
      <dgm:t>
        <a:bodyPr/>
        <a:lstStyle/>
        <a:p>
          <a:endParaRPr lang="en-US"/>
        </a:p>
      </dgm:t>
    </dgm:pt>
    <dgm:pt modelId="{E03058BB-6751-45DB-AC2C-B0A1286DEA61}" type="sibTrans" cxnId="{D6BA91C4-86E0-4F55-B983-6DEB71DFA3DB}">
      <dgm:prSet/>
      <dgm:spPr/>
      <dgm:t>
        <a:bodyPr/>
        <a:lstStyle/>
        <a:p>
          <a:endParaRPr lang="en-US"/>
        </a:p>
      </dgm:t>
    </dgm:pt>
    <dgm:pt modelId="{5EBF0A04-50DA-408A-B49C-BBF820E939E2}">
      <dgm:prSet/>
      <dgm:spPr/>
      <dgm:t>
        <a:bodyPr/>
        <a:lstStyle/>
        <a:p>
          <a:r>
            <a:rPr lang="en-US" b="1"/>
            <a:t>Change Event Streaming (CES):</a:t>
          </a:r>
          <a:r>
            <a:rPr lang="en-US"/>
            <a:t> Async from log, event stream ("IO-less"), row identifier + data + DDL, push-based, near-real-time</a:t>
          </a:r>
        </a:p>
      </dgm:t>
    </dgm:pt>
    <dgm:pt modelId="{1ECEC3C9-2841-48E2-AE43-76A1DAF201E9}" type="parTrans" cxnId="{5D0DE427-D171-4BF6-8529-12F5695BD86D}">
      <dgm:prSet/>
      <dgm:spPr/>
      <dgm:t>
        <a:bodyPr/>
        <a:lstStyle/>
        <a:p>
          <a:endParaRPr lang="en-US"/>
        </a:p>
      </dgm:t>
    </dgm:pt>
    <dgm:pt modelId="{84CDA564-BB7C-46BA-B553-C2A8C32F92F3}" type="sibTrans" cxnId="{5D0DE427-D171-4BF6-8529-12F5695BD86D}">
      <dgm:prSet/>
      <dgm:spPr/>
      <dgm:t>
        <a:bodyPr/>
        <a:lstStyle/>
        <a:p>
          <a:endParaRPr lang="en-US"/>
        </a:p>
      </dgm:t>
    </dgm:pt>
    <dgm:pt modelId="{5DD7691E-6313-F441-9E93-2C5BA6D5E4BC}" type="pres">
      <dgm:prSet presAssocID="{7EFC91AE-4519-4B6F-8F1C-3F97E8CFB376}" presName="linear" presStyleCnt="0">
        <dgm:presLayoutVars>
          <dgm:animLvl val="lvl"/>
          <dgm:resizeHandles val="exact"/>
        </dgm:presLayoutVars>
      </dgm:prSet>
      <dgm:spPr/>
    </dgm:pt>
    <dgm:pt modelId="{6254D264-446A-6345-B24A-75B487E0823D}" type="pres">
      <dgm:prSet presAssocID="{F9C92F90-C911-422D-A129-59068049A901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B8EB10C9-7AB5-5F4E-8083-BC7E55626BD5}" type="pres">
      <dgm:prSet presAssocID="{555E8B58-17ED-47CC-8FDE-FC2283D7941C}" presName="spacer" presStyleCnt="0"/>
      <dgm:spPr/>
    </dgm:pt>
    <dgm:pt modelId="{DD94DCD6-A930-A042-BA89-B00517D7DC2E}" type="pres">
      <dgm:prSet presAssocID="{CA86ED82-0FFA-411D-823C-932BCC391476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3796FE8C-5BF5-204B-9F57-1D7552CECE78}" type="pres">
      <dgm:prSet presAssocID="{E03058BB-6751-45DB-AC2C-B0A1286DEA61}" presName="spacer" presStyleCnt="0"/>
      <dgm:spPr/>
    </dgm:pt>
    <dgm:pt modelId="{3928CA9E-46E0-224D-9036-52FCBE2EBB22}" type="pres">
      <dgm:prSet presAssocID="{5EBF0A04-50DA-408A-B49C-BBF820E939E2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14FF240E-7071-4B46-A01E-20C86EE62886}" type="presOf" srcId="{7EFC91AE-4519-4B6F-8F1C-3F97E8CFB376}" destId="{5DD7691E-6313-F441-9E93-2C5BA6D5E4BC}" srcOrd="0" destOrd="0" presId="urn:microsoft.com/office/officeart/2005/8/layout/vList2"/>
    <dgm:cxn modelId="{F8FA2422-C417-FC4F-812C-C7685C3844B4}" type="presOf" srcId="{F9C92F90-C911-422D-A129-59068049A901}" destId="{6254D264-446A-6345-B24A-75B487E0823D}" srcOrd="0" destOrd="0" presId="urn:microsoft.com/office/officeart/2005/8/layout/vList2"/>
    <dgm:cxn modelId="{5D0DE427-D171-4BF6-8529-12F5695BD86D}" srcId="{7EFC91AE-4519-4B6F-8F1C-3F97E8CFB376}" destId="{5EBF0A04-50DA-408A-B49C-BBF820E939E2}" srcOrd="2" destOrd="0" parTransId="{1ECEC3C9-2841-48E2-AE43-76A1DAF201E9}" sibTransId="{84CDA564-BB7C-46BA-B553-C2A8C32F92F3}"/>
    <dgm:cxn modelId="{51F82572-3BF4-4E85-B6C1-C206B86F8C83}" srcId="{7EFC91AE-4519-4B6F-8F1C-3F97E8CFB376}" destId="{F9C92F90-C911-422D-A129-59068049A901}" srcOrd="0" destOrd="0" parTransId="{1A917C4B-37AA-40E4-9480-316C60C759AC}" sibTransId="{555E8B58-17ED-47CC-8FDE-FC2283D7941C}"/>
    <dgm:cxn modelId="{291EB5A7-6A06-A046-8534-9BFD22F88D29}" type="presOf" srcId="{5EBF0A04-50DA-408A-B49C-BBF820E939E2}" destId="{3928CA9E-46E0-224D-9036-52FCBE2EBB22}" srcOrd="0" destOrd="0" presId="urn:microsoft.com/office/officeart/2005/8/layout/vList2"/>
    <dgm:cxn modelId="{DF732FB0-E63B-7A45-9E6C-CB138D2B9946}" type="presOf" srcId="{CA86ED82-0FFA-411D-823C-932BCC391476}" destId="{DD94DCD6-A930-A042-BA89-B00517D7DC2E}" srcOrd="0" destOrd="0" presId="urn:microsoft.com/office/officeart/2005/8/layout/vList2"/>
    <dgm:cxn modelId="{D6BA91C4-86E0-4F55-B983-6DEB71DFA3DB}" srcId="{7EFC91AE-4519-4B6F-8F1C-3F97E8CFB376}" destId="{CA86ED82-0FFA-411D-823C-932BCC391476}" srcOrd="1" destOrd="0" parTransId="{8A7A2DD8-F74C-4A3E-ACCF-175823237254}" sibTransId="{E03058BB-6751-45DB-AC2C-B0A1286DEA61}"/>
    <dgm:cxn modelId="{F58ADFDC-C7CB-D441-AA25-0F941D25D62C}" type="presParOf" srcId="{5DD7691E-6313-F441-9E93-2C5BA6D5E4BC}" destId="{6254D264-446A-6345-B24A-75B487E0823D}" srcOrd="0" destOrd="0" presId="urn:microsoft.com/office/officeart/2005/8/layout/vList2"/>
    <dgm:cxn modelId="{1E9F75FE-5C4E-DE43-8C38-DB7E79DF6162}" type="presParOf" srcId="{5DD7691E-6313-F441-9E93-2C5BA6D5E4BC}" destId="{B8EB10C9-7AB5-5F4E-8083-BC7E55626BD5}" srcOrd="1" destOrd="0" presId="urn:microsoft.com/office/officeart/2005/8/layout/vList2"/>
    <dgm:cxn modelId="{7C23EB6A-B7FC-8D4C-93E1-606F10769C35}" type="presParOf" srcId="{5DD7691E-6313-F441-9E93-2C5BA6D5E4BC}" destId="{DD94DCD6-A930-A042-BA89-B00517D7DC2E}" srcOrd="2" destOrd="0" presId="urn:microsoft.com/office/officeart/2005/8/layout/vList2"/>
    <dgm:cxn modelId="{A75CD30E-99FD-A142-A882-D7DC03FE791F}" type="presParOf" srcId="{5DD7691E-6313-F441-9E93-2C5BA6D5E4BC}" destId="{3796FE8C-5BF5-204B-9F57-1D7552CECE78}" srcOrd="3" destOrd="0" presId="urn:microsoft.com/office/officeart/2005/8/layout/vList2"/>
    <dgm:cxn modelId="{5199870B-42C3-5D45-AF92-94ACB65EEA89}" type="presParOf" srcId="{5DD7691E-6313-F441-9E93-2C5BA6D5E4BC}" destId="{3928CA9E-46E0-224D-9036-52FCBE2EBB22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7.xml><?xml version="1.0" encoding="utf-8"?>
<dgm:dataModel xmlns:dgm="http://schemas.openxmlformats.org/drawingml/2006/diagram" xmlns:a="http://schemas.openxmlformats.org/drawingml/2006/main">
  <dgm:ptLst>
    <dgm:pt modelId="{6319EF0D-A672-4BD3-9541-0AE69E30D440}" type="doc">
      <dgm:prSet loTypeId="urn:microsoft.com/office/officeart/2008/layout/LinedList" loCatId="list" qsTypeId="urn:microsoft.com/office/officeart/2005/8/quickstyle/simple1" qsCatId="simple" csTypeId="urn:microsoft.com/office/officeart/2005/8/colors/colorful3" csCatId="colorful"/>
      <dgm:spPr/>
      <dgm:t>
        <a:bodyPr/>
        <a:lstStyle/>
        <a:p>
          <a:endParaRPr lang="en-US"/>
        </a:p>
      </dgm:t>
    </dgm:pt>
    <dgm:pt modelId="{8876346A-7ECE-4DFC-83CF-172F1CBBBC11}">
      <dgm:prSet/>
      <dgm:spPr/>
      <dgm:t>
        <a:bodyPr/>
        <a:lstStyle/>
        <a:p>
          <a:r>
            <a:rPr lang="en-US" b="1" dirty="0"/>
            <a:t>Change Tracking (CT):</a:t>
          </a:r>
          <a:r>
            <a:rPr lang="en-US" dirty="0"/>
            <a:t> Sync capture, system tables (minimal), row identifier only, pull-based, immediate availability</a:t>
          </a:r>
        </a:p>
      </dgm:t>
    </dgm:pt>
    <dgm:pt modelId="{E30E64A9-A0F1-4E22-9D89-A904A77D5034}" type="parTrans" cxnId="{E5C72FE2-7D0E-447A-B6A8-224304666E75}">
      <dgm:prSet/>
      <dgm:spPr/>
      <dgm:t>
        <a:bodyPr/>
        <a:lstStyle/>
        <a:p>
          <a:endParaRPr lang="en-US"/>
        </a:p>
      </dgm:t>
    </dgm:pt>
    <dgm:pt modelId="{1D9B0799-D3A4-4106-97BF-B085C562776F}" type="sibTrans" cxnId="{E5C72FE2-7D0E-447A-B6A8-224304666E75}">
      <dgm:prSet/>
      <dgm:spPr/>
      <dgm:t>
        <a:bodyPr/>
        <a:lstStyle/>
        <a:p>
          <a:endParaRPr lang="en-US"/>
        </a:p>
      </dgm:t>
    </dgm:pt>
    <dgm:pt modelId="{4245C3B1-CA13-45F5-9F39-0E018CEFD660}">
      <dgm:prSet/>
      <dgm:spPr/>
      <dgm:t>
        <a:bodyPr/>
        <a:lstStyle/>
        <a:p>
          <a:r>
            <a:rPr lang="en-US" b="1"/>
            <a:t>Change Data Capture (CDC):</a:t>
          </a:r>
          <a:r>
            <a:rPr lang="en-US"/>
            <a:t> Async from log, system tables (extra logging), row identifier + data, pull-based, near-real-time, requires SQL Agent</a:t>
          </a:r>
        </a:p>
      </dgm:t>
    </dgm:pt>
    <dgm:pt modelId="{A0E93A9C-123C-4DCB-BB58-25F63D04FCB8}" type="parTrans" cxnId="{A31D6BEA-6820-4DF9-A2DD-2455D801956F}">
      <dgm:prSet/>
      <dgm:spPr/>
      <dgm:t>
        <a:bodyPr/>
        <a:lstStyle/>
        <a:p>
          <a:endParaRPr lang="en-US"/>
        </a:p>
      </dgm:t>
    </dgm:pt>
    <dgm:pt modelId="{C5475422-7740-4325-87C1-ED7B30034BF5}" type="sibTrans" cxnId="{A31D6BEA-6820-4DF9-A2DD-2455D801956F}">
      <dgm:prSet/>
      <dgm:spPr/>
      <dgm:t>
        <a:bodyPr/>
        <a:lstStyle/>
        <a:p>
          <a:endParaRPr lang="en-US"/>
        </a:p>
      </dgm:t>
    </dgm:pt>
    <dgm:pt modelId="{6B0F659D-CAF6-43FA-95B7-BBB42A3F62D4}">
      <dgm:prSet/>
      <dgm:spPr/>
      <dgm:t>
        <a:bodyPr/>
        <a:lstStyle/>
        <a:p>
          <a:r>
            <a:rPr lang="en-US" b="1"/>
            <a:t>Change Event Streaming (CES):</a:t>
          </a:r>
          <a:r>
            <a:rPr lang="en-US"/>
            <a:t> Async from log, event stream ("IO-less"), row identifier + data + DDL, push-based, near-real-time</a:t>
          </a:r>
        </a:p>
      </dgm:t>
    </dgm:pt>
    <dgm:pt modelId="{1F85EF28-66AE-4B75-B65F-52A30EEB0F42}" type="parTrans" cxnId="{1E787BDD-DEE4-4F15-93E7-0C0FDBED34B3}">
      <dgm:prSet/>
      <dgm:spPr/>
      <dgm:t>
        <a:bodyPr/>
        <a:lstStyle/>
        <a:p>
          <a:endParaRPr lang="en-US"/>
        </a:p>
      </dgm:t>
    </dgm:pt>
    <dgm:pt modelId="{265EAFDE-4954-4A37-97CC-15023F2098FC}" type="sibTrans" cxnId="{1E787BDD-DEE4-4F15-93E7-0C0FDBED34B3}">
      <dgm:prSet/>
      <dgm:spPr/>
      <dgm:t>
        <a:bodyPr/>
        <a:lstStyle/>
        <a:p>
          <a:endParaRPr lang="en-US"/>
        </a:p>
      </dgm:t>
    </dgm:pt>
    <dgm:pt modelId="{861DA058-A030-9C4B-9CD5-05627E640BB6}" type="pres">
      <dgm:prSet presAssocID="{6319EF0D-A672-4BD3-9541-0AE69E30D440}" presName="vert0" presStyleCnt="0">
        <dgm:presLayoutVars>
          <dgm:dir/>
          <dgm:animOne val="branch"/>
          <dgm:animLvl val="lvl"/>
        </dgm:presLayoutVars>
      </dgm:prSet>
      <dgm:spPr/>
    </dgm:pt>
    <dgm:pt modelId="{77D58F2F-A003-244F-85A4-99EE84D39E3D}" type="pres">
      <dgm:prSet presAssocID="{8876346A-7ECE-4DFC-83CF-172F1CBBBC11}" presName="thickLine" presStyleLbl="alignNode1" presStyleIdx="0" presStyleCnt="3"/>
      <dgm:spPr/>
    </dgm:pt>
    <dgm:pt modelId="{860A800F-1B0A-344A-AE1F-1D9600FD843F}" type="pres">
      <dgm:prSet presAssocID="{8876346A-7ECE-4DFC-83CF-172F1CBBBC11}" presName="horz1" presStyleCnt="0"/>
      <dgm:spPr/>
    </dgm:pt>
    <dgm:pt modelId="{2B60BED6-5660-E94A-B4CF-419CECAF4068}" type="pres">
      <dgm:prSet presAssocID="{8876346A-7ECE-4DFC-83CF-172F1CBBBC11}" presName="tx1" presStyleLbl="revTx" presStyleIdx="0" presStyleCnt="3"/>
      <dgm:spPr/>
    </dgm:pt>
    <dgm:pt modelId="{A7FC04C9-7093-7D44-AF5B-C34F4A706F9E}" type="pres">
      <dgm:prSet presAssocID="{8876346A-7ECE-4DFC-83CF-172F1CBBBC11}" presName="vert1" presStyleCnt="0"/>
      <dgm:spPr/>
    </dgm:pt>
    <dgm:pt modelId="{ED829823-301F-F24B-B5CA-1A45858520CB}" type="pres">
      <dgm:prSet presAssocID="{4245C3B1-CA13-45F5-9F39-0E018CEFD660}" presName="thickLine" presStyleLbl="alignNode1" presStyleIdx="1" presStyleCnt="3"/>
      <dgm:spPr/>
    </dgm:pt>
    <dgm:pt modelId="{64A0987F-6BF0-CD4C-9E3B-75C945C7C0B5}" type="pres">
      <dgm:prSet presAssocID="{4245C3B1-CA13-45F5-9F39-0E018CEFD660}" presName="horz1" presStyleCnt="0"/>
      <dgm:spPr/>
    </dgm:pt>
    <dgm:pt modelId="{1FDF00AF-854A-B547-9E37-56930E662AE6}" type="pres">
      <dgm:prSet presAssocID="{4245C3B1-CA13-45F5-9F39-0E018CEFD660}" presName="tx1" presStyleLbl="revTx" presStyleIdx="1" presStyleCnt="3"/>
      <dgm:spPr/>
    </dgm:pt>
    <dgm:pt modelId="{86EACA98-2A22-5446-9B2E-AB06246CE161}" type="pres">
      <dgm:prSet presAssocID="{4245C3B1-CA13-45F5-9F39-0E018CEFD660}" presName="vert1" presStyleCnt="0"/>
      <dgm:spPr/>
    </dgm:pt>
    <dgm:pt modelId="{7EDE6915-EC77-2449-80D5-39EE0498E160}" type="pres">
      <dgm:prSet presAssocID="{6B0F659D-CAF6-43FA-95B7-BBB42A3F62D4}" presName="thickLine" presStyleLbl="alignNode1" presStyleIdx="2" presStyleCnt="3"/>
      <dgm:spPr/>
    </dgm:pt>
    <dgm:pt modelId="{28DE834C-0302-D342-9A18-81F8841EE1D5}" type="pres">
      <dgm:prSet presAssocID="{6B0F659D-CAF6-43FA-95B7-BBB42A3F62D4}" presName="horz1" presStyleCnt="0"/>
      <dgm:spPr/>
    </dgm:pt>
    <dgm:pt modelId="{7845A621-42F3-044A-9049-816AAF8925BF}" type="pres">
      <dgm:prSet presAssocID="{6B0F659D-CAF6-43FA-95B7-BBB42A3F62D4}" presName="tx1" presStyleLbl="revTx" presStyleIdx="2" presStyleCnt="3"/>
      <dgm:spPr/>
    </dgm:pt>
    <dgm:pt modelId="{B43256F4-50D7-1A4B-83A8-733A8B394160}" type="pres">
      <dgm:prSet presAssocID="{6B0F659D-CAF6-43FA-95B7-BBB42A3F62D4}" presName="vert1" presStyleCnt="0"/>
      <dgm:spPr/>
    </dgm:pt>
  </dgm:ptLst>
  <dgm:cxnLst>
    <dgm:cxn modelId="{992D195B-B21A-DA48-A102-C8D3075A96E7}" type="presOf" srcId="{8876346A-7ECE-4DFC-83CF-172F1CBBBC11}" destId="{2B60BED6-5660-E94A-B4CF-419CECAF4068}" srcOrd="0" destOrd="0" presId="urn:microsoft.com/office/officeart/2008/layout/LinedList"/>
    <dgm:cxn modelId="{5BC69A87-EAD6-3841-A78D-5E47107E8A6E}" type="presOf" srcId="{6319EF0D-A672-4BD3-9541-0AE69E30D440}" destId="{861DA058-A030-9C4B-9CD5-05627E640BB6}" srcOrd="0" destOrd="0" presId="urn:microsoft.com/office/officeart/2008/layout/LinedList"/>
    <dgm:cxn modelId="{141843AC-0F45-AD45-8F14-A720CE11BFAF}" type="presOf" srcId="{6B0F659D-CAF6-43FA-95B7-BBB42A3F62D4}" destId="{7845A621-42F3-044A-9049-816AAF8925BF}" srcOrd="0" destOrd="0" presId="urn:microsoft.com/office/officeart/2008/layout/LinedList"/>
    <dgm:cxn modelId="{C0BECEBA-5E4B-D349-8607-901C1D2F4352}" type="presOf" srcId="{4245C3B1-CA13-45F5-9F39-0E018CEFD660}" destId="{1FDF00AF-854A-B547-9E37-56930E662AE6}" srcOrd="0" destOrd="0" presId="urn:microsoft.com/office/officeart/2008/layout/LinedList"/>
    <dgm:cxn modelId="{1E787BDD-DEE4-4F15-93E7-0C0FDBED34B3}" srcId="{6319EF0D-A672-4BD3-9541-0AE69E30D440}" destId="{6B0F659D-CAF6-43FA-95B7-BBB42A3F62D4}" srcOrd="2" destOrd="0" parTransId="{1F85EF28-66AE-4B75-B65F-52A30EEB0F42}" sibTransId="{265EAFDE-4954-4A37-97CC-15023F2098FC}"/>
    <dgm:cxn modelId="{E5C72FE2-7D0E-447A-B6A8-224304666E75}" srcId="{6319EF0D-A672-4BD3-9541-0AE69E30D440}" destId="{8876346A-7ECE-4DFC-83CF-172F1CBBBC11}" srcOrd="0" destOrd="0" parTransId="{E30E64A9-A0F1-4E22-9D89-A904A77D5034}" sibTransId="{1D9B0799-D3A4-4106-97BF-B085C562776F}"/>
    <dgm:cxn modelId="{A31D6BEA-6820-4DF9-A2DD-2455D801956F}" srcId="{6319EF0D-A672-4BD3-9541-0AE69E30D440}" destId="{4245C3B1-CA13-45F5-9F39-0E018CEFD660}" srcOrd="1" destOrd="0" parTransId="{A0E93A9C-123C-4DCB-BB58-25F63D04FCB8}" sibTransId="{C5475422-7740-4325-87C1-ED7B30034BF5}"/>
    <dgm:cxn modelId="{018250DB-4DA6-E348-AB57-A7FE930291CC}" type="presParOf" srcId="{861DA058-A030-9C4B-9CD5-05627E640BB6}" destId="{77D58F2F-A003-244F-85A4-99EE84D39E3D}" srcOrd="0" destOrd="0" presId="urn:microsoft.com/office/officeart/2008/layout/LinedList"/>
    <dgm:cxn modelId="{840523E9-ACD4-C34F-9EBB-CD52CF0C5439}" type="presParOf" srcId="{861DA058-A030-9C4B-9CD5-05627E640BB6}" destId="{860A800F-1B0A-344A-AE1F-1D9600FD843F}" srcOrd="1" destOrd="0" presId="urn:microsoft.com/office/officeart/2008/layout/LinedList"/>
    <dgm:cxn modelId="{6F9909DA-932E-A446-A218-F787AFCDA275}" type="presParOf" srcId="{860A800F-1B0A-344A-AE1F-1D9600FD843F}" destId="{2B60BED6-5660-E94A-B4CF-419CECAF4068}" srcOrd="0" destOrd="0" presId="urn:microsoft.com/office/officeart/2008/layout/LinedList"/>
    <dgm:cxn modelId="{16D5CB36-ACCD-E640-ABF4-8036AC431EF3}" type="presParOf" srcId="{860A800F-1B0A-344A-AE1F-1D9600FD843F}" destId="{A7FC04C9-7093-7D44-AF5B-C34F4A706F9E}" srcOrd="1" destOrd="0" presId="urn:microsoft.com/office/officeart/2008/layout/LinedList"/>
    <dgm:cxn modelId="{2B3E2FD5-0127-B84D-AB89-A2EE8EAFA42C}" type="presParOf" srcId="{861DA058-A030-9C4B-9CD5-05627E640BB6}" destId="{ED829823-301F-F24B-B5CA-1A45858520CB}" srcOrd="2" destOrd="0" presId="urn:microsoft.com/office/officeart/2008/layout/LinedList"/>
    <dgm:cxn modelId="{6572C342-5532-5745-B96C-BF9216B7B3C3}" type="presParOf" srcId="{861DA058-A030-9C4B-9CD5-05627E640BB6}" destId="{64A0987F-6BF0-CD4C-9E3B-75C945C7C0B5}" srcOrd="3" destOrd="0" presId="urn:microsoft.com/office/officeart/2008/layout/LinedList"/>
    <dgm:cxn modelId="{A0AAE336-4969-4D4F-A3AA-8B95F3E39936}" type="presParOf" srcId="{64A0987F-6BF0-CD4C-9E3B-75C945C7C0B5}" destId="{1FDF00AF-854A-B547-9E37-56930E662AE6}" srcOrd="0" destOrd="0" presId="urn:microsoft.com/office/officeart/2008/layout/LinedList"/>
    <dgm:cxn modelId="{C77B2596-438A-FE43-A427-E69394BE8C42}" type="presParOf" srcId="{64A0987F-6BF0-CD4C-9E3B-75C945C7C0B5}" destId="{86EACA98-2A22-5446-9B2E-AB06246CE161}" srcOrd="1" destOrd="0" presId="urn:microsoft.com/office/officeart/2008/layout/LinedList"/>
    <dgm:cxn modelId="{26BFEDD2-2A4A-1D4D-8937-424B3B48BAFA}" type="presParOf" srcId="{861DA058-A030-9C4B-9CD5-05627E640BB6}" destId="{7EDE6915-EC77-2449-80D5-39EE0498E160}" srcOrd="4" destOrd="0" presId="urn:microsoft.com/office/officeart/2008/layout/LinedList"/>
    <dgm:cxn modelId="{80EB49FE-DF87-1C49-9A4F-1C7E2967E108}" type="presParOf" srcId="{861DA058-A030-9C4B-9CD5-05627E640BB6}" destId="{28DE834C-0302-D342-9A18-81F8841EE1D5}" srcOrd="5" destOrd="0" presId="urn:microsoft.com/office/officeart/2008/layout/LinedList"/>
    <dgm:cxn modelId="{625DCD27-69DC-6440-98E4-3FEA75E3109D}" type="presParOf" srcId="{28DE834C-0302-D342-9A18-81F8841EE1D5}" destId="{7845A621-42F3-044A-9049-816AAF8925BF}" srcOrd="0" destOrd="0" presId="urn:microsoft.com/office/officeart/2008/layout/LinedList"/>
    <dgm:cxn modelId="{7755AC2C-50AB-F24A-96EE-19B401EC27CD}" type="presParOf" srcId="{28DE834C-0302-D342-9A18-81F8841EE1D5}" destId="{B43256F4-50D7-1A4B-83A8-733A8B39416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8.xml><?xml version="1.0" encoding="utf-8"?>
<dgm:dataModel xmlns:dgm="http://schemas.openxmlformats.org/drawingml/2006/diagram" xmlns:a="http://schemas.openxmlformats.org/drawingml/2006/main">
  <dgm:ptLst>
    <dgm:pt modelId="{E36764C6-C7EB-40BD-84D9-8CF342757555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D9E7E3A-93CF-4204-92BE-983F44447E9F}">
      <dgm:prSet/>
      <dgm:spPr/>
      <dgm:t>
        <a:bodyPr/>
        <a:lstStyle/>
        <a:p>
          <a:r>
            <a:rPr lang="en-US" b="1"/>
            <a:t>CT:</a:t>
          </a:r>
          <a:r>
            <a:rPr lang="en-US"/>
            <a:t> Cache invalidation, sync scenarios</a:t>
          </a:r>
        </a:p>
      </dgm:t>
    </dgm:pt>
    <dgm:pt modelId="{702E24D6-1F95-4B9C-A08D-53452DA54F4A}" type="parTrans" cxnId="{96D92DA1-F11E-4AF4-9CA4-9EFB8B549C21}">
      <dgm:prSet/>
      <dgm:spPr/>
      <dgm:t>
        <a:bodyPr/>
        <a:lstStyle/>
        <a:p>
          <a:endParaRPr lang="en-US"/>
        </a:p>
      </dgm:t>
    </dgm:pt>
    <dgm:pt modelId="{06AA59E8-C9F0-44B8-8164-D53A68ECB0E5}" type="sibTrans" cxnId="{96D92DA1-F11E-4AF4-9CA4-9EFB8B549C21}">
      <dgm:prSet/>
      <dgm:spPr/>
      <dgm:t>
        <a:bodyPr/>
        <a:lstStyle/>
        <a:p>
          <a:endParaRPr lang="en-US"/>
        </a:p>
      </dgm:t>
    </dgm:pt>
    <dgm:pt modelId="{28F4D7F4-C6D6-487C-83C0-4E5A6109D460}">
      <dgm:prSet/>
      <dgm:spPr/>
      <dgm:t>
        <a:bodyPr/>
        <a:lstStyle/>
        <a:p>
          <a:r>
            <a:rPr lang="en-US" b="1"/>
            <a:t>CDC:</a:t>
          </a:r>
          <a:r>
            <a:rPr lang="en-US"/>
            <a:t> Data warehousing, auditing, ETL pipelines</a:t>
          </a:r>
        </a:p>
      </dgm:t>
    </dgm:pt>
    <dgm:pt modelId="{8F869BD2-B711-4B30-8855-70B334894F17}" type="parTrans" cxnId="{206EC824-5FFD-4251-89EF-3E5FE5DC8556}">
      <dgm:prSet/>
      <dgm:spPr/>
      <dgm:t>
        <a:bodyPr/>
        <a:lstStyle/>
        <a:p>
          <a:endParaRPr lang="en-US"/>
        </a:p>
      </dgm:t>
    </dgm:pt>
    <dgm:pt modelId="{30AFCFB9-B7FA-4197-98CC-4CE7BB2E97EB}" type="sibTrans" cxnId="{206EC824-5FFD-4251-89EF-3E5FE5DC8556}">
      <dgm:prSet/>
      <dgm:spPr/>
      <dgm:t>
        <a:bodyPr/>
        <a:lstStyle/>
        <a:p>
          <a:endParaRPr lang="en-US"/>
        </a:p>
      </dgm:t>
    </dgm:pt>
    <dgm:pt modelId="{E307D852-4096-4A3F-AA18-F9F81D3416C3}">
      <dgm:prSet/>
      <dgm:spPr/>
      <dgm:t>
        <a:bodyPr/>
        <a:lstStyle/>
        <a:p>
          <a:r>
            <a:rPr lang="en-US" b="1"/>
            <a:t>CES:</a:t>
          </a:r>
          <a:r>
            <a:rPr lang="en-US"/>
            <a:t> Event-driven architectures, microservices integration, real-time analytics, cache sync, AI Agents</a:t>
          </a:r>
        </a:p>
      </dgm:t>
    </dgm:pt>
    <dgm:pt modelId="{1EC2CB58-D34E-4211-878F-18BB6CDB167C}" type="parTrans" cxnId="{0F126834-0001-4DB9-83C9-21EF20661273}">
      <dgm:prSet/>
      <dgm:spPr/>
      <dgm:t>
        <a:bodyPr/>
        <a:lstStyle/>
        <a:p>
          <a:endParaRPr lang="en-US"/>
        </a:p>
      </dgm:t>
    </dgm:pt>
    <dgm:pt modelId="{660789CE-DBC6-4346-AB24-A286F4ACAF44}" type="sibTrans" cxnId="{0F126834-0001-4DB9-83C9-21EF20661273}">
      <dgm:prSet/>
      <dgm:spPr/>
      <dgm:t>
        <a:bodyPr/>
        <a:lstStyle/>
        <a:p>
          <a:endParaRPr lang="en-US"/>
        </a:p>
      </dgm:t>
    </dgm:pt>
    <dgm:pt modelId="{5E36205D-FCD6-9140-990A-92DDE96E5498}" type="pres">
      <dgm:prSet presAssocID="{E36764C6-C7EB-40BD-84D9-8CF342757555}" presName="vert0" presStyleCnt="0">
        <dgm:presLayoutVars>
          <dgm:dir/>
          <dgm:animOne val="branch"/>
          <dgm:animLvl val="lvl"/>
        </dgm:presLayoutVars>
      </dgm:prSet>
      <dgm:spPr/>
    </dgm:pt>
    <dgm:pt modelId="{9BCFF393-3DA0-D54A-9E2B-F5E01378AC77}" type="pres">
      <dgm:prSet presAssocID="{3D9E7E3A-93CF-4204-92BE-983F44447E9F}" presName="thickLine" presStyleLbl="alignNode1" presStyleIdx="0" presStyleCnt="3"/>
      <dgm:spPr/>
    </dgm:pt>
    <dgm:pt modelId="{BB7FF69A-F5E4-1F4B-9EA0-ABFB0CEC75EA}" type="pres">
      <dgm:prSet presAssocID="{3D9E7E3A-93CF-4204-92BE-983F44447E9F}" presName="horz1" presStyleCnt="0"/>
      <dgm:spPr/>
    </dgm:pt>
    <dgm:pt modelId="{0294E03E-6C80-3440-9C1E-87092D249A02}" type="pres">
      <dgm:prSet presAssocID="{3D9E7E3A-93CF-4204-92BE-983F44447E9F}" presName="tx1" presStyleLbl="revTx" presStyleIdx="0" presStyleCnt="3"/>
      <dgm:spPr/>
    </dgm:pt>
    <dgm:pt modelId="{05B6D96D-84C1-7E45-8491-BB82B1F6C7A0}" type="pres">
      <dgm:prSet presAssocID="{3D9E7E3A-93CF-4204-92BE-983F44447E9F}" presName="vert1" presStyleCnt="0"/>
      <dgm:spPr/>
    </dgm:pt>
    <dgm:pt modelId="{95459D39-9667-C94A-873F-12493E80DD13}" type="pres">
      <dgm:prSet presAssocID="{28F4D7F4-C6D6-487C-83C0-4E5A6109D460}" presName="thickLine" presStyleLbl="alignNode1" presStyleIdx="1" presStyleCnt="3"/>
      <dgm:spPr/>
    </dgm:pt>
    <dgm:pt modelId="{A640E04F-F322-4F47-B9C9-4FBB533FA877}" type="pres">
      <dgm:prSet presAssocID="{28F4D7F4-C6D6-487C-83C0-4E5A6109D460}" presName="horz1" presStyleCnt="0"/>
      <dgm:spPr/>
    </dgm:pt>
    <dgm:pt modelId="{4BE226E5-CC0B-F649-969B-639398AF9C71}" type="pres">
      <dgm:prSet presAssocID="{28F4D7F4-C6D6-487C-83C0-4E5A6109D460}" presName="tx1" presStyleLbl="revTx" presStyleIdx="1" presStyleCnt="3"/>
      <dgm:spPr/>
    </dgm:pt>
    <dgm:pt modelId="{FBEF85F9-11F7-9B42-8C70-EEB68C9D583B}" type="pres">
      <dgm:prSet presAssocID="{28F4D7F4-C6D6-487C-83C0-4E5A6109D460}" presName="vert1" presStyleCnt="0"/>
      <dgm:spPr/>
    </dgm:pt>
    <dgm:pt modelId="{30656475-D4D5-C946-A5E3-B290A3258B40}" type="pres">
      <dgm:prSet presAssocID="{E307D852-4096-4A3F-AA18-F9F81D3416C3}" presName="thickLine" presStyleLbl="alignNode1" presStyleIdx="2" presStyleCnt="3"/>
      <dgm:spPr/>
    </dgm:pt>
    <dgm:pt modelId="{1DEAE50F-AFF2-E840-B934-7FD66376BD1D}" type="pres">
      <dgm:prSet presAssocID="{E307D852-4096-4A3F-AA18-F9F81D3416C3}" presName="horz1" presStyleCnt="0"/>
      <dgm:spPr/>
    </dgm:pt>
    <dgm:pt modelId="{940A0B65-87DD-F74D-939C-0591A84919EB}" type="pres">
      <dgm:prSet presAssocID="{E307D852-4096-4A3F-AA18-F9F81D3416C3}" presName="tx1" presStyleLbl="revTx" presStyleIdx="2" presStyleCnt="3"/>
      <dgm:spPr/>
    </dgm:pt>
    <dgm:pt modelId="{1F9456C3-C25E-0744-92E7-E76AD86D3A53}" type="pres">
      <dgm:prSet presAssocID="{E307D852-4096-4A3F-AA18-F9F81D3416C3}" presName="vert1" presStyleCnt="0"/>
      <dgm:spPr/>
    </dgm:pt>
  </dgm:ptLst>
  <dgm:cxnLst>
    <dgm:cxn modelId="{206EC824-5FFD-4251-89EF-3E5FE5DC8556}" srcId="{E36764C6-C7EB-40BD-84D9-8CF342757555}" destId="{28F4D7F4-C6D6-487C-83C0-4E5A6109D460}" srcOrd="1" destOrd="0" parTransId="{8F869BD2-B711-4B30-8855-70B334894F17}" sibTransId="{30AFCFB9-B7FA-4197-98CC-4CE7BB2E97EB}"/>
    <dgm:cxn modelId="{0F126834-0001-4DB9-83C9-21EF20661273}" srcId="{E36764C6-C7EB-40BD-84D9-8CF342757555}" destId="{E307D852-4096-4A3F-AA18-F9F81D3416C3}" srcOrd="2" destOrd="0" parTransId="{1EC2CB58-D34E-4211-878F-18BB6CDB167C}" sibTransId="{660789CE-DBC6-4346-AB24-A286F4ACAF44}"/>
    <dgm:cxn modelId="{8EA21255-BDD1-564F-8865-AD5472DBABA3}" type="presOf" srcId="{28F4D7F4-C6D6-487C-83C0-4E5A6109D460}" destId="{4BE226E5-CC0B-F649-969B-639398AF9C71}" srcOrd="0" destOrd="0" presId="urn:microsoft.com/office/officeart/2008/layout/LinedList"/>
    <dgm:cxn modelId="{96D92DA1-F11E-4AF4-9CA4-9EFB8B549C21}" srcId="{E36764C6-C7EB-40BD-84D9-8CF342757555}" destId="{3D9E7E3A-93CF-4204-92BE-983F44447E9F}" srcOrd="0" destOrd="0" parTransId="{702E24D6-1F95-4B9C-A08D-53452DA54F4A}" sibTransId="{06AA59E8-C9F0-44B8-8164-D53A68ECB0E5}"/>
    <dgm:cxn modelId="{122C25AB-812D-E649-9087-C7D998556A56}" type="presOf" srcId="{E36764C6-C7EB-40BD-84D9-8CF342757555}" destId="{5E36205D-FCD6-9140-990A-92DDE96E5498}" srcOrd="0" destOrd="0" presId="urn:microsoft.com/office/officeart/2008/layout/LinedList"/>
    <dgm:cxn modelId="{B378A5B4-50BD-3142-BFED-ED51B87D2614}" type="presOf" srcId="{3D9E7E3A-93CF-4204-92BE-983F44447E9F}" destId="{0294E03E-6C80-3440-9C1E-87092D249A02}" srcOrd="0" destOrd="0" presId="urn:microsoft.com/office/officeart/2008/layout/LinedList"/>
    <dgm:cxn modelId="{A4C84EE4-3E9E-3747-A688-07DB88F6472C}" type="presOf" srcId="{E307D852-4096-4A3F-AA18-F9F81D3416C3}" destId="{940A0B65-87DD-F74D-939C-0591A84919EB}" srcOrd="0" destOrd="0" presId="urn:microsoft.com/office/officeart/2008/layout/LinedList"/>
    <dgm:cxn modelId="{5A486A66-8C90-B244-BB46-203504D63279}" type="presParOf" srcId="{5E36205D-FCD6-9140-990A-92DDE96E5498}" destId="{9BCFF393-3DA0-D54A-9E2B-F5E01378AC77}" srcOrd="0" destOrd="0" presId="urn:microsoft.com/office/officeart/2008/layout/LinedList"/>
    <dgm:cxn modelId="{B4513B1C-5FBB-1646-BB4B-4C76D20BA9DA}" type="presParOf" srcId="{5E36205D-FCD6-9140-990A-92DDE96E5498}" destId="{BB7FF69A-F5E4-1F4B-9EA0-ABFB0CEC75EA}" srcOrd="1" destOrd="0" presId="urn:microsoft.com/office/officeart/2008/layout/LinedList"/>
    <dgm:cxn modelId="{1766F47B-1947-1F4B-A17B-FE1AE63DBC44}" type="presParOf" srcId="{BB7FF69A-F5E4-1F4B-9EA0-ABFB0CEC75EA}" destId="{0294E03E-6C80-3440-9C1E-87092D249A02}" srcOrd="0" destOrd="0" presId="urn:microsoft.com/office/officeart/2008/layout/LinedList"/>
    <dgm:cxn modelId="{B96F77BF-5AC0-9043-BC01-E1DFCCDAA727}" type="presParOf" srcId="{BB7FF69A-F5E4-1F4B-9EA0-ABFB0CEC75EA}" destId="{05B6D96D-84C1-7E45-8491-BB82B1F6C7A0}" srcOrd="1" destOrd="0" presId="urn:microsoft.com/office/officeart/2008/layout/LinedList"/>
    <dgm:cxn modelId="{F7D5DB0E-3662-A849-9D59-E14F5CC52187}" type="presParOf" srcId="{5E36205D-FCD6-9140-990A-92DDE96E5498}" destId="{95459D39-9667-C94A-873F-12493E80DD13}" srcOrd="2" destOrd="0" presId="urn:microsoft.com/office/officeart/2008/layout/LinedList"/>
    <dgm:cxn modelId="{D68D51AC-CC9A-AE4D-A4D6-997F62F11691}" type="presParOf" srcId="{5E36205D-FCD6-9140-990A-92DDE96E5498}" destId="{A640E04F-F322-4F47-B9C9-4FBB533FA877}" srcOrd="3" destOrd="0" presId="urn:microsoft.com/office/officeart/2008/layout/LinedList"/>
    <dgm:cxn modelId="{CF9A7F2C-0CBC-8E4D-85C4-6F2A6BBBCE03}" type="presParOf" srcId="{A640E04F-F322-4F47-B9C9-4FBB533FA877}" destId="{4BE226E5-CC0B-F649-969B-639398AF9C71}" srcOrd="0" destOrd="0" presId="urn:microsoft.com/office/officeart/2008/layout/LinedList"/>
    <dgm:cxn modelId="{C6AC6CEF-47D1-704A-ABB7-A6E4B38DE085}" type="presParOf" srcId="{A640E04F-F322-4F47-B9C9-4FBB533FA877}" destId="{FBEF85F9-11F7-9B42-8C70-EEB68C9D583B}" srcOrd="1" destOrd="0" presId="urn:microsoft.com/office/officeart/2008/layout/LinedList"/>
    <dgm:cxn modelId="{89BE0D71-FD8B-4F42-A9C2-ABAABC7B8360}" type="presParOf" srcId="{5E36205D-FCD6-9140-990A-92DDE96E5498}" destId="{30656475-D4D5-C946-A5E3-B290A3258B40}" srcOrd="4" destOrd="0" presId="urn:microsoft.com/office/officeart/2008/layout/LinedList"/>
    <dgm:cxn modelId="{549C8A87-4FF2-3747-AA65-948067E98A4B}" type="presParOf" srcId="{5E36205D-FCD6-9140-990A-92DDE96E5498}" destId="{1DEAE50F-AFF2-E840-B934-7FD66376BD1D}" srcOrd="5" destOrd="0" presId="urn:microsoft.com/office/officeart/2008/layout/LinedList"/>
    <dgm:cxn modelId="{C312BA92-72E2-6C4F-B6AD-2C33F434C5D7}" type="presParOf" srcId="{1DEAE50F-AFF2-E840-B934-7FD66376BD1D}" destId="{940A0B65-87DD-F74D-939C-0591A84919EB}" srcOrd="0" destOrd="0" presId="urn:microsoft.com/office/officeart/2008/layout/LinedList"/>
    <dgm:cxn modelId="{6352C4F2-0718-BC4E-B95A-A258A02A8F78}" type="presParOf" srcId="{1DEAE50F-AFF2-E840-B934-7FD66376BD1D}" destId="{1F9456C3-C25E-0744-92E7-E76AD86D3A5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9.xml><?xml version="1.0" encoding="utf-8"?>
<dgm:dataModel xmlns:dgm="http://schemas.openxmlformats.org/drawingml/2006/diagram" xmlns:a="http://schemas.openxmlformats.org/drawingml/2006/main">
  <dgm:ptLst>
    <dgm:pt modelId="{DBC23FCD-8F04-43DE-B4B5-E06FE935B158}" type="doc">
      <dgm:prSet loTypeId="urn:microsoft.com/office/officeart/2018/2/layout/IconVerticalSolidList" loCatId="icon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23EDE7E1-E616-49D0-8868-1E201F86808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Scenario: An F1 team's pit wall detects live race changes via CES — position swaps, pit stops, safety car deployments</a:t>
          </a:r>
        </a:p>
      </dgm:t>
    </dgm:pt>
    <dgm:pt modelId="{756929A2-D3D1-4B13-9A5A-BE4FFFEA5E72}" type="parTrans" cxnId="{43AFC7D1-7F28-460F-BD13-1A8B092011B5}">
      <dgm:prSet/>
      <dgm:spPr/>
      <dgm:t>
        <a:bodyPr/>
        <a:lstStyle/>
        <a:p>
          <a:endParaRPr lang="en-US"/>
        </a:p>
      </dgm:t>
    </dgm:pt>
    <dgm:pt modelId="{7130AABA-46C9-4AA9-A3A8-C6FD8C0D09FB}" type="sibTrans" cxnId="{43AFC7D1-7F28-460F-BD13-1A8B092011B5}">
      <dgm:prSet/>
      <dgm:spPr/>
      <dgm:t>
        <a:bodyPr/>
        <a:lstStyle/>
        <a:p>
          <a:endParaRPr lang="en-US"/>
        </a:p>
      </dgm:t>
    </dgm:pt>
    <dgm:pt modelId="{F027F31C-2B61-402E-ACF9-674CD6CD7E2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Flow: Race data changes → CES → Azure Event Hub → Azure Functions → Azure AI Foundry</a:t>
          </a:r>
        </a:p>
      </dgm:t>
    </dgm:pt>
    <dgm:pt modelId="{5B4951A1-7A23-4EE3-BB93-90F34DA11981}" type="parTrans" cxnId="{D66A9DA4-09BD-4893-BF6F-3647F9B53C40}">
      <dgm:prSet/>
      <dgm:spPr/>
      <dgm:t>
        <a:bodyPr/>
        <a:lstStyle/>
        <a:p>
          <a:endParaRPr lang="en-US"/>
        </a:p>
      </dgm:t>
    </dgm:pt>
    <dgm:pt modelId="{3466F913-5CF9-4C67-AB36-C4BE60F9AD28}" type="sibTrans" cxnId="{D66A9DA4-09BD-4893-BF6F-3647F9B53C40}">
      <dgm:prSet/>
      <dgm:spPr/>
      <dgm:t>
        <a:bodyPr/>
        <a:lstStyle/>
        <a:p>
          <a:endParaRPr lang="en-US"/>
        </a:p>
      </dgm:t>
    </dgm:pt>
    <dgm:pt modelId="{8C355C4F-5097-4963-A60D-13DBCD4817F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AI Agent analyzes tire degradation and gap data → recommends optimal pit stop window and compound selection</a:t>
          </a:r>
        </a:p>
      </dgm:t>
    </dgm:pt>
    <dgm:pt modelId="{0FD880B1-35E7-4D14-BEAC-54A5595AE89B}" type="parTrans" cxnId="{C3C42A42-02DE-4069-9F84-CD02F759251D}">
      <dgm:prSet/>
      <dgm:spPr/>
      <dgm:t>
        <a:bodyPr/>
        <a:lstStyle/>
        <a:p>
          <a:endParaRPr lang="en-US"/>
        </a:p>
      </dgm:t>
    </dgm:pt>
    <dgm:pt modelId="{95E653F5-14D0-4594-A2FD-67767FB39779}" type="sibTrans" cxnId="{C3C42A42-02DE-4069-9F84-CD02F759251D}">
      <dgm:prSet/>
      <dgm:spPr/>
      <dgm:t>
        <a:bodyPr/>
        <a:lstStyle/>
        <a:p>
          <a:endParaRPr lang="en-US"/>
        </a:p>
      </dgm:t>
    </dgm:pt>
    <dgm:pt modelId="{6B3D46A0-A1F9-4684-9DDB-E2968691C4D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Demonstrates real-world event-driven architecture with AI integration — where milliseconds matter</a:t>
          </a:r>
        </a:p>
      </dgm:t>
    </dgm:pt>
    <dgm:pt modelId="{79C5F1E9-B68C-4F55-904F-AC917A8BFF7C}" type="parTrans" cxnId="{42221109-D0B7-4D46-AA1C-53F6037625CE}">
      <dgm:prSet/>
      <dgm:spPr/>
      <dgm:t>
        <a:bodyPr/>
        <a:lstStyle/>
        <a:p>
          <a:endParaRPr lang="en-US"/>
        </a:p>
      </dgm:t>
    </dgm:pt>
    <dgm:pt modelId="{D7CE39B6-0850-43F6-83EC-F5429FD0C237}" type="sibTrans" cxnId="{42221109-D0B7-4D46-AA1C-53F6037625CE}">
      <dgm:prSet/>
      <dgm:spPr/>
      <dgm:t>
        <a:bodyPr/>
        <a:lstStyle/>
        <a:p>
          <a:endParaRPr lang="en-US"/>
        </a:p>
      </dgm:t>
    </dgm:pt>
    <dgm:pt modelId="{D2CBFA26-C06B-41F3-8537-376A33F239FF}" type="pres">
      <dgm:prSet presAssocID="{DBC23FCD-8F04-43DE-B4B5-E06FE935B158}" presName="root" presStyleCnt="0">
        <dgm:presLayoutVars>
          <dgm:dir/>
          <dgm:resizeHandles val="exact"/>
        </dgm:presLayoutVars>
      </dgm:prSet>
      <dgm:spPr/>
    </dgm:pt>
    <dgm:pt modelId="{DEFDA4CD-02B5-4FB4-892C-5433170E09B5}" type="pres">
      <dgm:prSet presAssocID="{23EDE7E1-E616-49D0-8868-1E201F86808F}" presName="compNode" presStyleCnt="0"/>
      <dgm:spPr/>
    </dgm:pt>
    <dgm:pt modelId="{96EB54C9-7018-49A9-B937-54F7FEF65ADA}" type="pres">
      <dgm:prSet presAssocID="{23EDE7E1-E616-49D0-8868-1E201F86808F}" presName="bgRect" presStyleLbl="bgShp" presStyleIdx="0" presStyleCnt="4"/>
      <dgm:spPr/>
    </dgm:pt>
    <dgm:pt modelId="{D5C4D227-47A9-4BA2-ABDE-D3A9B723DF05}" type="pres">
      <dgm:prSet presAssocID="{23EDE7E1-E616-49D0-8868-1E201F86808F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ranching Diagram"/>
        </a:ext>
      </dgm:extLst>
    </dgm:pt>
    <dgm:pt modelId="{1632763A-77C5-48CA-8864-1A5EB2A4962B}" type="pres">
      <dgm:prSet presAssocID="{23EDE7E1-E616-49D0-8868-1E201F86808F}" presName="spaceRect" presStyleCnt="0"/>
      <dgm:spPr/>
    </dgm:pt>
    <dgm:pt modelId="{49C7BE0C-D435-4352-9D45-6D33F8AB615A}" type="pres">
      <dgm:prSet presAssocID="{23EDE7E1-E616-49D0-8868-1E201F86808F}" presName="parTx" presStyleLbl="revTx" presStyleIdx="0" presStyleCnt="4">
        <dgm:presLayoutVars>
          <dgm:chMax val="0"/>
          <dgm:chPref val="0"/>
        </dgm:presLayoutVars>
      </dgm:prSet>
      <dgm:spPr/>
    </dgm:pt>
    <dgm:pt modelId="{E6F25A99-7207-4C09-92B2-5283A5FAAFF4}" type="pres">
      <dgm:prSet presAssocID="{7130AABA-46C9-4AA9-A3A8-C6FD8C0D09FB}" presName="sibTrans" presStyleCnt="0"/>
      <dgm:spPr/>
    </dgm:pt>
    <dgm:pt modelId="{C7A960A6-524E-413F-8871-399EAECD66F4}" type="pres">
      <dgm:prSet presAssocID="{F027F31C-2B61-402E-ACF9-674CD6CD7E26}" presName="compNode" presStyleCnt="0"/>
      <dgm:spPr/>
    </dgm:pt>
    <dgm:pt modelId="{174C92D8-4A26-42F4-9A6D-15AB4A8FE44B}" type="pres">
      <dgm:prSet presAssocID="{F027F31C-2B61-402E-ACF9-674CD6CD7E26}" presName="bgRect" presStyleLbl="bgShp" presStyleIdx="1" presStyleCnt="4"/>
      <dgm:spPr/>
    </dgm:pt>
    <dgm:pt modelId="{AFAC4687-FCBD-4DD8-BFA2-373580CD3806}" type="pres">
      <dgm:prSet presAssocID="{F027F31C-2B61-402E-ACF9-674CD6CD7E26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4541D8B3-7319-470C-8451-1F6FCD050769}" type="pres">
      <dgm:prSet presAssocID="{F027F31C-2B61-402E-ACF9-674CD6CD7E26}" presName="spaceRect" presStyleCnt="0"/>
      <dgm:spPr/>
    </dgm:pt>
    <dgm:pt modelId="{826BF83A-27B4-4144-B534-2353BDB604DE}" type="pres">
      <dgm:prSet presAssocID="{F027F31C-2B61-402E-ACF9-674CD6CD7E26}" presName="parTx" presStyleLbl="revTx" presStyleIdx="1" presStyleCnt="4">
        <dgm:presLayoutVars>
          <dgm:chMax val="0"/>
          <dgm:chPref val="0"/>
        </dgm:presLayoutVars>
      </dgm:prSet>
      <dgm:spPr/>
    </dgm:pt>
    <dgm:pt modelId="{72818051-D42F-4DF2-AFB4-8C99D8C8F0C4}" type="pres">
      <dgm:prSet presAssocID="{3466F913-5CF9-4C67-AB36-C4BE60F9AD28}" presName="sibTrans" presStyleCnt="0"/>
      <dgm:spPr/>
    </dgm:pt>
    <dgm:pt modelId="{51417BDC-6C89-47AE-9F48-98C7A8E63BEE}" type="pres">
      <dgm:prSet presAssocID="{8C355C4F-5097-4963-A60D-13DBCD4817FE}" presName="compNode" presStyleCnt="0"/>
      <dgm:spPr/>
    </dgm:pt>
    <dgm:pt modelId="{28D1A7E2-9B87-499F-AF79-54EF6FFD95D9}" type="pres">
      <dgm:prSet presAssocID="{8C355C4F-5097-4963-A60D-13DBCD4817FE}" presName="bgRect" presStyleLbl="bgShp" presStyleIdx="2" presStyleCnt="4"/>
      <dgm:spPr/>
    </dgm:pt>
    <dgm:pt modelId="{B47D012A-8D61-4396-A821-316D22C72415}" type="pres">
      <dgm:prSet presAssocID="{8C355C4F-5097-4963-A60D-13DBCD4817FE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6D6F6DBA-01C7-4E47-9A35-624C3F72F3B7}" type="pres">
      <dgm:prSet presAssocID="{8C355C4F-5097-4963-A60D-13DBCD4817FE}" presName="spaceRect" presStyleCnt="0"/>
      <dgm:spPr/>
    </dgm:pt>
    <dgm:pt modelId="{50AFF707-BA09-40E0-995B-A43DEF53C99C}" type="pres">
      <dgm:prSet presAssocID="{8C355C4F-5097-4963-A60D-13DBCD4817FE}" presName="parTx" presStyleLbl="revTx" presStyleIdx="2" presStyleCnt="4">
        <dgm:presLayoutVars>
          <dgm:chMax val="0"/>
          <dgm:chPref val="0"/>
        </dgm:presLayoutVars>
      </dgm:prSet>
      <dgm:spPr/>
    </dgm:pt>
    <dgm:pt modelId="{B36DD791-2872-4A01-B04A-CDCF8A46F5AA}" type="pres">
      <dgm:prSet presAssocID="{95E653F5-14D0-4594-A2FD-67767FB39779}" presName="sibTrans" presStyleCnt="0"/>
      <dgm:spPr/>
    </dgm:pt>
    <dgm:pt modelId="{CBC738FC-F875-4D29-8D58-8DCE24563AA1}" type="pres">
      <dgm:prSet presAssocID="{6B3D46A0-A1F9-4684-9DDB-E2968691C4D8}" presName="compNode" presStyleCnt="0"/>
      <dgm:spPr/>
    </dgm:pt>
    <dgm:pt modelId="{766A661E-6109-41BD-AAD3-ED2165B631F6}" type="pres">
      <dgm:prSet presAssocID="{6B3D46A0-A1F9-4684-9DDB-E2968691C4D8}" presName="bgRect" presStyleLbl="bgShp" presStyleIdx="3" presStyleCnt="4"/>
      <dgm:spPr/>
    </dgm:pt>
    <dgm:pt modelId="{876485D7-9FF8-40BD-9EA4-D11FC9081881}" type="pres">
      <dgm:prSet presAssocID="{6B3D46A0-A1F9-4684-9DDB-E2968691C4D8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51BB589F-E30B-4865-B979-8EED054EC075}" type="pres">
      <dgm:prSet presAssocID="{6B3D46A0-A1F9-4684-9DDB-E2968691C4D8}" presName="spaceRect" presStyleCnt="0"/>
      <dgm:spPr/>
    </dgm:pt>
    <dgm:pt modelId="{C2022711-EAB1-449B-BEE3-14C91F99D1C4}" type="pres">
      <dgm:prSet presAssocID="{6B3D46A0-A1F9-4684-9DDB-E2968691C4D8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42221109-D0B7-4D46-AA1C-53F6037625CE}" srcId="{DBC23FCD-8F04-43DE-B4B5-E06FE935B158}" destId="{6B3D46A0-A1F9-4684-9DDB-E2968691C4D8}" srcOrd="3" destOrd="0" parTransId="{79C5F1E9-B68C-4F55-904F-AC917A8BFF7C}" sibTransId="{D7CE39B6-0850-43F6-83EC-F5429FD0C237}"/>
    <dgm:cxn modelId="{C3C42A42-02DE-4069-9F84-CD02F759251D}" srcId="{DBC23FCD-8F04-43DE-B4B5-E06FE935B158}" destId="{8C355C4F-5097-4963-A60D-13DBCD4817FE}" srcOrd="2" destOrd="0" parTransId="{0FD880B1-35E7-4D14-BEAC-54A5595AE89B}" sibTransId="{95E653F5-14D0-4594-A2FD-67767FB39779}"/>
    <dgm:cxn modelId="{61A5CB50-A9B6-466C-A3DC-F0F9F1F5C293}" type="presOf" srcId="{23EDE7E1-E616-49D0-8868-1E201F86808F}" destId="{49C7BE0C-D435-4352-9D45-6D33F8AB615A}" srcOrd="0" destOrd="0" presId="urn:microsoft.com/office/officeart/2018/2/layout/IconVerticalSolidList"/>
    <dgm:cxn modelId="{D66A9DA4-09BD-4893-BF6F-3647F9B53C40}" srcId="{DBC23FCD-8F04-43DE-B4B5-E06FE935B158}" destId="{F027F31C-2B61-402E-ACF9-674CD6CD7E26}" srcOrd="1" destOrd="0" parTransId="{5B4951A1-7A23-4EE3-BB93-90F34DA11981}" sibTransId="{3466F913-5CF9-4C67-AB36-C4BE60F9AD28}"/>
    <dgm:cxn modelId="{800EDBC0-3AE6-4E21-9F7C-5205D8013522}" type="presOf" srcId="{DBC23FCD-8F04-43DE-B4B5-E06FE935B158}" destId="{D2CBFA26-C06B-41F3-8537-376A33F239FF}" srcOrd="0" destOrd="0" presId="urn:microsoft.com/office/officeart/2018/2/layout/IconVerticalSolidList"/>
    <dgm:cxn modelId="{43AFC7D1-7F28-460F-BD13-1A8B092011B5}" srcId="{DBC23FCD-8F04-43DE-B4B5-E06FE935B158}" destId="{23EDE7E1-E616-49D0-8868-1E201F86808F}" srcOrd="0" destOrd="0" parTransId="{756929A2-D3D1-4B13-9A5A-BE4FFFEA5E72}" sibTransId="{7130AABA-46C9-4AA9-A3A8-C6FD8C0D09FB}"/>
    <dgm:cxn modelId="{334436D7-4228-42AB-833F-720FE89D9C7B}" type="presOf" srcId="{F027F31C-2B61-402E-ACF9-674CD6CD7E26}" destId="{826BF83A-27B4-4144-B534-2353BDB604DE}" srcOrd="0" destOrd="0" presId="urn:microsoft.com/office/officeart/2018/2/layout/IconVerticalSolidList"/>
    <dgm:cxn modelId="{FDA0E7ED-7FB9-4748-9343-F6920CE6AFD8}" type="presOf" srcId="{6B3D46A0-A1F9-4684-9DDB-E2968691C4D8}" destId="{C2022711-EAB1-449B-BEE3-14C91F99D1C4}" srcOrd="0" destOrd="0" presId="urn:microsoft.com/office/officeart/2018/2/layout/IconVerticalSolidList"/>
    <dgm:cxn modelId="{E0683FF6-7A22-4691-8D71-A567505DFD2D}" type="presOf" srcId="{8C355C4F-5097-4963-A60D-13DBCD4817FE}" destId="{50AFF707-BA09-40E0-995B-A43DEF53C99C}" srcOrd="0" destOrd="0" presId="urn:microsoft.com/office/officeart/2018/2/layout/IconVerticalSolidList"/>
    <dgm:cxn modelId="{BBE17D96-D119-4375-973F-B47924469AB8}" type="presParOf" srcId="{D2CBFA26-C06B-41F3-8537-376A33F239FF}" destId="{DEFDA4CD-02B5-4FB4-892C-5433170E09B5}" srcOrd="0" destOrd="0" presId="urn:microsoft.com/office/officeart/2018/2/layout/IconVerticalSolidList"/>
    <dgm:cxn modelId="{09D50F44-148B-4C8B-B3F8-5C3A77C35FD9}" type="presParOf" srcId="{DEFDA4CD-02B5-4FB4-892C-5433170E09B5}" destId="{96EB54C9-7018-49A9-B937-54F7FEF65ADA}" srcOrd="0" destOrd="0" presId="urn:microsoft.com/office/officeart/2018/2/layout/IconVerticalSolidList"/>
    <dgm:cxn modelId="{D2F57232-22A6-47F6-809D-0AE55FBA27FB}" type="presParOf" srcId="{DEFDA4CD-02B5-4FB4-892C-5433170E09B5}" destId="{D5C4D227-47A9-4BA2-ABDE-D3A9B723DF05}" srcOrd="1" destOrd="0" presId="urn:microsoft.com/office/officeart/2018/2/layout/IconVerticalSolidList"/>
    <dgm:cxn modelId="{1E6FC3C2-0304-4301-BCB2-868636EE9F48}" type="presParOf" srcId="{DEFDA4CD-02B5-4FB4-892C-5433170E09B5}" destId="{1632763A-77C5-48CA-8864-1A5EB2A4962B}" srcOrd="2" destOrd="0" presId="urn:microsoft.com/office/officeart/2018/2/layout/IconVerticalSolidList"/>
    <dgm:cxn modelId="{2805D324-AD91-4B94-8774-A38F5176FB31}" type="presParOf" srcId="{DEFDA4CD-02B5-4FB4-892C-5433170E09B5}" destId="{49C7BE0C-D435-4352-9D45-6D33F8AB615A}" srcOrd="3" destOrd="0" presId="urn:microsoft.com/office/officeart/2018/2/layout/IconVerticalSolidList"/>
    <dgm:cxn modelId="{57218130-5DC0-433A-B093-5BFED4E04187}" type="presParOf" srcId="{D2CBFA26-C06B-41F3-8537-376A33F239FF}" destId="{E6F25A99-7207-4C09-92B2-5283A5FAAFF4}" srcOrd="1" destOrd="0" presId="urn:microsoft.com/office/officeart/2018/2/layout/IconVerticalSolidList"/>
    <dgm:cxn modelId="{43AD810A-5A99-472D-B502-04161D9366D7}" type="presParOf" srcId="{D2CBFA26-C06B-41F3-8537-376A33F239FF}" destId="{C7A960A6-524E-413F-8871-399EAECD66F4}" srcOrd="2" destOrd="0" presId="urn:microsoft.com/office/officeart/2018/2/layout/IconVerticalSolidList"/>
    <dgm:cxn modelId="{B9EFAC87-DFE7-47B4-B2A8-EF4950EF0E6C}" type="presParOf" srcId="{C7A960A6-524E-413F-8871-399EAECD66F4}" destId="{174C92D8-4A26-42F4-9A6D-15AB4A8FE44B}" srcOrd="0" destOrd="0" presId="urn:microsoft.com/office/officeart/2018/2/layout/IconVerticalSolidList"/>
    <dgm:cxn modelId="{DE8BC0A2-1B13-4EBC-8714-FAA5CD1D8A8E}" type="presParOf" srcId="{C7A960A6-524E-413F-8871-399EAECD66F4}" destId="{AFAC4687-FCBD-4DD8-BFA2-373580CD3806}" srcOrd="1" destOrd="0" presId="urn:microsoft.com/office/officeart/2018/2/layout/IconVerticalSolidList"/>
    <dgm:cxn modelId="{514939F9-AE82-4462-898B-9AAE501F4573}" type="presParOf" srcId="{C7A960A6-524E-413F-8871-399EAECD66F4}" destId="{4541D8B3-7319-470C-8451-1F6FCD050769}" srcOrd="2" destOrd="0" presId="urn:microsoft.com/office/officeart/2018/2/layout/IconVerticalSolidList"/>
    <dgm:cxn modelId="{8EA5D5BE-A739-45BD-A7B4-837E6A84F6C7}" type="presParOf" srcId="{C7A960A6-524E-413F-8871-399EAECD66F4}" destId="{826BF83A-27B4-4144-B534-2353BDB604DE}" srcOrd="3" destOrd="0" presId="urn:microsoft.com/office/officeart/2018/2/layout/IconVerticalSolidList"/>
    <dgm:cxn modelId="{ED357F2A-520F-413B-B8EF-CC7D88BED376}" type="presParOf" srcId="{D2CBFA26-C06B-41F3-8537-376A33F239FF}" destId="{72818051-D42F-4DF2-AFB4-8C99D8C8F0C4}" srcOrd="3" destOrd="0" presId="urn:microsoft.com/office/officeart/2018/2/layout/IconVerticalSolidList"/>
    <dgm:cxn modelId="{6BBACE3A-FA37-4DC6-AF44-0DB0A675596C}" type="presParOf" srcId="{D2CBFA26-C06B-41F3-8537-376A33F239FF}" destId="{51417BDC-6C89-47AE-9F48-98C7A8E63BEE}" srcOrd="4" destOrd="0" presId="urn:microsoft.com/office/officeart/2018/2/layout/IconVerticalSolidList"/>
    <dgm:cxn modelId="{C0170BB3-FA71-4B82-872E-C4941143531F}" type="presParOf" srcId="{51417BDC-6C89-47AE-9F48-98C7A8E63BEE}" destId="{28D1A7E2-9B87-499F-AF79-54EF6FFD95D9}" srcOrd="0" destOrd="0" presId="urn:microsoft.com/office/officeart/2018/2/layout/IconVerticalSolidList"/>
    <dgm:cxn modelId="{28842145-8D5C-4AA7-9374-6723AF0F6142}" type="presParOf" srcId="{51417BDC-6C89-47AE-9F48-98C7A8E63BEE}" destId="{B47D012A-8D61-4396-A821-316D22C72415}" srcOrd="1" destOrd="0" presId="urn:microsoft.com/office/officeart/2018/2/layout/IconVerticalSolidList"/>
    <dgm:cxn modelId="{8394FEE4-A98B-4A4F-AE0D-446964937E93}" type="presParOf" srcId="{51417BDC-6C89-47AE-9F48-98C7A8E63BEE}" destId="{6D6F6DBA-01C7-4E47-9A35-624C3F72F3B7}" srcOrd="2" destOrd="0" presId="urn:microsoft.com/office/officeart/2018/2/layout/IconVerticalSolidList"/>
    <dgm:cxn modelId="{4207B882-BD91-44F6-8150-261A32685A46}" type="presParOf" srcId="{51417BDC-6C89-47AE-9F48-98C7A8E63BEE}" destId="{50AFF707-BA09-40E0-995B-A43DEF53C99C}" srcOrd="3" destOrd="0" presId="urn:microsoft.com/office/officeart/2018/2/layout/IconVerticalSolidList"/>
    <dgm:cxn modelId="{04BD6DB3-6C2E-4E9A-BEB5-B604B4AD5A47}" type="presParOf" srcId="{D2CBFA26-C06B-41F3-8537-376A33F239FF}" destId="{B36DD791-2872-4A01-B04A-CDCF8A46F5AA}" srcOrd="5" destOrd="0" presId="urn:microsoft.com/office/officeart/2018/2/layout/IconVerticalSolidList"/>
    <dgm:cxn modelId="{8EF27473-08E1-4CCD-9085-9049AF932FC1}" type="presParOf" srcId="{D2CBFA26-C06B-41F3-8537-376A33F239FF}" destId="{CBC738FC-F875-4D29-8D58-8DCE24563AA1}" srcOrd="6" destOrd="0" presId="urn:microsoft.com/office/officeart/2018/2/layout/IconVerticalSolidList"/>
    <dgm:cxn modelId="{112F00EF-E1BC-4793-BB18-BB3BC39E9930}" type="presParOf" srcId="{CBC738FC-F875-4D29-8D58-8DCE24563AA1}" destId="{766A661E-6109-41BD-AAD3-ED2165B631F6}" srcOrd="0" destOrd="0" presId="urn:microsoft.com/office/officeart/2018/2/layout/IconVerticalSolidList"/>
    <dgm:cxn modelId="{EC52DF9A-D233-41AD-95DA-7B1276BFF5B8}" type="presParOf" srcId="{CBC738FC-F875-4D29-8D58-8DCE24563AA1}" destId="{876485D7-9FF8-40BD-9EA4-D11FC9081881}" srcOrd="1" destOrd="0" presId="urn:microsoft.com/office/officeart/2018/2/layout/IconVerticalSolidList"/>
    <dgm:cxn modelId="{4785A3D9-C0BA-4377-B1CD-C8A5ABD4160D}" type="presParOf" srcId="{CBC738FC-F875-4D29-8D58-8DCE24563AA1}" destId="{51BB589F-E30B-4865-B979-8EED054EC075}" srcOrd="2" destOrd="0" presId="urn:microsoft.com/office/officeart/2018/2/layout/IconVerticalSolidList"/>
    <dgm:cxn modelId="{2FB46276-7184-40DE-9646-8C44B36680C1}" type="presParOf" srcId="{CBC738FC-F875-4D29-8D58-8DCE24563AA1}" destId="{C2022711-EAB1-449B-BEE3-14C91F99D1C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0.xml><?xml version="1.0" encoding="utf-8"?>
<dgm:dataModel xmlns:dgm="http://schemas.openxmlformats.org/drawingml/2006/diagram" xmlns:a="http://schemas.openxmlformats.org/drawingml/2006/main">
  <dgm:ptLst>
    <dgm:pt modelId="{C5A582B7-C3DF-4532-96B2-0CA0BA410D73}" type="doc">
      <dgm:prSet loTypeId="urn:microsoft.com/office/officeart/2018/2/layout/IconCircleList" loCatId="icon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770F7C6E-47E2-4A43-BA34-09C058A5D8B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Event structure: operation type (INS/UPD/DEL), row data with old and new values, schema information</a:t>
          </a:r>
        </a:p>
      </dgm:t>
    </dgm:pt>
    <dgm:pt modelId="{5F07607E-8C6B-409F-A6B4-F940F08094C7}" type="parTrans" cxnId="{84663793-4A8B-49A1-AFDA-770F72B807B2}">
      <dgm:prSet/>
      <dgm:spPr/>
      <dgm:t>
        <a:bodyPr/>
        <a:lstStyle/>
        <a:p>
          <a:endParaRPr lang="en-US"/>
        </a:p>
      </dgm:t>
    </dgm:pt>
    <dgm:pt modelId="{DA783BD8-6449-495A-9C07-4A2BA0293B86}" type="sibTrans" cxnId="{84663793-4A8B-49A1-AFDA-770F72B807B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F77A75E-8803-4529-97DF-E2FBED585A7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Configuration via T-SQL: </a:t>
          </a:r>
          <a:r>
            <a:rPr lang="en-US" i="1" dirty="0" err="1"/>
            <a:t>sp_enable_event_stream</a:t>
          </a:r>
          <a:r>
            <a:rPr lang="en-US" i="1" dirty="0"/>
            <a:t>, </a:t>
          </a:r>
          <a:r>
            <a:rPr lang="en-US" i="1" dirty="0" err="1"/>
            <a:t>sp_create_event_stream_group</a:t>
          </a:r>
          <a:r>
            <a:rPr lang="en-US" i="1" dirty="0"/>
            <a:t>, </a:t>
          </a:r>
          <a:r>
            <a:rPr lang="en-US" i="1" dirty="0" err="1"/>
            <a:t>sp_add_object_to_event_stream_group</a:t>
          </a:r>
          <a:endParaRPr lang="en-US" i="1" dirty="0"/>
        </a:p>
      </dgm:t>
    </dgm:pt>
    <dgm:pt modelId="{6A9411F5-FBB8-4147-9D98-FA8BF7878DB1}" type="parTrans" cxnId="{F47258E9-5C79-460C-A550-026A71DE738B}">
      <dgm:prSet/>
      <dgm:spPr/>
      <dgm:t>
        <a:bodyPr/>
        <a:lstStyle/>
        <a:p>
          <a:endParaRPr lang="en-US"/>
        </a:p>
      </dgm:t>
    </dgm:pt>
    <dgm:pt modelId="{B4B28028-B2A2-48FE-8643-F00B52BBCEF0}" type="sibTrans" cxnId="{F47258E9-5C79-460C-A550-026A71DE738B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662BF53-F861-4E11-BCD4-02E7D964974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Monitoring and diagnostics via </a:t>
          </a:r>
          <a:r>
            <a:rPr lang="en-US" i="1" dirty="0" err="1"/>
            <a:t>dm_change_feed_errors</a:t>
          </a:r>
          <a:r>
            <a:rPr lang="en-US" i="1" dirty="0"/>
            <a:t> and </a:t>
          </a:r>
          <a:r>
            <a:rPr lang="en-US" i="1" dirty="0" err="1"/>
            <a:t>dm_change_feed_log_scan_sessions</a:t>
          </a:r>
          <a:endParaRPr lang="en-US" i="1" dirty="0"/>
        </a:p>
      </dgm:t>
    </dgm:pt>
    <dgm:pt modelId="{FDDF7CE0-A6D8-4C76-9C13-B84B500FC1CA}" type="parTrans" cxnId="{81506B92-53C2-4C7E-B273-46E46D7B985A}">
      <dgm:prSet/>
      <dgm:spPr/>
      <dgm:t>
        <a:bodyPr/>
        <a:lstStyle/>
        <a:p>
          <a:endParaRPr lang="en-US"/>
        </a:p>
      </dgm:t>
    </dgm:pt>
    <dgm:pt modelId="{78447192-2E1E-436C-815D-ECFFCCABB3D8}" type="sibTrans" cxnId="{81506B92-53C2-4C7E-B273-46E46D7B985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BE8E1D3-68B9-4D67-B717-740BC785F7C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Error handling and retry behavior</a:t>
          </a:r>
        </a:p>
      </dgm:t>
    </dgm:pt>
    <dgm:pt modelId="{99C9DCB8-C2EB-4945-AEC3-F832147C2265}" type="parTrans" cxnId="{8CC747B3-D436-4C87-A394-DA7796BD7741}">
      <dgm:prSet/>
      <dgm:spPr/>
      <dgm:t>
        <a:bodyPr/>
        <a:lstStyle/>
        <a:p>
          <a:endParaRPr lang="en-US"/>
        </a:p>
      </dgm:t>
    </dgm:pt>
    <dgm:pt modelId="{07525DA5-CD35-4E47-ABF5-DAB6E5C842A1}" type="sibTrans" cxnId="{8CC747B3-D436-4C87-A394-DA7796BD7741}">
      <dgm:prSet/>
      <dgm:spPr/>
      <dgm:t>
        <a:bodyPr/>
        <a:lstStyle/>
        <a:p>
          <a:endParaRPr lang="en-US"/>
        </a:p>
      </dgm:t>
    </dgm:pt>
    <dgm:pt modelId="{71A2F5AB-6CA1-4934-BF34-703FFDD02B36}" type="pres">
      <dgm:prSet presAssocID="{C5A582B7-C3DF-4532-96B2-0CA0BA410D73}" presName="root" presStyleCnt="0">
        <dgm:presLayoutVars>
          <dgm:dir/>
          <dgm:resizeHandles val="exact"/>
        </dgm:presLayoutVars>
      </dgm:prSet>
      <dgm:spPr/>
    </dgm:pt>
    <dgm:pt modelId="{A6C1B558-3D3E-4127-9E54-EDF407EB5BC4}" type="pres">
      <dgm:prSet presAssocID="{C5A582B7-C3DF-4532-96B2-0CA0BA410D73}" presName="container" presStyleCnt="0">
        <dgm:presLayoutVars>
          <dgm:dir/>
          <dgm:resizeHandles val="exact"/>
        </dgm:presLayoutVars>
      </dgm:prSet>
      <dgm:spPr/>
    </dgm:pt>
    <dgm:pt modelId="{7D9F952B-3C12-4EFE-9060-D043265C29D6}" type="pres">
      <dgm:prSet presAssocID="{770F7C6E-47E2-4A43-BA34-09C058A5D8BD}" presName="compNode" presStyleCnt="0"/>
      <dgm:spPr/>
    </dgm:pt>
    <dgm:pt modelId="{AE55BAFA-5904-4BBA-A130-8E428AF1B012}" type="pres">
      <dgm:prSet presAssocID="{770F7C6E-47E2-4A43-BA34-09C058A5D8BD}" presName="iconBgRect" presStyleLbl="bgShp" presStyleIdx="0" presStyleCnt="4"/>
      <dgm:spPr/>
    </dgm:pt>
    <dgm:pt modelId="{9D67F578-A03A-4855-8CEE-42E6C24D8C72}" type="pres">
      <dgm:prSet presAssocID="{770F7C6E-47E2-4A43-BA34-09C058A5D8BD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58C66607-0D54-4A5A-BFB2-B86FAEA85756}" type="pres">
      <dgm:prSet presAssocID="{770F7C6E-47E2-4A43-BA34-09C058A5D8BD}" presName="spaceRect" presStyleCnt="0"/>
      <dgm:spPr/>
    </dgm:pt>
    <dgm:pt modelId="{D89C7CE7-95D3-45F6-A69F-22743896D403}" type="pres">
      <dgm:prSet presAssocID="{770F7C6E-47E2-4A43-BA34-09C058A5D8BD}" presName="textRect" presStyleLbl="revTx" presStyleIdx="0" presStyleCnt="4">
        <dgm:presLayoutVars>
          <dgm:chMax val="1"/>
          <dgm:chPref val="1"/>
        </dgm:presLayoutVars>
      </dgm:prSet>
      <dgm:spPr/>
    </dgm:pt>
    <dgm:pt modelId="{BDB56AC6-DD2E-4E06-969E-5AF0D8DBFB2F}" type="pres">
      <dgm:prSet presAssocID="{DA783BD8-6449-495A-9C07-4A2BA0293B86}" presName="sibTrans" presStyleLbl="sibTrans2D1" presStyleIdx="0" presStyleCnt="0"/>
      <dgm:spPr/>
    </dgm:pt>
    <dgm:pt modelId="{F189FCAB-1E05-409E-BEB8-305BE23B8C10}" type="pres">
      <dgm:prSet presAssocID="{1F77A75E-8803-4529-97DF-E2FBED585A79}" presName="compNode" presStyleCnt="0"/>
      <dgm:spPr/>
    </dgm:pt>
    <dgm:pt modelId="{B11680E7-62B7-4720-9136-173CD6BF747C}" type="pres">
      <dgm:prSet presAssocID="{1F77A75E-8803-4529-97DF-E2FBED585A79}" presName="iconBgRect" presStyleLbl="bgShp" presStyleIdx="1" presStyleCnt="4"/>
      <dgm:spPr/>
    </dgm:pt>
    <dgm:pt modelId="{FB7859FB-2EFD-47D2-A94D-BB22357A5C63}" type="pres">
      <dgm:prSet presAssocID="{1F77A75E-8803-4529-97DF-E2FBED585A79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A4416EAA-4D8D-408B-923A-0623D0DBDDD9}" type="pres">
      <dgm:prSet presAssocID="{1F77A75E-8803-4529-97DF-E2FBED585A79}" presName="spaceRect" presStyleCnt="0"/>
      <dgm:spPr/>
    </dgm:pt>
    <dgm:pt modelId="{2F510A52-7D40-424D-81C5-0D1EE62A83FB}" type="pres">
      <dgm:prSet presAssocID="{1F77A75E-8803-4529-97DF-E2FBED585A79}" presName="textRect" presStyleLbl="revTx" presStyleIdx="1" presStyleCnt="4">
        <dgm:presLayoutVars>
          <dgm:chMax val="1"/>
          <dgm:chPref val="1"/>
        </dgm:presLayoutVars>
      </dgm:prSet>
      <dgm:spPr/>
    </dgm:pt>
    <dgm:pt modelId="{F926D0AE-7544-42B1-9E39-56354979EEDE}" type="pres">
      <dgm:prSet presAssocID="{B4B28028-B2A2-48FE-8643-F00B52BBCEF0}" presName="sibTrans" presStyleLbl="sibTrans2D1" presStyleIdx="0" presStyleCnt="0"/>
      <dgm:spPr/>
    </dgm:pt>
    <dgm:pt modelId="{4085FD01-8E27-4EB2-91D5-6007839B54F7}" type="pres">
      <dgm:prSet presAssocID="{8662BF53-F861-4E11-BCD4-02E7D964974A}" presName="compNode" presStyleCnt="0"/>
      <dgm:spPr/>
    </dgm:pt>
    <dgm:pt modelId="{060492FC-AFA5-48E0-903B-A5B5B442EA6F}" type="pres">
      <dgm:prSet presAssocID="{8662BF53-F861-4E11-BCD4-02E7D964974A}" presName="iconBgRect" presStyleLbl="bgShp" presStyleIdx="2" presStyleCnt="4"/>
      <dgm:spPr/>
    </dgm:pt>
    <dgm:pt modelId="{1662A866-B32D-4C88-BD88-2B9C22DBF900}" type="pres">
      <dgm:prSet presAssocID="{8662BF53-F861-4E11-BCD4-02E7D964974A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4FF37840-161E-453C-A31A-3FEF11E06DA9}" type="pres">
      <dgm:prSet presAssocID="{8662BF53-F861-4E11-BCD4-02E7D964974A}" presName="spaceRect" presStyleCnt="0"/>
      <dgm:spPr/>
    </dgm:pt>
    <dgm:pt modelId="{C369850F-FD93-4DF2-B206-83AA52DED83B}" type="pres">
      <dgm:prSet presAssocID="{8662BF53-F861-4E11-BCD4-02E7D964974A}" presName="textRect" presStyleLbl="revTx" presStyleIdx="2" presStyleCnt="4">
        <dgm:presLayoutVars>
          <dgm:chMax val="1"/>
          <dgm:chPref val="1"/>
        </dgm:presLayoutVars>
      </dgm:prSet>
      <dgm:spPr/>
    </dgm:pt>
    <dgm:pt modelId="{EAB62111-CD61-4B70-910C-1B9763C5866E}" type="pres">
      <dgm:prSet presAssocID="{78447192-2E1E-436C-815D-ECFFCCABB3D8}" presName="sibTrans" presStyleLbl="sibTrans2D1" presStyleIdx="0" presStyleCnt="0"/>
      <dgm:spPr/>
    </dgm:pt>
    <dgm:pt modelId="{F6E9D066-C08B-45F5-9F8D-5AA7F0CF4457}" type="pres">
      <dgm:prSet presAssocID="{DBE8E1D3-68B9-4D67-B717-740BC785F7C7}" presName="compNode" presStyleCnt="0"/>
      <dgm:spPr/>
    </dgm:pt>
    <dgm:pt modelId="{789E5690-5310-4E78-8BD2-75468EEA72AF}" type="pres">
      <dgm:prSet presAssocID="{DBE8E1D3-68B9-4D67-B717-740BC785F7C7}" presName="iconBgRect" presStyleLbl="bgShp" presStyleIdx="3" presStyleCnt="4"/>
      <dgm:spPr/>
    </dgm:pt>
    <dgm:pt modelId="{CC82D73F-8E40-42E6-8585-C8F703349AEF}" type="pres">
      <dgm:prSet presAssocID="{DBE8E1D3-68B9-4D67-B717-740BC785F7C7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FFC85ECB-6618-44F5-AB6F-0544582B546D}" type="pres">
      <dgm:prSet presAssocID="{DBE8E1D3-68B9-4D67-B717-740BC785F7C7}" presName="spaceRect" presStyleCnt="0"/>
      <dgm:spPr/>
    </dgm:pt>
    <dgm:pt modelId="{AF412764-AEF0-4CD5-AE98-8C895055C45D}" type="pres">
      <dgm:prSet presAssocID="{DBE8E1D3-68B9-4D67-B717-740BC785F7C7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0DEBFE18-986C-4CFF-A05A-F7ED4220BC62}" type="presOf" srcId="{1F77A75E-8803-4529-97DF-E2FBED585A79}" destId="{2F510A52-7D40-424D-81C5-0D1EE62A83FB}" srcOrd="0" destOrd="0" presId="urn:microsoft.com/office/officeart/2018/2/layout/IconCircleList"/>
    <dgm:cxn modelId="{C41A2765-7BB4-449A-B1B8-310BA193A56D}" type="presOf" srcId="{DBE8E1D3-68B9-4D67-B717-740BC785F7C7}" destId="{AF412764-AEF0-4CD5-AE98-8C895055C45D}" srcOrd="0" destOrd="0" presId="urn:microsoft.com/office/officeart/2018/2/layout/IconCircleList"/>
    <dgm:cxn modelId="{0AD96648-9536-4FFF-87E1-CFD6E3B74A14}" type="presOf" srcId="{DA783BD8-6449-495A-9C07-4A2BA0293B86}" destId="{BDB56AC6-DD2E-4E06-969E-5AF0D8DBFB2F}" srcOrd="0" destOrd="0" presId="urn:microsoft.com/office/officeart/2018/2/layout/IconCircleList"/>
    <dgm:cxn modelId="{021B228E-2197-4FE5-9FA0-1519E8A0DC24}" type="presOf" srcId="{78447192-2E1E-436C-815D-ECFFCCABB3D8}" destId="{EAB62111-CD61-4B70-910C-1B9763C5866E}" srcOrd="0" destOrd="0" presId="urn:microsoft.com/office/officeart/2018/2/layout/IconCircleList"/>
    <dgm:cxn modelId="{81506B92-53C2-4C7E-B273-46E46D7B985A}" srcId="{C5A582B7-C3DF-4532-96B2-0CA0BA410D73}" destId="{8662BF53-F861-4E11-BCD4-02E7D964974A}" srcOrd="2" destOrd="0" parTransId="{FDDF7CE0-A6D8-4C76-9C13-B84B500FC1CA}" sibTransId="{78447192-2E1E-436C-815D-ECFFCCABB3D8}"/>
    <dgm:cxn modelId="{84663793-4A8B-49A1-AFDA-770F72B807B2}" srcId="{C5A582B7-C3DF-4532-96B2-0CA0BA410D73}" destId="{770F7C6E-47E2-4A43-BA34-09C058A5D8BD}" srcOrd="0" destOrd="0" parTransId="{5F07607E-8C6B-409F-A6B4-F940F08094C7}" sibTransId="{DA783BD8-6449-495A-9C07-4A2BA0293B86}"/>
    <dgm:cxn modelId="{09290BA8-CBD6-4F6F-B4EB-678DDE2B1CEE}" type="presOf" srcId="{8662BF53-F861-4E11-BCD4-02E7D964974A}" destId="{C369850F-FD93-4DF2-B206-83AA52DED83B}" srcOrd="0" destOrd="0" presId="urn:microsoft.com/office/officeart/2018/2/layout/IconCircleList"/>
    <dgm:cxn modelId="{8CC747B3-D436-4C87-A394-DA7796BD7741}" srcId="{C5A582B7-C3DF-4532-96B2-0CA0BA410D73}" destId="{DBE8E1D3-68B9-4D67-B717-740BC785F7C7}" srcOrd="3" destOrd="0" parTransId="{99C9DCB8-C2EB-4945-AEC3-F832147C2265}" sibTransId="{07525DA5-CD35-4E47-ABF5-DAB6E5C842A1}"/>
    <dgm:cxn modelId="{72081DE8-81DA-4C9F-AEF6-FCDFB987DC09}" type="presOf" srcId="{770F7C6E-47E2-4A43-BA34-09C058A5D8BD}" destId="{D89C7CE7-95D3-45F6-A69F-22743896D403}" srcOrd="0" destOrd="0" presId="urn:microsoft.com/office/officeart/2018/2/layout/IconCircleList"/>
    <dgm:cxn modelId="{F47258E9-5C79-460C-A550-026A71DE738B}" srcId="{C5A582B7-C3DF-4532-96B2-0CA0BA410D73}" destId="{1F77A75E-8803-4529-97DF-E2FBED585A79}" srcOrd="1" destOrd="0" parTransId="{6A9411F5-FBB8-4147-9D98-FA8BF7878DB1}" sibTransId="{B4B28028-B2A2-48FE-8643-F00B52BBCEF0}"/>
    <dgm:cxn modelId="{49DDBBE9-8E68-4F8B-90BF-9D2E355BF449}" type="presOf" srcId="{C5A582B7-C3DF-4532-96B2-0CA0BA410D73}" destId="{71A2F5AB-6CA1-4934-BF34-703FFDD02B36}" srcOrd="0" destOrd="0" presId="urn:microsoft.com/office/officeart/2018/2/layout/IconCircleList"/>
    <dgm:cxn modelId="{DA793DED-D9F7-40B3-8FCE-6B0DC2A6A509}" type="presOf" srcId="{B4B28028-B2A2-48FE-8643-F00B52BBCEF0}" destId="{F926D0AE-7544-42B1-9E39-56354979EEDE}" srcOrd="0" destOrd="0" presId="urn:microsoft.com/office/officeart/2018/2/layout/IconCircleList"/>
    <dgm:cxn modelId="{264500E6-8E29-4C5E-8CEA-7BACC4560DD1}" type="presParOf" srcId="{71A2F5AB-6CA1-4934-BF34-703FFDD02B36}" destId="{A6C1B558-3D3E-4127-9E54-EDF407EB5BC4}" srcOrd="0" destOrd="0" presId="urn:microsoft.com/office/officeart/2018/2/layout/IconCircleList"/>
    <dgm:cxn modelId="{7ADFF158-BF85-4FCB-ABFE-F1D779F08CCA}" type="presParOf" srcId="{A6C1B558-3D3E-4127-9E54-EDF407EB5BC4}" destId="{7D9F952B-3C12-4EFE-9060-D043265C29D6}" srcOrd="0" destOrd="0" presId="urn:microsoft.com/office/officeart/2018/2/layout/IconCircleList"/>
    <dgm:cxn modelId="{8344CA01-A128-400F-9F2B-109FF521D4A8}" type="presParOf" srcId="{7D9F952B-3C12-4EFE-9060-D043265C29D6}" destId="{AE55BAFA-5904-4BBA-A130-8E428AF1B012}" srcOrd="0" destOrd="0" presId="urn:microsoft.com/office/officeart/2018/2/layout/IconCircleList"/>
    <dgm:cxn modelId="{8F995D0A-C97C-4F91-A0F9-20DCA0E34173}" type="presParOf" srcId="{7D9F952B-3C12-4EFE-9060-D043265C29D6}" destId="{9D67F578-A03A-4855-8CEE-42E6C24D8C72}" srcOrd="1" destOrd="0" presId="urn:microsoft.com/office/officeart/2018/2/layout/IconCircleList"/>
    <dgm:cxn modelId="{539ABC2D-4C25-4DB9-8131-3C928F55E6AB}" type="presParOf" srcId="{7D9F952B-3C12-4EFE-9060-D043265C29D6}" destId="{58C66607-0D54-4A5A-BFB2-B86FAEA85756}" srcOrd="2" destOrd="0" presId="urn:microsoft.com/office/officeart/2018/2/layout/IconCircleList"/>
    <dgm:cxn modelId="{AEC4B388-4639-4088-AB34-D4507E2ACC0A}" type="presParOf" srcId="{7D9F952B-3C12-4EFE-9060-D043265C29D6}" destId="{D89C7CE7-95D3-45F6-A69F-22743896D403}" srcOrd="3" destOrd="0" presId="urn:microsoft.com/office/officeart/2018/2/layout/IconCircleList"/>
    <dgm:cxn modelId="{4C4DDB73-4ECC-423A-B840-C797412EAF41}" type="presParOf" srcId="{A6C1B558-3D3E-4127-9E54-EDF407EB5BC4}" destId="{BDB56AC6-DD2E-4E06-969E-5AF0D8DBFB2F}" srcOrd="1" destOrd="0" presId="urn:microsoft.com/office/officeart/2018/2/layout/IconCircleList"/>
    <dgm:cxn modelId="{539B7DBB-B557-4CFF-BB91-70D2A0AB6F51}" type="presParOf" srcId="{A6C1B558-3D3E-4127-9E54-EDF407EB5BC4}" destId="{F189FCAB-1E05-409E-BEB8-305BE23B8C10}" srcOrd="2" destOrd="0" presId="urn:microsoft.com/office/officeart/2018/2/layout/IconCircleList"/>
    <dgm:cxn modelId="{BB5A4491-F52D-4283-A670-47071647BC61}" type="presParOf" srcId="{F189FCAB-1E05-409E-BEB8-305BE23B8C10}" destId="{B11680E7-62B7-4720-9136-173CD6BF747C}" srcOrd="0" destOrd="0" presId="urn:microsoft.com/office/officeart/2018/2/layout/IconCircleList"/>
    <dgm:cxn modelId="{7DE843FD-FF27-426C-8032-FA59E197BA48}" type="presParOf" srcId="{F189FCAB-1E05-409E-BEB8-305BE23B8C10}" destId="{FB7859FB-2EFD-47D2-A94D-BB22357A5C63}" srcOrd="1" destOrd="0" presId="urn:microsoft.com/office/officeart/2018/2/layout/IconCircleList"/>
    <dgm:cxn modelId="{525AFCD2-2A21-4ADC-8627-92E2C69C003D}" type="presParOf" srcId="{F189FCAB-1E05-409E-BEB8-305BE23B8C10}" destId="{A4416EAA-4D8D-408B-923A-0623D0DBDDD9}" srcOrd="2" destOrd="0" presId="urn:microsoft.com/office/officeart/2018/2/layout/IconCircleList"/>
    <dgm:cxn modelId="{B23F007F-1FFE-444C-A5BA-DC0FA2CFE58C}" type="presParOf" srcId="{F189FCAB-1E05-409E-BEB8-305BE23B8C10}" destId="{2F510A52-7D40-424D-81C5-0D1EE62A83FB}" srcOrd="3" destOrd="0" presId="urn:microsoft.com/office/officeart/2018/2/layout/IconCircleList"/>
    <dgm:cxn modelId="{E3C82FCD-D3C5-4854-BAC9-A15611BCB0C0}" type="presParOf" srcId="{A6C1B558-3D3E-4127-9E54-EDF407EB5BC4}" destId="{F926D0AE-7544-42B1-9E39-56354979EEDE}" srcOrd="3" destOrd="0" presId="urn:microsoft.com/office/officeart/2018/2/layout/IconCircleList"/>
    <dgm:cxn modelId="{19867616-707D-4D29-AF60-8193CB7A9A32}" type="presParOf" srcId="{A6C1B558-3D3E-4127-9E54-EDF407EB5BC4}" destId="{4085FD01-8E27-4EB2-91D5-6007839B54F7}" srcOrd="4" destOrd="0" presId="urn:microsoft.com/office/officeart/2018/2/layout/IconCircleList"/>
    <dgm:cxn modelId="{039E807F-FEA5-497E-BD81-26B618A6AFED}" type="presParOf" srcId="{4085FD01-8E27-4EB2-91D5-6007839B54F7}" destId="{060492FC-AFA5-48E0-903B-A5B5B442EA6F}" srcOrd="0" destOrd="0" presId="urn:microsoft.com/office/officeart/2018/2/layout/IconCircleList"/>
    <dgm:cxn modelId="{AF328EB1-A48B-447B-87A9-33F6D1166684}" type="presParOf" srcId="{4085FD01-8E27-4EB2-91D5-6007839B54F7}" destId="{1662A866-B32D-4C88-BD88-2B9C22DBF900}" srcOrd="1" destOrd="0" presId="urn:microsoft.com/office/officeart/2018/2/layout/IconCircleList"/>
    <dgm:cxn modelId="{59801A86-2656-4C9B-A62B-3E842DDE6147}" type="presParOf" srcId="{4085FD01-8E27-4EB2-91D5-6007839B54F7}" destId="{4FF37840-161E-453C-A31A-3FEF11E06DA9}" srcOrd="2" destOrd="0" presId="urn:microsoft.com/office/officeart/2018/2/layout/IconCircleList"/>
    <dgm:cxn modelId="{55E99A75-7E29-4041-B5C6-2149067F8B34}" type="presParOf" srcId="{4085FD01-8E27-4EB2-91D5-6007839B54F7}" destId="{C369850F-FD93-4DF2-B206-83AA52DED83B}" srcOrd="3" destOrd="0" presId="urn:microsoft.com/office/officeart/2018/2/layout/IconCircleList"/>
    <dgm:cxn modelId="{50AB7843-D3E6-4B15-9C65-24C68DD650F8}" type="presParOf" srcId="{A6C1B558-3D3E-4127-9E54-EDF407EB5BC4}" destId="{EAB62111-CD61-4B70-910C-1B9763C5866E}" srcOrd="5" destOrd="0" presId="urn:microsoft.com/office/officeart/2018/2/layout/IconCircleList"/>
    <dgm:cxn modelId="{C06EC296-EFD4-41BF-BD34-B53265D1D1BF}" type="presParOf" srcId="{A6C1B558-3D3E-4127-9E54-EDF407EB5BC4}" destId="{F6E9D066-C08B-45F5-9F8D-5AA7F0CF4457}" srcOrd="6" destOrd="0" presId="urn:microsoft.com/office/officeart/2018/2/layout/IconCircleList"/>
    <dgm:cxn modelId="{4D0DB3F7-4119-4B1F-B95A-665F46E384CA}" type="presParOf" srcId="{F6E9D066-C08B-45F5-9F8D-5AA7F0CF4457}" destId="{789E5690-5310-4E78-8BD2-75468EEA72AF}" srcOrd="0" destOrd="0" presId="urn:microsoft.com/office/officeart/2018/2/layout/IconCircleList"/>
    <dgm:cxn modelId="{78DF0ABE-7A47-4FB1-9DEC-0F162A852FE0}" type="presParOf" srcId="{F6E9D066-C08B-45F5-9F8D-5AA7F0CF4457}" destId="{CC82D73F-8E40-42E6-8585-C8F703349AEF}" srcOrd="1" destOrd="0" presId="urn:microsoft.com/office/officeart/2018/2/layout/IconCircleList"/>
    <dgm:cxn modelId="{8579E3DB-F583-4FC3-BCB9-B48B3C279755}" type="presParOf" srcId="{F6E9D066-C08B-45F5-9F8D-5AA7F0CF4457}" destId="{FFC85ECB-6618-44F5-AB6F-0544582B546D}" srcOrd="2" destOrd="0" presId="urn:microsoft.com/office/officeart/2018/2/layout/IconCircleList"/>
    <dgm:cxn modelId="{F5686066-4AF7-4F01-99E0-55534B75FC23}" type="presParOf" srcId="{F6E9D066-C08B-45F5-9F8D-5AA7F0CF4457}" destId="{AF412764-AEF0-4CD5-AE98-8C895055C45D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1.xml><?xml version="1.0" encoding="utf-8"?>
<dgm:dataModel xmlns:dgm="http://schemas.openxmlformats.org/drawingml/2006/diagram" xmlns:a="http://schemas.openxmlformats.org/drawingml/2006/main">
  <dgm:ptLst>
    <dgm:pt modelId="{B04F6014-1584-4884-BF2C-1A81F5076E93}" type="doc">
      <dgm:prSet loTypeId="urn:microsoft.com/office/officeart/2018/2/layout/IconVerticalSolidList" loCatId="icon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8DD69F35-43F6-4ACF-87DE-81978A65F53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i="1"/>
            <a:t>sp_invoke_external_rest_endpoint </a:t>
          </a:r>
          <a:r>
            <a:rPr lang="en-US"/>
            <a:t>— call any REST service from T-SQL</a:t>
          </a:r>
        </a:p>
      </dgm:t>
    </dgm:pt>
    <dgm:pt modelId="{358AC742-5B67-443F-B4C9-56C725BDDCFA}" type="parTrans" cxnId="{2993294B-81C7-42C6-82ED-53BDC85B9EE3}">
      <dgm:prSet/>
      <dgm:spPr/>
      <dgm:t>
        <a:bodyPr/>
        <a:lstStyle/>
        <a:p>
          <a:endParaRPr lang="en-US"/>
        </a:p>
      </dgm:t>
    </dgm:pt>
    <dgm:pt modelId="{6B08DB8B-D3C0-43CF-B0C9-E3630AFD0A8D}" type="sibTrans" cxnId="{2993294B-81C7-42C6-82ED-53BDC85B9EE3}">
      <dgm:prSet/>
      <dgm:spPr/>
      <dgm:t>
        <a:bodyPr/>
        <a:lstStyle/>
        <a:p>
          <a:endParaRPr lang="en-US"/>
        </a:p>
      </dgm:t>
    </dgm:pt>
    <dgm:pt modelId="{0AFDAE05-AB56-456F-8EF8-DCB5FE9E597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Not limited to AI models: any REST service, webhooks, external APIs</a:t>
          </a:r>
        </a:p>
      </dgm:t>
    </dgm:pt>
    <dgm:pt modelId="{61A9C0F3-B225-4F44-85D4-4A880B84F466}" type="parTrans" cxnId="{E440E9E1-6A67-4555-90E7-306FE64F9AFA}">
      <dgm:prSet/>
      <dgm:spPr/>
      <dgm:t>
        <a:bodyPr/>
        <a:lstStyle/>
        <a:p>
          <a:endParaRPr lang="en-US"/>
        </a:p>
      </dgm:t>
    </dgm:pt>
    <dgm:pt modelId="{DF9AFBB0-E75C-43A5-BADF-50F810FD5D18}" type="sibTrans" cxnId="{E440E9E1-6A67-4555-90E7-306FE64F9AFA}">
      <dgm:prSet/>
      <dgm:spPr/>
      <dgm:t>
        <a:bodyPr/>
        <a:lstStyle/>
        <a:p>
          <a:endParaRPr lang="en-US"/>
        </a:p>
      </dgm:t>
    </dgm:pt>
    <dgm:pt modelId="{2794F0FC-405E-4C31-BD93-44DC3ED9A0B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Enables SQL Server as an orchestration point for external services</a:t>
          </a:r>
        </a:p>
      </dgm:t>
    </dgm:pt>
    <dgm:pt modelId="{A90F5AD1-0604-434F-9F69-49CD4AFE0777}" type="parTrans" cxnId="{37B21499-FAFC-41BC-8ADE-10324BDDB552}">
      <dgm:prSet/>
      <dgm:spPr/>
      <dgm:t>
        <a:bodyPr/>
        <a:lstStyle/>
        <a:p>
          <a:endParaRPr lang="en-US"/>
        </a:p>
      </dgm:t>
    </dgm:pt>
    <dgm:pt modelId="{23D40435-4803-4ED8-B57F-7FE57E7315D7}" type="sibTrans" cxnId="{37B21499-FAFC-41BC-8ADE-10324BDDB552}">
      <dgm:prSet/>
      <dgm:spPr/>
      <dgm:t>
        <a:bodyPr/>
        <a:lstStyle/>
        <a:p>
          <a:endParaRPr lang="en-US"/>
        </a:p>
      </dgm:t>
    </dgm:pt>
    <dgm:pt modelId="{5DD8341F-B215-4045-B5E5-867A90AE5526}" type="pres">
      <dgm:prSet presAssocID="{B04F6014-1584-4884-BF2C-1A81F5076E93}" presName="root" presStyleCnt="0">
        <dgm:presLayoutVars>
          <dgm:dir/>
          <dgm:resizeHandles val="exact"/>
        </dgm:presLayoutVars>
      </dgm:prSet>
      <dgm:spPr/>
    </dgm:pt>
    <dgm:pt modelId="{6C0A8DFA-1F45-44E4-81BB-BF0DD3352578}" type="pres">
      <dgm:prSet presAssocID="{8DD69F35-43F6-4ACF-87DE-81978A65F538}" presName="compNode" presStyleCnt="0"/>
      <dgm:spPr/>
    </dgm:pt>
    <dgm:pt modelId="{8E247AE5-9B89-4145-B11D-095AA81FC740}" type="pres">
      <dgm:prSet presAssocID="{8DD69F35-43F6-4ACF-87DE-81978A65F538}" presName="bgRect" presStyleLbl="bgShp" presStyleIdx="0" presStyleCnt="3"/>
      <dgm:spPr/>
    </dgm:pt>
    <dgm:pt modelId="{D79834AA-81C2-4FE2-9A2F-9B30DA0CD6E4}" type="pres">
      <dgm:prSet presAssocID="{8DD69F35-43F6-4ACF-87DE-81978A65F538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4C2774D2-7E27-4899-881F-ACA8DF1A455D}" type="pres">
      <dgm:prSet presAssocID="{8DD69F35-43F6-4ACF-87DE-81978A65F538}" presName="spaceRect" presStyleCnt="0"/>
      <dgm:spPr/>
    </dgm:pt>
    <dgm:pt modelId="{16578AFD-B5A2-4703-9CAC-20E1DC089137}" type="pres">
      <dgm:prSet presAssocID="{8DD69F35-43F6-4ACF-87DE-81978A65F538}" presName="parTx" presStyleLbl="revTx" presStyleIdx="0" presStyleCnt="3">
        <dgm:presLayoutVars>
          <dgm:chMax val="0"/>
          <dgm:chPref val="0"/>
        </dgm:presLayoutVars>
      </dgm:prSet>
      <dgm:spPr/>
    </dgm:pt>
    <dgm:pt modelId="{7BC0F8C2-2FAF-4936-8EE7-C8977852C7F4}" type="pres">
      <dgm:prSet presAssocID="{6B08DB8B-D3C0-43CF-B0C9-E3630AFD0A8D}" presName="sibTrans" presStyleCnt="0"/>
      <dgm:spPr/>
    </dgm:pt>
    <dgm:pt modelId="{C28DDD34-A6C4-4237-884B-F710B8991D29}" type="pres">
      <dgm:prSet presAssocID="{0AFDAE05-AB56-456F-8EF8-DCB5FE9E597B}" presName="compNode" presStyleCnt="0"/>
      <dgm:spPr/>
    </dgm:pt>
    <dgm:pt modelId="{DB9A596E-42EA-49B1-9BD9-082DA30FA01B}" type="pres">
      <dgm:prSet presAssocID="{0AFDAE05-AB56-456F-8EF8-DCB5FE9E597B}" presName="bgRect" presStyleLbl="bgShp" presStyleIdx="1" presStyleCnt="3"/>
      <dgm:spPr/>
    </dgm:pt>
    <dgm:pt modelId="{E0CD600C-9B8E-46A4-B34E-47D948C71D41}" type="pres">
      <dgm:prSet presAssocID="{0AFDAE05-AB56-456F-8EF8-DCB5FE9E597B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F39D106B-EE7B-4329-B3E4-F0F52E827375}" type="pres">
      <dgm:prSet presAssocID="{0AFDAE05-AB56-456F-8EF8-DCB5FE9E597B}" presName="spaceRect" presStyleCnt="0"/>
      <dgm:spPr/>
    </dgm:pt>
    <dgm:pt modelId="{73A4B89C-E1EC-463A-8A8F-007CB54D0B48}" type="pres">
      <dgm:prSet presAssocID="{0AFDAE05-AB56-456F-8EF8-DCB5FE9E597B}" presName="parTx" presStyleLbl="revTx" presStyleIdx="1" presStyleCnt="3">
        <dgm:presLayoutVars>
          <dgm:chMax val="0"/>
          <dgm:chPref val="0"/>
        </dgm:presLayoutVars>
      </dgm:prSet>
      <dgm:spPr/>
    </dgm:pt>
    <dgm:pt modelId="{6B72E529-DDA2-4A01-9210-A79BE541C9C2}" type="pres">
      <dgm:prSet presAssocID="{DF9AFBB0-E75C-43A5-BADF-50F810FD5D18}" presName="sibTrans" presStyleCnt="0"/>
      <dgm:spPr/>
    </dgm:pt>
    <dgm:pt modelId="{5422365B-21E2-4B74-BE30-23CE64499C35}" type="pres">
      <dgm:prSet presAssocID="{2794F0FC-405E-4C31-BD93-44DC3ED9A0B3}" presName="compNode" presStyleCnt="0"/>
      <dgm:spPr/>
    </dgm:pt>
    <dgm:pt modelId="{801E4A2B-BA49-4CC7-98EF-1FB795B32438}" type="pres">
      <dgm:prSet presAssocID="{2794F0FC-405E-4C31-BD93-44DC3ED9A0B3}" presName="bgRect" presStyleLbl="bgShp" presStyleIdx="2" presStyleCnt="3"/>
      <dgm:spPr/>
    </dgm:pt>
    <dgm:pt modelId="{6CA1685E-5B7B-4F32-8D7E-CE66A1B59F77}" type="pres">
      <dgm:prSet presAssocID="{2794F0FC-405E-4C31-BD93-44DC3ED9A0B3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63BE757B-AD49-4C8C-BB86-A3EF2D37F1CC}" type="pres">
      <dgm:prSet presAssocID="{2794F0FC-405E-4C31-BD93-44DC3ED9A0B3}" presName="spaceRect" presStyleCnt="0"/>
      <dgm:spPr/>
    </dgm:pt>
    <dgm:pt modelId="{E60F38C0-FBBD-496E-8378-6C33C5A46CB9}" type="pres">
      <dgm:prSet presAssocID="{2794F0FC-405E-4C31-BD93-44DC3ED9A0B3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D1BAAB05-447B-49A9-9288-41997553A6FE}" type="presOf" srcId="{B04F6014-1584-4884-BF2C-1A81F5076E93}" destId="{5DD8341F-B215-4045-B5E5-867A90AE5526}" srcOrd="0" destOrd="0" presId="urn:microsoft.com/office/officeart/2018/2/layout/IconVerticalSolidList"/>
    <dgm:cxn modelId="{2993294B-81C7-42C6-82ED-53BDC85B9EE3}" srcId="{B04F6014-1584-4884-BF2C-1A81F5076E93}" destId="{8DD69F35-43F6-4ACF-87DE-81978A65F538}" srcOrd="0" destOrd="0" parTransId="{358AC742-5B67-443F-B4C9-56C725BDDCFA}" sibTransId="{6B08DB8B-D3C0-43CF-B0C9-E3630AFD0A8D}"/>
    <dgm:cxn modelId="{00AC934F-E1A9-4BC9-9E8F-86CE35146FAE}" type="presOf" srcId="{2794F0FC-405E-4C31-BD93-44DC3ED9A0B3}" destId="{E60F38C0-FBBD-496E-8378-6C33C5A46CB9}" srcOrd="0" destOrd="0" presId="urn:microsoft.com/office/officeart/2018/2/layout/IconVerticalSolidList"/>
    <dgm:cxn modelId="{37B21499-FAFC-41BC-8ADE-10324BDDB552}" srcId="{B04F6014-1584-4884-BF2C-1A81F5076E93}" destId="{2794F0FC-405E-4C31-BD93-44DC3ED9A0B3}" srcOrd="2" destOrd="0" parTransId="{A90F5AD1-0604-434F-9F69-49CD4AFE0777}" sibTransId="{23D40435-4803-4ED8-B57F-7FE57E7315D7}"/>
    <dgm:cxn modelId="{6D6B97A1-E6FB-4583-8555-35BCE6CBA2EF}" type="presOf" srcId="{8DD69F35-43F6-4ACF-87DE-81978A65F538}" destId="{16578AFD-B5A2-4703-9CAC-20E1DC089137}" srcOrd="0" destOrd="0" presId="urn:microsoft.com/office/officeart/2018/2/layout/IconVerticalSolidList"/>
    <dgm:cxn modelId="{0A1FCCBB-9DF6-4045-889E-ACFACB9813B3}" type="presOf" srcId="{0AFDAE05-AB56-456F-8EF8-DCB5FE9E597B}" destId="{73A4B89C-E1EC-463A-8A8F-007CB54D0B48}" srcOrd="0" destOrd="0" presId="urn:microsoft.com/office/officeart/2018/2/layout/IconVerticalSolidList"/>
    <dgm:cxn modelId="{E440E9E1-6A67-4555-90E7-306FE64F9AFA}" srcId="{B04F6014-1584-4884-BF2C-1A81F5076E93}" destId="{0AFDAE05-AB56-456F-8EF8-DCB5FE9E597B}" srcOrd="1" destOrd="0" parTransId="{61A9C0F3-B225-4F44-85D4-4A880B84F466}" sibTransId="{DF9AFBB0-E75C-43A5-BADF-50F810FD5D18}"/>
    <dgm:cxn modelId="{BFA39F36-8904-4DC0-8750-40EA76F09AD5}" type="presParOf" srcId="{5DD8341F-B215-4045-B5E5-867A90AE5526}" destId="{6C0A8DFA-1F45-44E4-81BB-BF0DD3352578}" srcOrd="0" destOrd="0" presId="urn:microsoft.com/office/officeart/2018/2/layout/IconVerticalSolidList"/>
    <dgm:cxn modelId="{FA4B7335-0C27-4C24-8639-D94A01420F20}" type="presParOf" srcId="{6C0A8DFA-1F45-44E4-81BB-BF0DD3352578}" destId="{8E247AE5-9B89-4145-B11D-095AA81FC740}" srcOrd="0" destOrd="0" presId="urn:microsoft.com/office/officeart/2018/2/layout/IconVerticalSolidList"/>
    <dgm:cxn modelId="{B2D45A12-B59E-422F-94CB-B7C9EC1171BF}" type="presParOf" srcId="{6C0A8DFA-1F45-44E4-81BB-BF0DD3352578}" destId="{D79834AA-81C2-4FE2-9A2F-9B30DA0CD6E4}" srcOrd="1" destOrd="0" presId="urn:microsoft.com/office/officeart/2018/2/layout/IconVerticalSolidList"/>
    <dgm:cxn modelId="{E0E3C6C2-3BA2-45D6-8B5E-96D903696EBF}" type="presParOf" srcId="{6C0A8DFA-1F45-44E4-81BB-BF0DD3352578}" destId="{4C2774D2-7E27-4899-881F-ACA8DF1A455D}" srcOrd="2" destOrd="0" presId="urn:microsoft.com/office/officeart/2018/2/layout/IconVerticalSolidList"/>
    <dgm:cxn modelId="{56910501-7F96-480F-8092-650720ED6A4F}" type="presParOf" srcId="{6C0A8DFA-1F45-44E4-81BB-BF0DD3352578}" destId="{16578AFD-B5A2-4703-9CAC-20E1DC089137}" srcOrd="3" destOrd="0" presId="urn:microsoft.com/office/officeart/2018/2/layout/IconVerticalSolidList"/>
    <dgm:cxn modelId="{0246E2B6-589C-401E-BB01-09F32752A9A2}" type="presParOf" srcId="{5DD8341F-B215-4045-B5E5-867A90AE5526}" destId="{7BC0F8C2-2FAF-4936-8EE7-C8977852C7F4}" srcOrd="1" destOrd="0" presId="urn:microsoft.com/office/officeart/2018/2/layout/IconVerticalSolidList"/>
    <dgm:cxn modelId="{8680BBF2-DB6B-4CBF-9435-1ADD3E23C656}" type="presParOf" srcId="{5DD8341F-B215-4045-B5E5-867A90AE5526}" destId="{C28DDD34-A6C4-4237-884B-F710B8991D29}" srcOrd="2" destOrd="0" presId="urn:microsoft.com/office/officeart/2018/2/layout/IconVerticalSolidList"/>
    <dgm:cxn modelId="{4EF6F75D-88FE-4543-8C4A-7D63C810A40C}" type="presParOf" srcId="{C28DDD34-A6C4-4237-884B-F710B8991D29}" destId="{DB9A596E-42EA-49B1-9BD9-082DA30FA01B}" srcOrd="0" destOrd="0" presId="urn:microsoft.com/office/officeart/2018/2/layout/IconVerticalSolidList"/>
    <dgm:cxn modelId="{2F749E46-2D79-41B5-8211-15248B68A96F}" type="presParOf" srcId="{C28DDD34-A6C4-4237-884B-F710B8991D29}" destId="{E0CD600C-9B8E-46A4-B34E-47D948C71D41}" srcOrd="1" destOrd="0" presId="urn:microsoft.com/office/officeart/2018/2/layout/IconVerticalSolidList"/>
    <dgm:cxn modelId="{6DA64B76-3860-4DAA-8DC7-187B40AE0766}" type="presParOf" srcId="{C28DDD34-A6C4-4237-884B-F710B8991D29}" destId="{F39D106B-EE7B-4329-B3E4-F0F52E827375}" srcOrd="2" destOrd="0" presId="urn:microsoft.com/office/officeart/2018/2/layout/IconVerticalSolidList"/>
    <dgm:cxn modelId="{927B4465-9468-4E8A-9C90-9CE1236F358B}" type="presParOf" srcId="{C28DDD34-A6C4-4237-884B-F710B8991D29}" destId="{73A4B89C-E1EC-463A-8A8F-007CB54D0B48}" srcOrd="3" destOrd="0" presId="urn:microsoft.com/office/officeart/2018/2/layout/IconVerticalSolidList"/>
    <dgm:cxn modelId="{DBA5B003-0B1B-4829-A29A-736D9AA296D6}" type="presParOf" srcId="{5DD8341F-B215-4045-B5E5-867A90AE5526}" destId="{6B72E529-DDA2-4A01-9210-A79BE541C9C2}" srcOrd="3" destOrd="0" presId="urn:microsoft.com/office/officeart/2018/2/layout/IconVerticalSolidList"/>
    <dgm:cxn modelId="{5CD85379-9F00-44BF-8406-05EF869CECB2}" type="presParOf" srcId="{5DD8341F-B215-4045-B5E5-867A90AE5526}" destId="{5422365B-21E2-4B74-BE30-23CE64499C35}" srcOrd="4" destOrd="0" presId="urn:microsoft.com/office/officeart/2018/2/layout/IconVerticalSolidList"/>
    <dgm:cxn modelId="{4FC9A05F-BC73-4FB2-9938-748FF9697323}" type="presParOf" srcId="{5422365B-21E2-4B74-BE30-23CE64499C35}" destId="{801E4A2B-BA49-4CC7-98EF-1FB795B32438}" srcOrd="0" destOrd="0" presId="urn:microsoft.com/office/officeart/2018/2/layout/IconVerticalSolidList"/>
    <dgm:cxn modelId="{8320A252-0566-447F-97C2-3BEDB3AFA883}" type="presParOf" srcId="{5422365B-21E2-4B74-BE30-23CE64499C35}" destId="{6CA1685E-5B7B-4F32-8D7E-CE66A1B59F77}" srcOrd="1" destOrd="0" presId="urn:microsoft.com/office/officeart/2018/2/layout/IconVerticalSolidList"/>
    <dgm:cxn modelId="{B7D545CD-AD98-4FB4-B469-2AE9BCF6D826}" type="presParOf" srcId="{5422365B-21E2-4B74-BE30-23CE64499C35}" destId="{63BE757B-AD49-4C8C-BB86-A3EF2D37F1CC}" srcOrd="2" destOrd="0" presId="urn:microsoft.com/office/officeart/2018/2/layout/IconVerticalSolidList"/>
    <dgm:cxn modelId="{B33F53D0-CEC3-4773-A373-ADF2E9E4F08C}" type="presParOf" srcId="{5422365B-21E2-4B74-BE30-23CE64499C35}" destId="{E60F38C0-FBBD-496E-8378-6C33C5A46CB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2.xml><?xml version="1.0" encoding="utf-8"?>
<dgm:dataModel xmlns:dgm="http://schemas.openxmlformats.org/drawingml/2006/diagram" xmlns:a="http://schemas.openxmlformats.org/drawingml/2006/main">
  <dgm:ptLst>
    <dgm:pt modelId="{8C3B2DC4-7ADA-48BE-8526-82A9891F7FBD}" type="doc">
      <dgm:prSet loTypeId="urn:microsoft.com/office/officeart/2018/2/layout/IconVerticalSolidList" loCatId="icon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1CE3860A-6B37-4DF7-97A0-5EF652C0FE7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Official Microsoft Python driver</a:t>
          </a:r>
        </a:p>
      </dgm:t>
    </dgm:pt>
    <dgm:pt modelId="{AC9651E4-7FE6-45A8-9B79-4544DB78F923}" type="parTrans" cxnId="{B1194DE4-1112-4815-AAFB-DE4F4FA9D999}">
      <dgm:prSet/>
      <dgm:spPr/>
      <dgm:t>
        <a:bodyPr/>
        <a:lstStyle/>
        <a:p>
          <a:endParaRPr lang="en-US"/>
        </a:p>
      </dgm:t>
    </dgm:pt>
    <dgm:pt modelId="{214F6593-5C5B-4D59-8D01-D5146AE758BA}" type="sibTrans" cxnId="{B1194DE4-1112-4815-AAFB-DE4F4FA9D999}">
      <dgm:prSet/>
      <dgm:spPr/>
      <dgm:t>
        <a:bodyPr/>
        <a:lstStyle/>
        <a:p>
          <a:endParaRPr lang="en-US"/>
        </a:p>
      </dgm:t>
    </dgm:pt>
    <dgm:pt modelId="{BD364265-3C36-4C36-88D9-221900A273B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First-class Python support for SQL Server connectivity</a:t>
          </a:r>
        </a:p>
      </dgm:t>
    </dgm:pt>
    <dgm:pt modelId="{4F29190B-5A39-4DA1-88D7-8A5090119532}" type="parTrans" cxnId="{F601D4BF-764D-4DE2-A1BD-BD2FC584B6BD}">
      <dgm:prSet/>
      <dgm:spPr/>
      <dgm:t>
        <a:bodyPr/>
        <a:lstStyle/>
        <a:p>
          <a:endParaRPr lang="en-US"/>
        </a:p>
      </dgm:t>
    </dgm:pt>
    <dgm:pt modelId="{4221DD85-2EE3-4BF0-82DF-A1DE9102DF29}" type="sibTrans" cxnId="{F601D4BF-764D-4DE2-A1BD-BD2FC584B6BD}">
      <dgm:prSet/>
      <dgm:spPr/>
      <dgm:t>
        <a:bodyPr/>
        <a:lstStyle/>
        <a:p>
          <a:endParaRPr lang="en-US"/>
        </a:p>
      </dgm:t>
    </dgm:pt>
    <dgm:pt modelId="{2A6C79AF-E77B-4231-81F1-0F653B344AD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Integrates with popular data science and ML frameworks</a:t>
          </a:r>
        </a:p>
      </dgm:t>
    </dgm:pt>
    <dgm:pt modelId="{47E677D0-44AE-4BCB-8D0D-0C3241D254D2}" type="parTrans" cxnId="{86400B4E-90A2-4D28-824C-A4280BDA0E5F}">
      <dgm:prSet/>
      <dgm:spPr/>
      <dgm:t>
        <a:bodyPr/>
        <a:lstStyle/>
        <a:p>
          <a:endParaRPr lang="en-US"/>
        </a:p>
      </dgm:t>
    </dgm:pt>
    <dgm:pt modelId="{491F3E46-8532-40D1-BD88-9F955DD8E58B}" type="sibTrans" cxnId="{86400B4E-90A2-4D28-824C-A4280BDA0E5F}">
      <dgm:prSet/>
      <dgm:spPr/>
      <dgm:t>
        <a:bodyPr/>
        <a:lstStyle/>
        <a:p>
          <a:endParaRPr lang="en-US"/>
        </a:p>
      </dgm:t>
    </dgm:pt>
    <dgm:pt modelId="{CA05B11C-EEC9-49F4-B32B-AFDE6DCE6CC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Complements the existing ODBC, JDBC, and .NET drivers</a:t>
          </a:r>
        </a:p>
      </dgm:t>
    </dgm:pt>
    <dgm:pt modelId="{06060639-6AC3-40F8-944A-83CC131C6EA1}" type="parTrans" cxnId="{2CFE7BAB-6C4C-4395-96E3-CD12BA04599F}">
      <dgm:prSet/>
      <dgm:spPr/>
      <dgm:t>
        <a:bodyPr/>
        <a:lstStyle/>
        <a:p>
          <a:endParaRPr lang="en-US"/>
        </a:p>
      </dgm:t>
    </dgm:pt>
    <dgm:pt modelId="{ACBDFD6E-EA94-4A1D-99A3-2613D5484622}" type="sibTrans" cxnId="{2CFE7BAB-6C4C-4395-96E3-CD12BA04599F}">
      <dgm:prSet/>
      <dgm:spPr/>
      <dgm:t>
        <a:bodyPr/>
        <a:lstStyle/>
        <a:p>
          <a:endParaRPr lang="en-US"/>
        </a:p>
      </dgm:t>
    </dgm:pt>
    <dgm:pt modelId="{009CFEC6-5F0D-4106-BB2E-5B7EAA5400CF}" type="pres">
      <dgm:prSet presAssocID="{8C3B2DC4-7ADA-48BE-8526-82A9891F7FBD}" presName="root" presStyleCnt="0">
        <dgm:presLayoutVars>
          <dgm:dir/>
          <dgm:resizeHandles val="exact"/>
        </dgm:presLayoutVars>
      </dgm:prSet>
      <dgm:spPr/>
    </dgm:pt>
    <dgm:pt modelId="{D332FE70-EBC9-4912-9B78-ABC16E4B24FE}" type="pres">
      <dgm:prSet presAssocID="{1CE3860A-6B37-4DF7-97A0-5EF652C0FE7E}" presName="compNode" presStyleCnt="0"/>
      <dgm:spPr/>
    </dgm:pt>
    <dgm:pt modelId="{CBADBB1F-E9B1-485E-910F-962C56C7D6F1}" type="pres">
      <dgm:prSet presAssocID="{1CE3860A-6B37-4DF7-97A0-5EF652C0FE7E}" presName="bgRect" presStyleLbl="bgShp" presStyleIdx="0" presStyleCnt="4"/>
      <dgm:spPr/>
    </dgm:pt>
    <dgm:pt modelId="{82433B45-680A-4E5D-99EC-765D970DF417}" type="pres">
      <dgm:prSet presAssocID="{1CE3860A-6B37-4DF7-97A0-5EF652C0FE7E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545F339F-71B9-47AD-A8F7-F7F1C5D9615E}" type="pres">
      <dgm:prSet presAssocID="{1CE3860A-6B37-4DF7-97A0-5EF652C0FE7E}" presName="spaceRect" presStyleCnt="0"/>
      <dgm:spPr/>
    </dgm:pt>
    <dgm:pt modelId="{73C74D3D-8B94-4AF1-88C2-7B2A7BA7BAD1}" type="pres">
      <dgm:prSet presAssocID="{1CE3860A-6B37-4DF7-97A0-5EF652C0FE7E}" presName="parTx" presStyleLbl="revTx" presStyleIdx="0" presStyleCnt="4">
        <dgm:presLayoutVars>
          <dgm:chMax val="0"/>
          <dgm:chPref val="0"/>
        </dgm:presLayoutVars>
      </dgm:prSet>
      <dgm:spPr/>
    </dgm:pt>
    <dgm:pt modelId="{7BFAF761-9FD0-428A-858A-61DAED81EC8B}" type="pres">
      <dgm:prSet presAssocID="{214F6593-5C5B-4D59-8D01-D5146AE758BA}" presName="sibTrans" presStyleCnt="0"/>
      <dgm:spPr/>
    </dgm:pt>
    <dgm:pt modelId="{C4F54631-E32F-4633-9553-5F4C89FFF839}" type="pres">
      <dgm:prSet presAssocID="{BD364265-3C36-4C36-88D9-221900A273B8}" presName="compNode" presStyleCnt="0"/>
      <dgm:spPr/>
    </dgm:pt>
    <dgm:pt modelId="{26EBAC1B-A096-4622-A05E-94BB92035677}" type="pres">
      <dgm:prSet presAssocID="{BD364265-3C36-4C36-88D9-221900A273B8}" presName="bgRect" presStyleLbl="bgShp" presStyleIdx="1" presStyleCnt="4"/>
      <dgm:spPr/>
    </dgm:pt>
    <dgm:pt modelId="{9CEFB33B-606C-4FBA-B65F-2CEB1271E0AA}" type="pres">
      <dgm:prSet presAssocID="{BD364265-3C36-4C36-88D9-221900A273B8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05199962-E632-40B0-94E9-6DE60F8BBFEE}" type="pres">
      <dgm:prSet presAssocID="{BD364265-3C36-4C36-88D9-221900A273B8}" presName="spaceRect" presStyleCnt="0"/>
      <dgm:spPr/>
    </dgm:pt>
    <dgm:pt modelId="{177E01DC-2DED-44B9-BC08-F1D037D96BDA}" type="pres">
      <dgm:prSet presAssocID="{BD364265-3C36-4C36-88D9-221900A273B8}" presName="parTx" presStyleLbl="revTx" presStyleIdx="1" presStyleCnt="4">
        <dgm:presLayoutVars>
          <dgm:chMax val="0"/>
          <dgm:chPref val="0"/>
        </dgm:presLayoutVars>
      </dgm:prSet>
      <dgm:spPr/>
    </dgm:pt>
    <dgm:pt modelId="{F2AAB0D9-E773-487D-A685-88B2A6C504C1}" type="pres">
      <dgm:prSet presAssocID="{4221DD85-2EE3-4BF0-82DF-A1DE9102DF29}" presName="sibTrans" presStyleCnt="0"/>
      <dgm:spPr/>
    </dgm:pt>
    <dgm:pt modelId="{1CEA1CBC-7891-4600-AF15-4F5A8100776C}" type="pres">
      <dgm:prSet presAssocID="{2A6C79AF-E77B-4231-81F1-0F653B344AD4}" presName="compNode" presStyleCnt="0"/>
      <dgm:spPr/>
    </dgm:pt>
    <dgm:pt modelId="{128A2334-CADD-4E29-B387-D7F83DD59363}" type="pres">
      <dgm:prSet presAssocID="{2A6C79AF-E77B-4231-81F1-0F653B344AD4}" presName="bgRect" presStyleLbl="bgShp" presStyleIdx="2" presStyleCnt="4"/>
      <dgm:spPr/>
    </dgm:pt>
    <dgm:pt modelId="{C2DE1F17-A04E-4B63-A212-43E3794D38B2}" type="pres">
      <dgm:prSet presAssocID="{2A6C79AF-E77B-4231-81F1-0F653B344AD4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64FACD11-4481-4B02-BF0A-D145030497A7}" type="pres">
      <dgm:prSet presAssocID="{2A6C79AF-E77B-4231-81F1-0F653B344AD4}" presName="spaceRect" presStyleCnt="0"/>
      <dgm:spPr/>
    </dgm:pt>
    <dgm:pt modelId="{7083E304-297E-4643-8F70-CED5A7445908}" type="pres">
      <dgm:prSet presAssocID="{2A6C79AF-E77B-4231-81F1-0F653B344AD4}" presName="parTx" presStyleLbl="revTx" presStyleIdx="2" presStyleCnt="4">
        <dgm:presLayoutVars>
          <dgm:chMax val="0"/>
          <dgm:chPref val="0"/>
        </dgm:presLayoutVars>
      </dgm:prSet>
      <dgm:spPr/>
    </dgm:pt>
    <dgm:pt modelId="{BC093147-2940-4FCA-9DC7-4FC7BE618DFD}" type="pres">
      <dgm:prSet presAssocID="{491F3E46-8532-40D1-BD88-9F955DD8E58B}" presName="sibTrans" presStyleCnt="0"/>
      <dgm:spPr/>
    </dgm:pt>
    <dgm:pt modelId="{91DBAA38-6A30-4554-A38E-D55604A20D5B}" type="pres">
      <dgm:prSet presAssocID="{CA05B11C-EEC9-49F4-B32B-AFDE6DCE6CC7}" presName="compNode" presStyleCnt="0"/>
      <dgm:spPr/>
    </dgm:pt>
    <dgm:pt modelId="{781025AB-E238-487F-9E94-F470E854CED3}" type="pres">
      <dgm:prSet presAssocID="{CA05B11C-EEC9-49F4-B32B-AFDE6DCE6CC7}" presName="bgRect" presStyleLbl="bgShp" presStyleIdx="3" presStyleCnt="4"/>
      <dgm:spPr/>
    </dgm:pt>
    <dgm:pt modelId="{D75D7976-20B0-4168-8475-4D980DE8C063}" type="pres">
      <dgm:prSet presAssocID="{CA05B11C-EEC9-49F4-B32B-AFDE6DCE6CC7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1E37FA10-66F2-401C-B058-D87A33CDFFB3}" type="pres">
      <dgm:prSet presAssocID="{CA05B11C-EEC9-49F4-B32B-AFDE6DCE6CC7}" presName="spaceRect" presStyleCnt="0"/>
      <dgm:spPr/>
    </dgm:pt>
    <dgm:pt modelId="{DCBD4908-0C7F-44AE-BEFA-D68BDBD1E1D5}" type="pres">
      <dgm:prSet presAssocID="{CA05B11C-EEC9-49F4-B32B-AFDE6DCE6CC7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08F70D05-54A8-4EC2-9BC6-50B0C31CC4C1}" type="presOf" srcId="{CA05B11C-EEC9-49F4-B32B-AFDE6DCE6CC7}" destId="{DCBD4908-0C7F-44AE-BEFA-D68BDBD1E1D5}" srcOrd="0" destOrd="0" presId="urn:microsoft.com/office/officeart/2018/2/layout/IconVerticalSolidList"/>
    <dgm:cxn modelId="{86400B4E-90A2-4D28-824C-A4280BDA0E5F}" srcId="{8C3B2DC4-7ADA-48BE-8526-82A9891F7FBD}" destId="{2A6C79AF-E77B-4231-81F1-0F653B344AD4}" srcOrd="2" destOrd="0" parTransId="{47E677D0-44AE-4BCB-8D0D-0C3241D254D2}" sibTransId="{491F3E46-8532-40D1-BD88-9F955DD8E58B}"/>
    <dgm:cxn modelId="{C44B437B-FCEF-434A-AF0C-06A66DFD188F}" type="presOf" srcId="{8C3B2DC4-7ADA-48BE-8526-82A9891F7FBD}" destId="{009CFEC6-5F0D-4106-BB2E-5B7EAA5400CF}" srcOrd="0" destOrd="0" presId="urn:microsoft.com/office/officeart/2018/2/layout/IconVerticalSolidList"/>
    <dgm:cxn modelId="{2CFE7BAB-6C4C-4395-96E3-CD12BA04599F}" srcId="{8C3B2DC4-7ADA-48BE-8526-82A9891F7FBD}" destId="{CA05B11C-EEC9-49F4-B32B-AFDE6DCE6CC7}" srcOrd="3" destOrd="0" parTransId="{06060639-6AC3-40F8-944A-83CC131C6EA1}" sibTransId="{ACBDFD6E-EA94-4A1D-99A3-2613D5484622}"/>
    <dgm:cxn modelId="{22A4D9B7-DC67-4055-903F-E41C698D5ED7}" type="presOf" srcId="{2A6C79AF-E77B-4231-81F1-0F653B344AD4}" destId="{7083E304-297E-4643-8F70-CED5A7445908}" srcOrd="0" destOrd="0" presId="urn:microsoft.com/office/officeart/2018/2/layout/IconVerticalSolidList"/>
    <dgm:cxn modelId="{F601D4BF-764D-4DE2-A1BD-BD2FC584B6BD}" srcId="{8C3B2DC4-7ADA-48BE-8526-82A9891F7FBD}" destId="{BD364265-3C36-4C36-88D9-221900A273B8}" srcOrd="1" destOrd="0" parTransId="{4F29190B-5A39-4DA1-88D7-8A5090119532}" sibTransId="{4221DD85-2EE3-4BF0-82DF-A1DE9102DF29}"/>
    <dgm:cxn modelId="{4D4DDFC5-3F50-47CC-85FC-FAD9D3F61155}" type="presOf" srcId="{1CE3860A-6B37-4DF7-97A0-5EF652C0FE7E}" destId="{73C74D3D-8B94-4AF1-88C2-7B2A7BA7BAD1}" srcOrd="0" destOrd="0" presId="urn:microsoft.com/office/officeart/2018/2/layout/IconVerticalSolidList"/>
    <dgm:cxn modelId="{B1194DE4-1112-4815-AAFB-DE4F4FA9D999}" srcId="{8C3B2DC4-7ADA-48BE-8526-82A9891F7FBD}" destId="{1CE3860A-6B37-4DF7-97A0-5EF652C0FE7E}" srcOrd="0" destOrd="0" parTransId="{AC9651E4-7FE6-45A8-9B79-4544DB78F923}" sibTransId="{214F6593-5C5B-4D59-8D01-D5146AE758BA}"/>
    <dgm:cxn modelId="{082B80FA-F5A2-492A-BFA3-4951CD95ADF0}" type="presOf" srcId="{BD364265-3C36-4C36-88D9-221900A273B8}" destId="{177E01DC-2DED-44B9-BC08-F1D037D96BDA}" srcOrd="0" destOrd="0" presId="urn:microsoft.com/office/officeart/2018/2/layout/IconVerticalSolidList"/>
    <dgm:cxn modelId="{4C22B909-9408-4A90-8868-964EE3A64C8C}" type="presParOf" srcId="{009CFEC6-5F0D-4106-BB2E-5B7EAA5400CF}" destId="{D332FE70-EBC9-4912-9B78-ABC16E4B24FE}" srcOrd="0" destOrd="0" presId="urn:microsoft.com/office/officeart/2018/2/layout/IconVerticalSolidList"/>
    <dgm:cxn modelId="{3D551224-B773-46A6-B85D-8185EA2D74B8}" type="presParOf" srcId="{D332FE70-EBC9-4912-9B78-ABC16E4B24FE}" destId="{CBADBB1F-E9B1-485E-910F-962C56C7D6F1}" srcOrd="0" destOrd="0" presId="urn:microsoft.com/office/officeart/2018/2/layout/IconVerticalSolidList"/>
    <dgm:cxn modelId="{660E6D3A-7700-4592-8160-0F59FEC691D7}" type="presParOf" srcId="{D332FE70-EBC9-4912-9B78-ABC16E4B24FE}" destId="{82433B45-680A-4E5D-99EC-765D970DF417}" srcOrd="1" destOrd="0" presId="urn:microsoft.com/office/officeart/2018/2/layout/IconVerticalSolidList"/>
    <dgm:cxn modelId="{AB2E7A36-8C6F-4767-A067-1EFC17AC1DB0}" type="presParOf" srcId="{D332FE70-EBC9-4912-9B78-ABC16E4B24FE}" destId="{545F339F-71B9-47AD-A8F7-F7F1C5D9615E}" srcOrd="2" destOrd="0" presId="urn:microsoft.com/office/officeart/2018/2/layout/IconVerticalSolidList"/>
    <dgm:cxn modelId="{0B6F9401-271D-4DDA-A6E3-12CAD0C4BCCA}" type="presParOf" srcId="{D332FE70-EBC9-4912-9B78-ABC16E4B24FE}" destId="{73C74D3D-8B94-4AF1-88C2-7B2A7BA7BAD1}" srcOrd="3" destOrd="0" presId="urn:microsoft.com/office/officeart/2018/2/layout/IconVerticalSolidList"/>
    <dgm:cxn modelId="{B10BE928-C324-4AA0-B0E3-D2B0F2BCB7CC}" type="presParOf" srcId="{009CFEC6-5F0D-4106-BB2E-5B7EAA5400CF}" destId="{7BFAF761-9FD0-428A-858A-61DAED81EC8B}" srcOrd="1" destOrd="0" presId="urn:microsoft.com/office/officeart/2018/2/layout/IconVerticalSolidList"/>
    <dgm:cxn modelId="{5F9F7579-6655-4D7E-B392-A8C59EE4885C}" type="presParOf" srcId="{009CFEC6-5F0D-4106-BB2E-5B7EAA5400CF}" destId="{C4F54631-E32F-4633-9553-5F4C89FFF839}" srcOrd="2" destOrd="0" presId="urn:microsoft.com/office/officeart/2018/2/layout/IconVerticalSolidList"/>
    <dgm:cxn modelId="{DBF45783-A654-459F-A47E-DFDFC55F1917}" type="presParOf" srcId="{C4F54631-E32F-4633-9553-5F4C89FFF839}" destId="{26EBAC1B-A096-4622-A05E-94BB92035677}" srcOrd="0" destOrd="0" presId="urn:microsoft.com/office/officeart/2018/2/layout/IconVerticalSolidList"/>
    <dgm:cxn modelId="{43BEFBC7-D1C4-4DDC-8029-F45CD3E232BD}" type="presParOf" srcId="{C4F54631-E32F-4633-9553-5F4C89FFF839}" destId="{9CEFB33B-606C-4FBA-B65F-2CEB1271E0AA}" srcOrd="1" destOrd="0" presId="urn:microsoft.com/office/officeart/2018/2/layout/IconVerticalSolidList"/>
    <dgm:cxn modelId="{E65D3E2C-14D6-4750-99DF-ABB63AC39996}" type="presParOf" srcId="{C4F54631-E32F-4633-9553-5F4C89FFF839}" destId="{05199962-E632-40B0-94E9-6DE60F8BBFEE}" srcOrd="2" destOrd="0" presId="urn:microsoft.com/office/officeart/2018/2/layout/IconVerticalSolidList"/>
    <dgm:cxn modelId="{8A223F56-47C9-4F6C-8726-6F993C140BFA}" type="presParOf" srcId="{C4F54631-E32F-4633-9553-5F4C89FFF839}" destId="{177E01DC-2DED-44B9-BC08-F1D037D96BDA}" srcOrd="3" destOrd="0" presId="urn:microsoft.com/office/officeart/2018/2/layout/IconVerticalSolidList"/>
    <dgm:cxn modelId="{F8970F69-BC9D-4B22-B944-093E50A890CB}" type="presParOf" srcId="{009CFEC6-5F0D-4106-BB2E-5B7EAA5400CF}" destId="{F2AAB0D9-E773-487D-A685-88B2A6C504C1}" srcOrd="3" destOrd="0" presId="urn:microsoft.com/office/officeart/2018/2/layout/IconVerticalSolidList"/>
    <dgm:cxn modelId="{24801EF2-6B6E-49A3-95B1-8303AB844EED}" type="presParOf" srcId="{009CFEC6-5F0D-4106-BB2E-5B7EAA5400CF}" destId="{1CEA1CBC-7891-4600-AF15-4F5A8100776C}" srcOrd="4" destOrd="0" presId="urn:microsoft.com/office/officeart/2018/2/layout/IconVerticalSolidList"/>
    <dgm:cxn modelId="{396CAC7D-2D00-4216-9BE3-52DB26F7C2B7}" type="presParOf" srcId="{1CEA1CBC-7891-4600-AF15-4F5A8100776C}" destId="{128A2334-CADD-4E29-B387-D7F83DD59363}" srcOrd="0" destOrd="0" presId="urn:microsoft.com/office/officeart/2018/2/layout/IconVerticalSolidList"/>
    <dgm:cxn modelId="{73B7B8E0-A053-4E69-AD2E-1A173C41A68D}" type="presParOf" srcId="{1CEA1CBC-7891-4600-AF15-4F5A8100776C}" destId="{C2DE1F17-A04E-4B63-A212-43E3794D38B2}" srcOrd="1" destOrd="0" presId="urn:microsoft.com/office/officeart/2018/2/layout/IconVerticalSolidList"/>
    <dgm:cxn modelId="{574FE457-972B-466C-9FC3-A2A995724831}" type="presParOf" srcId="{1CEA1CBC-7891-4600-AF15-4F5A8100776C}" destId="{64FACD11-4481-4B02-BF0A-D145030497A7}" srcOrd="2" destOrd="0" presId="urn:microsoft.com/office/officeart/2018/2/layout/IconVerticalSolidList"/>
    <dgm:cxn modelId="{7D5D204F-F581-4939-9034-9795E79B5B96}" type="presParOf" srcId="{1CEA1CBC-7891-4600-AF15-4F5A8100776C}" destId="{7083E304-297E-4643-8F70-CED5A7445908}" srcOrd="3" destOrd="0" presId="urn:microsoft.com/office/officeart/2018/2/layout/IconVerticalSolidList"/>
    <dgm:cxn modelId="{7EFD7316-817E-4DE3-AACF-CCAE406AC980}" type="presParOf" srcId="{009CFEC6-5F0D-4106-BB2E-5B7EAA5400CF}" destId="{BC093147-2940-4FCA-9DC7-4FC7BE618DFD}" srcOrd="5" destOrd="0" presId="urn:microsoft.com/office/officeart/2018/2/layout/IconVerticalSolidList"/>
    <dgm:cxn modelId="{EA879DC6-9126-4028-8712-296952764E1A}" type="presParOf" srcId="{009CFEC6-5F0D-4106-BB2E-5B7EAA5400CF}" destId="{91DBAA38-6A30-4554-A38E-D55604A20D5B}" srcOrd="6" destOrd="0" presId="urn:microsoft.com/office/officeart/2018/2/layout/IconVerticalSolidList"/>
    <dgm:cxn modelId="{24F4E8E2-B0CC-4BA5-9E51-8B9F40138CA0}" type="presParOf" srcId="{91DBAA38-6A30-4554-A38E-D55604A20D5B}" destId="{781025AB-E238-487F-9E94-F470E854CED3}" srcOrd="0" destOrd="0" presId="urn:microsoft.com/office/officeart/2018/2/layout/IconVerticalSolidList"/>
    <dgm:cxn modelId="{45FE4DDF-6B79-44A4-A9F7-48ACCE634DAF}" type="presParOf" srcId="{91DBAA38-6A30-4554-A38E-D55604A20D5B}" destId="{D75D7976-20B0-4168-8475-4D980DE8C063}" srcOrd="1" destOrd="0" presId="urn:microsoft.com/office/officeart/2018/2/layout/IconVerticalSolidList"/>
    <dgm:cxn modelId="{5FAC0992-FD59-44EA-89CF-612D558DDE98}" type="presParOf" srcId="{91DBAA38-6A30-4554-A38E-D55604A20D5B}" destId="{1E37FA10-66F2-401C-B058-D87A33CDFFB3}" srcOrd="2" destOrd="0" presId="urn:microsoft.com/office/officeart/2018/2/layout/IconVerticalSolidList"/>
    <dgm:cxn modelId="{105EE908-2994-42AA-8641-7CD7B51D0E4E}" type="presParOf" srcId="{91DBAA38-6A30-4554-A38E-D55604A20D5B}" destId="{DCBD4908-0C7F-44AE-BEFA-D68BDBD1E1D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3.xml><?xml version="1.0" encoding="utf-8"?>
<dgm:dataModel xmlns:dgm="http://schemas.openxmlformats.org/drawingml/2006/diagram" xmlns:a="http://schemas.openxmlformats.org/drawingml/2006/main">
  <dgm:ptLst>
    <dgm:pt modelId="{7D85410B-BE38-402D-AFF5-CCD7D97C7C10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E54CAF84-7F0F-4A82-A4FC-F6B847D98091}">
      <dgm:prSet/>
      <dgm:spPr/>
      <dgm:t>
        <a:bodyPr/>
        <a:lstStyle/>
        <a:p>
          <a:r>
            <a:rPr lang="en-US"/>
            <a:t>Prompt → Embedding Model → Vector embedding</a:t>
          </a:r>
        </a:p>
      </dgm:t>
    </dgm:pt>
    <dgm:pt modelId="{1E93A8CE-98F2-4AB3-9B13-1FEADFE906F3}" type="parTrans" cxnId="{E82AE55D-6941-47FA-A6D5-9CA93D23F1C7}">
      <dgm:prSet/>
      <dgm:spPr/>
      <dgm:t>
        <a:bodyPr/>
        <a:lstStyle/>
        <a:p>
          <a:endParaRPr lang="en-US"/>
        </a:p>
      </dgm:t>
    </dgm:pt>
    <dgm:pt modelId="{7BB481A9-BD7E-472E-97DB-C1E3DF2F6FE4}" type="sibTrans" cxnId="{E82AE55D-6941-47FA-A6D5-9CA93D23F1C7}">
      <dgm:prSet/>
      <dgm:spPr/>
      <dgm:t>
        <a:bodyPr/>
        <a:lstStyle/>
        <a:p>
          <a:endParaRPr lang="en-US"/>
        </a:p>
      </dgm:t>
    </dgm:pt>
    <dgm:pt modelId="{867A8A82-9EA6-43E2-934A-C3F471D94E4B}">
      <dgm:prSet/>
      <dgm:spPr/>
      <dgm:t>
        <a:bodyPr/>
        <a:lstStyle/>
        <a:p>
          <a:r>
            <a:rPr lang="en-US"/>
            <a:t>Vector embedding compared to stored embeddings via similarity search</a:t>
          </a:r>
        </a:p>
      </dgm:t>
    </dgm:pt>
    <dgm:pt modelId="{3DC384FA-79A5-4D22-8334-79236C37E265}" type="parTrans" cxnId="{2CCD7E3C-D633-4B68-B677-01EC79083F7F}">
      <dgm:prSet/>
      <dgm:spPr/>
      <dgm:t>
        <a:bodyPr/>
        <a:lstStyle/>
        <a:p>
          <a:endParaRPr lang="en-US"/>
        </a:p>
      </dgm:t>
    </dgm:pt>
    <dgm:pt modelId="{9C777D59-3D05-4CE5-882C-D4AC4AD8A20F}" type="sibTrans" cxnId="{2CCD7E3C-D633-4B68-B677-01EC79083F7F}">
      <dgm:prSet/>
      <dgm:spPr/>
      <dgm:t>
        <a:bodyPr/>
        <a:lstStyle/>
        <a:p>
          <a:endParaRPr lang="en-US"/>
        </a:p>
      </dgm:t>
    </dgm:pt>
    <dgm:pt modelId="{4D9CAD5B-436B-4123-B987-54223B2C18F3}">
      <dgm:prSet/>
      <dgm:spPr/>
      <dgm:t>
        <a:bodyPr/>
        <a:lstStyle/>
        <a:p>
          <a:r>
            <a:rPr lang="en-US"/>
            <a:t>Results augment the original prompt</a:t>
          </a:r>
        </a:p>
      </dgm:t>
    </dgm:pt>
    <dgm:pt modelId="{29309A07-4A1D-42D6-896E-96E1137524E5}" type="parTrans" cxnId="{39419484-D77E-445B-9125-7AF7CF8CB33F}">
      <dgm:prSet/>
      <dgm:spPr/>
      <dgm:t>
        <a:bodyPr/>
        <a:lstStyle/>
        <a:p>
          <a:endParaRPr lang="en-US"/>
        </a:p>
      </dgm:t>
    </dgm:pt>
    <dgm:pt modelId="{69CF2CDD-9B62-493E-A7B3-A066C2749A84}" type="sibTrans" cxnId="{39419484-D77E-445B-9125-7AF7CF8CB33F}">
      <dgm:prSet/>
      <dgm:spPr/>
      <dgm:t>
        <a:bodyPr/>
        <a:lstStyle/>
        <a:p>
          <a:endParaRPr lang="en-US"/>
        </a:p>
      </dgm:t>
    </dgm:pt>
    <dgm:pt modelId="{E0832CF9-5A21-45C4-ADC0-9C875757F4DE}">
      <dgm:prSet/>
      <dgm:spPr/>
      <dgm:t>
        <a:bodyPr/>
        <a:lstStyle/>
        <a:p>
          <a:r>
            <a:rPr lang="en-US"/>
            <a:t>Augmented prompt sent to Language Model → Generated response</a:t>
          </a:r>
        </a:p>
      </dgm:t>
    </dgm:pt>
    <dgm:pt modelId="{1CD83F74-083D-40DB-A167-849602581968}" type="parTrans" cxnId="{892E41EA-3E90-4F11-9463-1125127DEE62}">
      <dgm:prSet/>
      <dgm:spPr/>
      <dgm:t>
        <a:bodyPr/>
        <a:lstStyle/>
        <a:p>
          <a:endParaRPr lang="en-US"/>
        </a:p>
      </dgm:t>
    </dgm:pt>
    <dgm:pt modelId="{B0895150-B3A5-4B72-B3F3-C2C132AF11C8}" type="sibTrans" cxnId="{892E41EA-3E90-4F11-9463-1125127DEE62}">
      <dgm:prSet/>
      <dgm:spPr/>
      <dgm:t>
        <a:bodyPr/>
        <a:lstStyle/>
        <a:p>
          <a:endParaRPr lang="en-US"/>
        </a:p>
      </dgm:t>
    </dgm:pt>
    <dgm:pt modelId="{0A0649E4-4760-48F6-9868-E00D2360AF1D}">
      <dgm:prSet/>
      <dgm:spPr/>
      <dgm:t>
        <a:bodyPr/>
        <a:lstStyle/>
        <a:p>
          <a:r>
            <a:rPr lang="en-US"/>
            <a:t>All under SQL Server security</a:t>
          </a:r>
        </a:p>
      </dgm:t>
    </dgm:pt>
    <dgm:pt modelId="{1513BBE9-6D7E-4512-A4C8-43298D5E66C3}" type="parTrans" cxnId="{11A57BF3-CB09-4B36-89C1-5A1D3DD9B2A3}">
      <dgm:prSet/>
      <dgm:spPr/>
      <dgm:t>
        <a:bodyPr/>
        <a:lstStyle/>
        <a:p>
          <a:endParaRPr lang="en-US"/>
        </a:p>
      </dgm:t>
    </dgm:pt>
    <dgm:pt modelId="{3DFEE5FB-BFCF-40EE-92EF-721734908E4C}" type="sibTrans" cxnId="{11A57BF3-CB09-4B36-89C1-5A1D3DD9B2A3}">
      <dgm:prSet/>
      <dgm:spPr/>
      <dgm:t>
        <a:bodyPr/>
        <a:lstStyle/>
        <a:p>
          <a:endParaRPr lang="en-US"/>
        </a:p>
      </dgm:t>
    </dgm:pt>
    <dgm:pt modelId="{C567C29B-53B4-ED41-992C-2BB61B4BAB16}" type="pres">
      <dgm:prSet presAssocID="{7D85410B-BE38-402D-AFF5-CCD7D97C7C10}" presName="linear" presStyleCnt="0">
        <dgm:presLayoutVars>
          <dgm:animLvl val="lvl"/>
          <dgm:resizeHandles val="exact"/>
        </dgm:presLayoutVars>
      </dgm:prSet>
      <dgm:spPr/>
    </dgm:pt>
    <dgm:pt modelId="{E554B6F9-6C52-5A47-B83B-05F907E0F326}" type="pres">
      <dgm:prSet presAssocID="{E54CAF84-7F0F-4A82-A4FC-F6B847D98091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46FBDB9E-9957-E742-809D-7AD6BB34F8C6}" type="pres">
      <dgm:prSet presAssocID="{7BB481A9-BD7E-472E-97DB-C1E3DF2F6FE4}" presName="spacer" presStyleCnt="0"/>
      <dgm:spPr/>
    </dgm:pt>
    <dgm:pt modelId="{B967A12C-6A1B-B345-ABF7-1F3D971636A7}" type="pres">
      <dgm:prSet presAssocID="{867A8A82-9EA6-43E2-934A-C3F471D94E4B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668DE458-B817-2044-9B6C-EC30DD99DB4D}" type="pres">
      <dgm:prSet presAssocID="{9C777D59-3D05-4CE5-882C-D4AC4AD8A20F}" presName="spacer" presStyleCnt="0"/>
      <dgm:spPr/>
    </dgm:pt>
    <dgm:pt modelId="{BA44CF42-C39A-6249-AC76-C06FA2757362}" type="pres">
      <dgm:prSet presAssocID="{4D9CAD5B-436B-4123-B987-54223B2C18F3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8FC4751E-3F3F-BE42-AD7F-356D8E270709}" type="pres">
      <dgm:prSet presAssocID="{69CF2CDD-9B62-493E-A7B3-A066C2749A84}" presName="spacer" presStyleCnt="0"/>
      <dgm:spPr/>
    </dgm:pt>
    <dgm:pt modelId="{5AFC77D3-A009-B04D-82F2-683A68FA6441}" type="pres">
      <dgm:prSet presAssocID="{E0832CF9-5A21-45C4-ADC0-9C875757F4DE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6A3160F5-1160-7B47-A1D8-D8D739DBD99D}" type="pres">
      <dgm:prSet presAssocID="{B0895150-B3A5-4B72-B3F3-C2C132AF11C8}" presName="spacer" presStyleCnt="0"/>
      <dgm:spPr/>
    </dgm:pt>
    <dgm:pt modelId="{4E3EBB6E-209E-634C-B3F7-ABF2F3FD796A}" type="pres">
      <dgm:prSet presAssocID="{0A0649E4-4760-48F6-9868-E00D2360AF1D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803BC71D-6EC1-304B-B3EF-04F548CE825E}" type="presOf" srcId="{4D9CAD5B-436B-4123-B987-54223B2C18F3}" destId="{BA44CF42-C39A-6249-AC76-C06FA2757362}" srcOrd="0" destOrd="0" presId="urn:microsoft.com/office/officeart/2005/8/layout/vList2"/>
    <dgm:cxn modelId="{2CCD7E3C-D633-4B68-B677-01EC79083F7F}" srcId="{7D85410B-BE38-402D-AFF5-CCD7D97C7C10}" destId="{867A8A82-9EA6-43E2-934A-C3F471D94E4B}" srcOrd="1" destOrd="0" parTransId="{3DC384FA-79A5-4D22-8334-79236C37E265}" sibTransId="{9C777D59-3D05-4CE5-882C-D4AC4AD8A20F}"/>
    <dgm:cxn modelId="{8F4EA13F-AC7E-7140-984E-7D184FECDBD3}" type="presOf" srcId="{E54CAF84-7F0F-4A82-A4FC-F6B847D98091}" destId="{E554B6F9-6C52-5A47-B83B-05F907E0F326}" srcOrd="0" destOrd="0" presId="urn:microsoft.com/office/officeart/2005/8/layout/vList2"/>
    <dgm:cxn modelId="{E82AE55D-6941-47FA-A6D5-9CA93D23F1C7}" srcId="{7D85410B-BE38-402D-AFF5-CCD7D97C7C10}" destId="{E54CAF84-7F0F-4A82-A4FC-F6B847D98091}" srcOrd="0" destOrd="0" parTransId="{1E93A8CE-98F2-4AB3-9B13-1FEADFE906F3}" sibTransId="{7BB481A9-BD7E-472E-97DB-C1E3DF2F6FE4}"/>
    <dgm:cxn modelId="{1A6CA645-E0B6-194A-9AB0-3A5811A3887A}" type="presOf" srcId="{0A0649E4-4760-48F6-9868-E00D2360AF1D}" destId="{4E3EBB6E-209E-634C-B3F7-ABF2F3FD796A}" srcOrd="0" destOrd="0" presId="urn:microsoft.com/office/officeart/2005/8/layout/vList2"/>
    <dgm:cxn modelId="{278A446A-F311-2A45-B0EE-3FFE9B31FC8E}" type="presOf" srcId="{E0832CF9-5A21-45C4-ADC0-9C875757F4DE}" destId="{5AFC77D3-A009-B04D-82F2-683A68FA6441}" srcOrd="0" destOrd="0" presId="urn:microsoft.com/office/officeart/2005/8/layout/vList2"/>
    <dgm:cxn modelId="{39419484-D77E-445B-9125-7AF7CF8CB33F}" srcId="{7D85410B-BE38-402D-AFF5-CCD7D97C7C10}" destId="{4D9CAD5B-436B-4123-B987-54223B2C18F3}" srcOrd="2" destOrd="0" parTransId="{29309A07-4A1D-42D6-896E-96E1137524E5}" sibTransId="{69CF2CDD-9B62-493E-A7B3-A066C2749A84}"/>
    <dgm:cxn modelId="{E41F64A7-2FDA-7D4C-8611-16BC2632588F}" type="presOf" srcId="{7D85410B-BE38-402D-AFF5-CCD7D97C7C10}" destId="{C567C29B-53B4-ED41-992C-2BB61B4BAB16}" srcOrd="0" destOrd="0" presId="urn:microsoft.com/office/officeart/2005/8/layout/vList2"/>
    <dgm:cxn modelId="{B484FFDD-AD93-3E46-95C1-868301B93514}" type="presOf" srcId="{867A8A82-9EA6-43E2-934A-C3F471D94E4B}" destId="{B967A12C-6A1B-B345-ABF7-1F3D971636A7}" srcOrd="0" destOrd="0" presId="urn:microsoft.com/office/officeart/2005/8/layout/vList2"/>
    <dgm:cxn modelId="{892E41EA-3E90-4F11-9463-1125127DEE62}" srcId="{7D85410B-BE38-402D-AFF5-CCD7D97C7C10}" destId="{E0832CF9-5A21-45C4-ADC0-9C875757F4DE}" srcOrd="3" destOrd="0" parTransId="{1CD83F74-083D-40DB-A167-849602581968}" sibTransId="{B0895150-B3A5-4B72-B3F3-C2C132AF11C8}"/>
    <dgm:cxn modelId="{11A57BF3-CB09-4B36-89C1-5A1D3DD9B2A3}" srcId="{7D85410B-BE38-402D-AFF5-CCD7D97C7C10}" destId="{0A0649E4-4760-48F6-9868-E00D2360AF1D}" srcOrd="4" destOrd="0" parTransId="{1513BBE9-6D7E-4512-A4C8-43298D5E66C3}" sibTransId="{3DFEE5FB-BFCF-40EE-92EF-721734908E4C}"/>
    <dgm:cxn modelId="{2ABDA7D3-73C5-6B40-BF42-DBF53BDD247E}" type="presParOf" srcId="{C567C29B-53B4-ED41-992C-2BB61B4BAB16}" destId="{E554B6F9-6C52-5A47-B83B-05F907E0F326}" srcOrd="0" destOrd="0" presId="urn:microsoft.com/office/officeart/2005/8/layout/vList2"/>
    <dgm:cxn modelId="{A6FE93A0-AF8E-B24C-8109-338C58FBCC65}" type="presParOf" srcId="{C567C29B-53B4-ED41-992C-2BB61B4BAB16}" destId="{46FBDB9E-9957-E742-809D-7AD6BB34F8C6}" srcOrd="1" destOrd="0" presId="urn:microsoft.com/office/officeart/2005/8/layout/vList2"/>
    <dgm:cxn modelId="{82F99BFF-88CC-B340-A388-8164378C97CE}" type="presParOf" srcId="{C567C29B-53B4-ED41-992C-2BB61B4BAB16}" destId="{B967A12C-6A1B-B345-ABF7-1F3D971636A7}" srcOrd="2" destOrd="0" presId="urn:microsoft.com/office/officeart/2005/8/layout/vList2"/>
    <dgm:cxn modelId="{D62322FB-68CB-DF44-85B3-9BD10E848AD1}" type="presParOf" srcId="{C567C29B-53B4-ED41-992C-2BB61B4BAB16}" destId="{668DE458-B817-2044-9B6C-EC30DD99DB4D}" srcOrd="3" destOrd="0" presId="urn:microsoft.com/office/officeart/2005/8/layout/vList2"/>
    <dgm:cxn modelId="{F321A2AA-1DC2-7149-B583-D5FE9ACB765B}" type="presParOf" srcId="{C567C29B-53B4-ED41-992C-2BB61B4BAB16}" destId="{BA44CF42-C39A-6249-AC76-C06FA2757362}" srcOrd="4" destOrd="0" presId="urn:microsoft.com/office/officeart/2005/8/layout/vList2"/>
    <dgm:cxn modelId="{9565B5EC-3DA8-BD4D-8945-B132D63E8C13}" type="presParOf" srcId="{C567C29B-53B4-ED41-992C-2BB61B4BAB16}" destId="{8FC4751E-3F3F-BE42-AD7F-356D8E270709}" srcOrd="5" destOrd="0" presId="urn:microsoft.com/office/officeart/2005/8/layout/vList2"/>
    <dgm:cxn modelId="{0CE764A9-5352-5946-A521-F5C880E71EE8}" type="presParOf" srcId="{C567C29B-53B4-ED41-992C-2BB61B4BAB16}" destId="{5AFC77D3-A009-B04D-82F2-683A68FA6441}" srcOrd="6" destOrd="0" presId="urn:microsoft.com/office/officeart/2005/8/layout/vList2"/>
    <dgm:cxn modelId="{FCDD6091-7D27-3248-A109-84B236C82F4D}" type="presParOf" srcId="{C567C29B-53B4-ED41-992C-2BB61B4BAB16}" destId="{6A3160F5-1160-7B47-A1D8-D8D739DBD99D}" srcOrd="7" destOrd="0" presId="urn:microsoft.com/office/officeart/2005/8/layout/vList2"/>
    <dgm:cxn modelId="{45F539FC-CC26-B046-9254-EDE9D38C2459}" type="presParOf" srcId="{C567C29B-53B4-ED41-992C-2BB61B4BAB16}" destId="{4E3EBB6E-209E-634C-B3F7-ABF2F3FD796A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4.xml><?xml version="1.0" encoding="utf-8"?>
<dgm:dataModel xmlns:dgm="http://schemas.openxmlformats.org/drawingml/2006/diagram" xmlns:a="http://schemas.openxmlformats.org/drawingml/2006/main">
  <dgm:ptLst>
    <dgm:pt modelId="{7AFFBF60-4783-43DE-AD7D-0669883D6A6C}" type="doc">
      <dgm:prSet loTypeId="urn:microsoft.com/office/officeart/2008/layout/LinedList" loCatId="list" qsTypeId="urn:microsoft.com/office/officeart/2005/8/quickstyle/simple1" qsCatId="simple" csTypeId="urn:microsoft.com/office/officeart/2005/8/colors/colorful3" csCatId="colorful"/>
      <dgm:spPr/>
      <dgm:t>
        <a:bodyPr/>
        <a:lstStyle/>
        <a:p>
          <a:endParaRPr lang="en-US"/>
        </a:p>
      </dgm:t>
    </dgm:pt>
    <dgm:pt modelId="{0945A7DA-F26C-43A4-9BB1-54722BFAFC65}">
      <dgm:prSet/>
      <dgm:spPr/>
      <dgm:t>
        <a:bodyPr/>
        <a:lstStyle/>
        <a:p>
          <a:r>
            <a:rPr lang="en-US"/>
            <a:t>New native vector data type</a:t>
          </a:r>
        </a:p>
      </dgm:t>
    </dgm:pt>
    <dgm:pt modelId="{6C3CA579-10DA-4DCC-BDD3-DA67BE6A662B}" type="parTrans" cxnId="{76CE4970-B049-4F97-B319-307370D6EC28}">
      <dgm:prSet/>
      <dgm:spPr/>
      <dgm:t>
        <a:bodyPr/>
        <a:lstStyle/>
        <a:p>
          <a:endParaRPr lang="en-US"/>
        </a:p>
      </dgm:t>
    </dgm:pt>
    <dgm:pt modelId="{EF3CD2AC-37D1-4C0F-8A95-206FEC8A001D}" type="sibTrans" cxnId="{76CE4970-B049-4F97-B319-307370D6EC28}">
      <dgm:prSet/>
      <dgm:spPr/>
      <dgm:t>
        <a:bodyPr/>
        <a:lstStyle/>
        <a:p>
          <a:endParaRPr lang="en-US"/>
        </a:p>
      </dgm:t>
    </dgm:pt>
    <dgm:pt modelId="{F5C0AB3B-9741-480C-86DB-D4BD3B166DBC}">
      <dgm:prSet/>
      <dgm:spPr/>
      <dgm:t>
        <a:bodyPr/>
        <a:lstStyle/>
        <a:p>
          <a:r>
            <a:rPr lang="en-US"/>
            <a:t>Stores arrays of floating-point numbers</a:t>
          </a:r>
        </a:p>
      </dgm:t>
    </dgm:pt>
    <dgm:pt modelId="{72065248-B203-4F4F-8F7D-2F0A48398B2C}" type="parTrans" cxnId="{3C2853EC-A6D8-49AF-A34C-6D30D55DD5A4}">
      <dgm:prSet/>
      <dgm:spPr/>
      <dgm:t>
        <a:bodyPr/>
        <a:lstStyle/>
        <a:p>
          <a:endParaRPr lang="en-US"/>
        </a:p>
      </dgm:t>
    </dgm:pt>
    <dgm:pt modelId="{62015BC5-1DB5-4A52-8ED2-3F8330F9A745}" type="sibTrans" cxnId="{3C2853EC-A6D8-49AF-A34C-6D30D55DD5A4}">
      <dgm:prSet/>
      <dgm:spPr/>
      <dgm:t>
        <a:bodyPr/>
        <a:lstStyle/>
        <a:p>
          <a:endParaRPr lang="en-US"/>
        </a:p>
      </dgm:t>
    </dgm:pt>
    <dgm:pt modelId="{64EED123-9E2D-4D52-9A56-850642F46B32}">
      <dgm:prSet/>
      <dgm:spPr/>
      <dgm:t>
        <a:bodyPr/>
        <a:lstStyle/>
        <a:p>
          <a:r>
            <a:rPr lang="en-US"/>
            <a:t>Configurable dimensions (e.g., 1536 for OpenAI ada-002, 384 for smaller models)</a:t>
          </a:r>
        </a:p>
      </dgm:t>
    </dgm:pt>
    <dgm:pt modelId="{1A133798-C462-4E8B-B655-6DBC8A5FE5C9}" type="parTrans" cxnId="{F1E76AB2-D465-4005-BE23-D6B7D2B9F44B}">
      <dgm:prSet/>
      <dgm:spPr/>
      <dgm:t>
        <a:bodyPr/>
        <a:lstStyle/>
        <a:p>
          <a:endParaRPr lang="en-US"/>
        </a:p>
      </dgm:t>
    </dgm:pt>
    <dgm:pt modelId="{EA2E82FD-E712-4E44-B15D-483DA3E75148}" type="sibTrans" cxnId="{F1E76AB2-D465-4005-BE23-D6B7D2B9F44B}">
      <dgm:prSet/>
      <dgm:spPr/>
      <dgm:t>
        <a:bodyPr/>
        <a:lstStyle/>
        <a:p>
          <a:endParaRPr lang="en-US"/>
        </a:p>
      </dgm:t>
    </dgm:pt>
    <dgm:pt modelId="{0C09379D-3DAC-40FC-88A8-4C5BBC41F977}">
      <dgm:prSet/>
      <dgm:spPr/>
      <dgm:t>
        <a:bodyPr/>
        <a:lstStyle/>
        <a:p>
          <a:r>
            <a:rPr lang="en-US"/>
            <a:t>Driver support across all major SQL client libraries</a:t>
          </a:r>
        </a:p>
      </dgm:t>
    </dgm:pt>
    <dgm:pt modelId="{1245EED3-8D24-40A6-89E7-57BD8A04FB27}" type="parTrans" cxnId="{BA7A90D7-AC03-4D2E-9C6F-7F21B85FE6FF}">
      <dgm:prSet/>
      <dgm:spPr/>
      <dgm:t>
        <a:bodyPr/>
        <a:lstStyle/>
        <a:p>
          <a:endParaRPr lang="en-US"/>
        </a:p>
      </dgm:t>
    </dgm:pt>
    <dgm:pt modelId="{C307303D-8F4B-4D90-BDD9-DE7FD83847DE}" type="sibTrans" cxnId="{BA7A90D7-AC03-4D2E-9C6F-7F21B85FE6FF}">
      <dgm:prSet/>
      <dgm:spPr/>
      <dgm:t>
        <a:bodyPr/>
        <a:lstStyle/>
        <a:p>
          <a:endParaRPr lang="en-US"/>
        </a:p>
      </dgm:t>
    </dgm:pt>
    <dgm:pt modelId="{A7FD4D2B-64F1-410F-AE57-56A6BF2B7BBA}">
      <dgm:prSet/>
      <dgm:spPr/>
      <dgm:t>
        <a:bodyPr/>
        <a:lstStyle/>
        <a:p>
          <a:r>
            <a:rPr lang="en-US"/>
            <a:t>Binary storage optimized for efficient I/O</a:t>
          </a:r>
        </a:p>
      </dgm:t>
    </dgm:pt>
    <dgm:pt modelId="{14A74A54-EC8C-403D-A64A-4C6E61A9203D}" type="parTrans" cxnId="{96CF772C-D097-4E1F-B55A-DDE95B9BC8BB}">
      <dgm:prSet/>
      <dgm:spPr/>
      <dgm:t>
        <a:bodyPr/>
        <a:lstStyle/>
        <a:p>
          <a:endParaRPr lang="en-US"/>
        </a:p>
      </dgm:t>
    </dgm:pt>
    <dgm:pt modelId="{AB9130F2-89A9-4241-BF64-12885F0B3642}" type="sibTrans" cxnId="{96CF772C-D097-4E1F-B55A-DDE95B9BC8BB}">
      <dgm:prSet/>
      <dgm:spPr/>
      <dgm:t>
        <a:bodyPr/>
        <a:lstStyle/>
        <a:p>
          <a:endParaRPr lang="en-US"/>
        </a:p>
      </dgm:t>
    </dgm:pt>
    <dgm:pt modelId="{8CC676C0-5D58-FC45-A5E9-1A774D08E1CB}" type="pres">
      <dgm:prSet presAssocID="{7AFFBF60-4783-43DE-AD7D-0669883D6A6C}" presName="vert0" presStyleCnt="0">
        <dgm:presLayoutVars>
          <dgm:dir/>
          <dgm:animOne val="branch"/>
          <dgm:animLvl val="lvl"/>
        </dgm:presLayoutVars>
      </dgm:prSet>
      <dgm:spPr/>
    </dgm:pt>
    <dgm:pt modelId="{9214DE24-6A08-BC48-A0BD-2B328DF365FC}" type="pres">
      <dgm:prSet presAssocID="{0945A7DA-F26C-43A4-9BB1-54722BFAFC65}" presName="thickLine" presStyleLbl="alignNode1" presStyleIdx="0" presStyleCnt="5"/>
      <dgm:spPr/>
    </dgm:pt>
    <dgm:pt modelId="{48BFEEBC-ED80-E742-973E-11E9D04FF769}" type="pres">
      <dgm:prSet presAssocID="{0945A7DA-F26C-43A4-9BB1-54722BFAFC65}" presName="horz1" presStyleCnt="0"/>
      <dgm:spPr/>
    </dgm:pt>
    <dgm:pt modelId="{5AB96775-73EF-7A42-A771-C476E5AA4C74}" type="pres">
      <dgm:prSet presAssocID="{0945A7DA-F26C-43A4-9BB1-54722BFAFC65}" presName="tx1" presStyleLbl="revTx" presStyleIdx="0" presStyleCnt="5"/>
      <dgm:spPr/>
    </dgm:pt>
    <dgm:pt modelId="{877CFE73-3ED2-5143-A378-7AE87BA3A8A9}" type="pres">
      <dgm:prSet presAssocID="{0945A7DA-F26C-43A4-9BB1-54722BFAFC65}" presName="vert1" presStyleCnt="0"/>
      <dgm:spPr/>
    </dgm:pt>
    <dgm:pt modelId="{1B039029-9598-6D4D-89A4-0AB0268B3B05}" type="pres">
      <dgm:prSet presAssocID="{F5C0AB3B-9741-480C-86DB-D4BD3B166DBC}" presName="thickLine" presStyleLbl="alignNode1" presStyleIdx="1" presStyleCnt="5"/>
      <dgm:spPr/>
    </dgm:pt>
    <dgm:pt modelId="{9EFCD987-81F2-8347-9EB1-42EFF182D2CA}" type="pres">
      <dgm:prSet presAssocID="{F5C0AB3B-9741-480C-86DB-D4BD3B166DBC}" presName="horz1" presStyleCnt="0"/>
      <dgm:spPr/>
    </dgm:pt>
    <dgm:pt modelId="{298C618B-89C1-5D41-AD9D-D3EBBB2C8F11}" type="pres">
      <dgm:prSet presAssocID="{F5C0AB3B-9741-480C-86DB-D4BD3B166DBC}" presName="tx1" presStyleLbl="revTx" presStyleIdx="1" presStyleCnt="5"/>
      <dgm:spPr/>
    </dgm:pt>
    <dgm:pt modelId="{97F12FF9-3BF9-5F4A-B51C-3DC073625B02}" type="pres">
      <dgm:prSet presAssocID="{F5C0AB3B-9741-480C-86DB-D4BD3B166DBC}" presName="vert1" presStyleCnt="0"/>
      <dgm:spPr/>
    </dgm:pt>
    <dgm:pt modelId="{3DF5AFFC-F914-9C4F-A0C8-2C1F24D98FE8}" type="pres">
      <dgm:prSet presAssocID="{64EED123-9E2D-4D52-9A56-850642F46B32}" presName="thickLine" presStyleLbl="alignNode1" presStyleIdx="2" presStyleCnt="5"/>
      <dgm:spPr/>
    </dgm:pt>
    <dgm:pt modelId="{67C7DE54-876C-9149-9692-5D9D27CAE906}" type="pres">
      <dgm:prSet presAssocID="{64EED123-9E2D-4D52-9A56-850642F46B32}" presName="horz1" presStyleCnt="0"/>
      <dgm:spPr/>
    </dgm:pt>
    <dgm:pt modelId="{0DDA8BC1-29EE-FC48-9F3E-B53829F49CFD}" type="pres">
      <dgm:prSet presAssocID="{64EED123-9E2D-4D52-9A56-850642F46B32}" presName="tx1" presStyleLbl="revTx" presStyleIdx="2" presStyleCnt="5"/>
      <dgm:spPr/>
    </dgm:pt>
    <dgm:pt modelId="{1C1C76B5-1642-404E-A90A-423CCCC3466D}" type="pres">
      <dgm:prSet presAssocID="{64EED123-9E2D-4D52-9A56-850642F46B32}" presName="vert1" presStyleCnt="0"/>
      <dgm:spPr/>
    </dgm:pt>
    <dgm:pt modelId="{6C1BE830-4FC4-DF4E-B436-A8B01B72CFBF}" type="pres">
      <dgm:prSet presAssocID="{0C09379D-3DAC-40FC-88A8-4C5BBC41F977}" presName="thickLine" presStyleLbl="alignNode1" presStyleIdx="3" presStyleCnt="5"/>
      <dgm:spPr/>
    </dgm:pt>
    <dgm:pt modelId="{6C1BDDE7-5817-7F40-9E8A-D4D3A20832FB}" type="pres">
      <dgm:prSet presAssocID="{0C09379D-3DAC-40FC-88A8-4C5BBC41F977}" presName="horz1" presStyleCnt="0"/>
      <dgm:spPr/>
    </dgm:pt>
    <dgm:pt modelId="{0CDBA0F1-E567-454B-A396-D44F5385D4AD}" type="pres">
      <dgm:prSet presAssocID="{0C09379D-3DAC-40FC-88A8-4C5BBC41F977}" presName="tx1" presStyleLbl="revTx" presStyleIdx="3" presStyleCnt="5"/>
      <dgm:spPr/>
    </dgm:pt>
    <dgm:pt modelId="{8567E2D7-D2EE-EC4B-B0E8-8DBAC6602D54}" type="pres">
      <dgm:prSet presAssocID="{0C09379D-3DAC-40FC-88A8-4C5BBC41F977}" presName="vert1" presStyleCnt="0"/>
      <dgm:spPr/>
    </dgm:pt>
    <dgm:pt modelId="{41A4D010-65FE-C542-818B-AD0E12C52423}" type="pres">
      <dgm:prSet presAssocID="{A7FD4D2B-64F1-410F-AE57-56A6BF2B7BBA}" presName="thickLine" presStyleLbl="alignNode1" presStyleIdx="4" presStyleCnt="5"/>
      <dgm:spPr/>
    </dgm:pt>
    <dgm:pt modelId="{73CF9230-9045-0B4A-9756-D09070F89A10}" type="pres">
      <dgm:prSet presAssocID="{A7FD4D2B-64F1-410F-AE57-56A6BF2B7BBA}" presName="horz1" presStyleCnt="0"/>
      <dgm:spPr/>
    </dgm:pt>
    <dgm:pt modelId="{421231FD-1FFE-1540-A842-8E6802B749FF}" type="pres">
      <dgm:prSet presAssocID="{A7FD4D2B-64F1-410F-AE57-56A6BF2B7BBA}" presName="tx1" presStyleLbl="revTx" presStyleIdx="4" presStyleCnt="5"/>
      <dgm:spPr/>
    </dgm:pt>
    <dgm:pt modelId="{69CF1D02-22C2-264B-BFA4-0C9FBDAD560D}" type="pres">
      <dgm:prSet presAssocID="{A7FD4D2B-64F1-410F-AE57-56A6BF2B7BBA}" presName="vert1" presStyleCnt="0"/>
      <dgm:spPr/>
    </dgm:pt>
  </dgm:ptLst>
  <dgm:cxnLst>
    <dgm:cxn modelId="{BED9D800-7359-F247-99C8-C6A26BE1817E}" type="presOf" srcId="{A7FD4D2B-64F1-410F-AE57-56A6BF2B7BBA}" destId="{421231FD-1FFE-1540-A842-8E6802B749FF}" srcOrd="0" destOrd="0" presId="urn:microsoft.com/office/officeart/2008/layout/LinedList"/>
    <dgm:cxn modelId="{96CF772C-D097-4E1F-B55A-DDE95B9BC8BB}" srcId="{7AFFBF60-4783-43DE-AD7D-0669883D6A6C}" destId="{A7FD4D2B-64F1-410F-AE57-56A6BF2B7BBA}" srcOrd="4" destOrd="0" parTransId="{14A74A54-EC8C-403D-A64A-4C6E61A9203D}" sibTransId="{AB9130F2-89A9-4241-BF64-12885F0B3642}"/>
    <dgm:cxn modelId="{803ED163-08D7-B44C-B438-7C40CE9BD6EC}" type="presOf" srcId="{0C09379D-3DAC-40FC-88A8-4C5BBC41F977}" destId="{0CDBA0F1-E567-454B-A396-D44F5385D4AD}" srcOrd="0" destOrd="0" presId="urn:microsoft.com/office/officeart/2008/layout/LinedList"/>
    <dgm:cxn modelId="{42D8B668-5350-1C47-8DB0-A4E35D7C1199}" type="presOf" srcId="{64EED123-9E2D-4D52-9A56-850642F46B32}" destId="{0DDA8BC1-29EE-FC48-9F3E-B53829F49CFD}" srcOrd="0" destOrd="0" presId="urn:microsoft.com/office/officeart/2008/layout/LinedList"/>
    <dgm:cxn modelId="{76CE4970-B049-4F97-B319-307370D6EC28}" srcId="{7AFFBF60-4783-43DE-AD7D-0669883D6A6C}" destId="{0945A7DA-F26C-43A4-9BB1-54722BFAFC65}" srcOrd="0" destOrd="0" parTransId="{6C3CA579-10DA-4DCC-BDD3-DA67BE6A662B}" sibTransId="{EF3CD2AC-37D1-4C0F-8A95-206FEC8A001D}"/>
    <dgm:cxn modelId="{5AF1EC72-4222-0C42-8279-4904B16EA6BC}" type="presOf" srcId="{0945A7DA-F26C-43A4-9BB1-54722BFAFC65}" destId="{5AB96775-73EF-7A42-A771-C476E5AA4C74}" srcOrd="0" destOrd="0" presId="urn:microsoft.com/office/officeart/2008/layout/LinedList"/>
    <dgm:cxn modelId="{63F37A5A-9C53-364F-A8D3-D6E323B30632}" type="presOf" srcId="{7AFFBF60-4783-43DE-AD7D-0669883D6A6C}" destId="{8CC676C0-5D58-FC45-A5E9-1A774D08E1CB}" srcOrd="0" destOrd="0" presId="urn:microsoft.com/office/officeart/2008/layout/LinedList"/>
    <dgm:cxn modelId="{79BDE281-83D2-E14B-BE44-7A09995F0C67}" type="presOf" srcId="{F5C0AB3B-9741-480C-86DB-D4BD3B166DBC}" destId="{298C618B-89C1-5D41-AD9D-D3EBBB2C8F11}" srcOrd="0" destOrd="0" presId="urn:microsoft.com/office/officeart/2008/layout/LinedList"/>
    <dgm:cxn modelId="{F1E76AB2-D465-4005-BE23-D6B7D2B9F44B}" srcId="{7AFFBF60-4783-43DE-AD7D-0669883D6A6C}" destId="{64EED123-9E2D-4D52-9A56-850642F46B32}" srcOrd="2" destOrd="0" parTransId="{1A133798-C462-4E8B-B655-6DBC8A5FE5C9}" sibTransId="{EA2E82FD-E712-4E44-B15D-483DA3E75148}"/>
    <dgm:cxn modelId="{BA7A90D7-AC03-4D2E-9C6F-7F21B85FE6FF}" srcId="{7AFFBF60-4783-43DE-AD7D-0669883D6A6C}" destId="{0C09379D-3DAC-40FC-88A8-4C5BBC41F977}" srcOrd="3" destOrd="0" parTransId="{1245EED3-8D24-40A6-89E7-57BD8A04FB27}" sibTransId="{C307303D-8F4B-4D90-BDD9-DE7FD83847DE}"/>
    <dgm:cxn modelId="{3C2853EC-A6D8-49AF-A34C-6D30D55DD5A4}" srcId="{7AFFBF60-4783-43DE-AD7D-0669883D6A6C}" destId="{F5C0AB3B-9741-480C-86DB-D4BD3B166DBC}" srcOrd="1" destOrd="0" parTransId="{72065248-B203-4F4F-8F7D-2F0A48398B2C}" sibTransId="{62015BC5-1DB5-4A52-8ED2-3F8330F9A745}"/>
    <dgm:cxn modelId="{E091922E-5BFE-3743-815B-CD022F756303}" type="presParOf" srcId="{8CC676C0-5D58-FC45-A5E9-1A774D08E1CB}" destId="{9214DE24-6A08-BC48-A0BD-2B328DF365FC}" srcOrd="0" destOrd="0" presId="urn:microsoft.com/office/officeart/2008/layout/LinedList"/>
    <dgm:cxn modelId="{2FE243BB-998B-0A45-8608-78F020F85AEA}" type="presParOf" srcId="{8CC676C0-5D58-FC45-A5E9-1A774D08E1CB}" destId="{48BFEEBC-ED80-E742-973E-11E9D04FF769}" srcOrd="1" destOrd="0" presId="urn:microsoft.com/office/officeart/2008/layout/LinedList"/>
    <dgm:cxn modelId="{142C757C-1953-C140-838F-DCE8378CE759}" type="presParOf" srcId="{48BFEEBC-ED80-E742-973E-11E9D04FF769}" destId="{5AB96775-73EF-7A42-A771-C476E5AA4C74}" srcOrd="0" destOrd="0" presId="urn:microsoft.com/office/officeart/2008/layout/LinedList"/>
    <dgm:cxn modelId="{06955209-116D-2F44-8A2C-C0F173F2F9DE}" type="presParOf" srcId="{48BFEEBC-ED80-E742-973E-11E9D04FF769}" destId="{877CFE73-3ED2-5143-A378-7AE87BA3A8A9}" srcOrd="1" destOrd="0" presId="urn:microsoft.com/office/officeart/2008/layout/LinedList"/>
    <dgm:cxn modelId="{FA37F6CF-A228-C14E-9CCF-2E83B24A789C}" type="presParOf" srcId="{8CC676C0-5D58-FC45-A5E9-1A774D08E1CB}" destId="{1B039029-9598-6D4D-89A4-0AB0268B3B05}" srcOrd="2" destOrd="0" presId="urn:microsoft.com/office/officeart/2008/layout/LinedList"/>
    <dgm:cxn modelId="{DB050CB6-E38A-F049-B202-DEEB6970F33C}" type="presParOf" srcId="{8CC676C0-5D58-FC45-A5E9-1A774D08E1CB}" destId="{9EFCD987-81F2-8347-9EB1-42EFF182D2CA}" srcOrd="3" destOrd="0" presId="urn:microsoft.com/office/officeart/2008/layout/LinedList"/>
    <dgm:cxn modelId="{3C33D358-38D3-A743-A4F0-33BB5626A186}" type="presParOf" srcId="{9EFCD987-81F2-8347-9EB1-42EFF182D2CA}" destId="{298C618B-89C1-5D41-AD9D-D3EBBB2C8F11}" srcOrd="0" destOrd="0" presId="urn:microsoft.com/office/officeart/2008/layout/LinedList"/>
    <dgm:cxn modelId="{279AC27F-125F-9445-ACC9-462347397D0A}" type="presParOf" srcId="{9EFCD987-81F2-8347-9EB1-42EFF182D2CA}" destId="{97F12FF9-3BF9-5F4A-B51C-3DC073625B02}" srcOrd="1" destOrd="0" presId="urn:microsoft.com/office/officeart/2008/layout/LinedList"/>
    <dgm:cxn modelId="{9E37E886-6BA7-4F49-A45A-B596A56FF778}" type="presParOf" srcId="{8CC676C0-5D58-FC45-A5E9-1A774D08E1CB}" destId="{3DF5AFFC-F914-9C4F-A0C8-2C1F24D98FE8}" srcOrd="4" destOrd="0" presId="urn:microsoft.com/office/officeart/2008/layout/LinedList"/>
    <dgm:cxn modelId="{0B202BA4-6460-A043-ABF8-1C8A9959E020}" type="presParOf" srcId="{8CC676C0-5D58-FC45-A5E9-1A774D08E1CB}" destId="{67C7DE54-876C-9149-9692-5D9D27CAE906}" srcOrd="5" destOrd="0" presId="urn:microsoft.com/office/officeart/2008/layout/LinedList"/>
    <dgm:cxn modelId="{F2419EB6-1200-034F-AA52-2012D28D4604}" type="presParOf" srcId="{67C7DE54-876C-9149-9692-5D9D27CAE906}" destId="{0DDA8BC1-29EE-FC48-9F3E-B53829F49CFD}" srcOrd="0" destOrd="0" presId="urn:microsoft.com/office/officeart/2008/layout/LinedList"/>
    <dgm:cxn modelId="{C3D904B3-EA5D-A344-8367-649B6919E203}" type="presParOf" srcId="{67C7DE54-876C-9149-9692-5D9D27CAE906}" destId="{1C1C76B5-1642-404E-A90A-423CCCC3466D}" srcOrd="1" destOrd="0" presId="urn:microsoft.com/office/officeart/2008/layout/LinedList"/>
    <dgm:cxn modelId="{E76E6FD4-B86E-6741-8780-BDE1E1AC2E64}" type="presParOf" srcId="{8CC676C0-5D58-FC45-A5E9-1A774D08E1CB}" destId="{6C1BE830-4FC4-DF4E-B436-A8B01B72CFBF}" srcOrd="6" destOrd="0" presId="urn:microsoft.com/office/officeart/2008/layout/LinedList"/>
    <dgm:cxn modelId="{FAECEF34-7E0E-494B-934D-B1418F4EA24F}" type="presParOf" srcId="{8CC676C0-5D58-FC45-A5E9-1A774D08E1CB}" destId="{6C1BDDE7-5817-7F40-9E8A-D4D3A20832FB}" srcOrd="7" destOrd="0" presId="urn:microsoft.com/office/officeart/2008/layout/LinedList"/>
    <dgm:cxn modelId="{1B3FDE29-7BA0-374C-99D6-F4ECC22C1B79}" type="presParOf" srcId="{6C1BDDE7-5817-7F40-9E8A-D4D3A20832FB}" destId="{0CDBA0F1-E567-454B-A396-D44F5385D4AD}" srcOrd="0" destOrd="0" presId="urn:microsoft.com/office/officeart/2008/layout/LinedList"/>
    <dgm:cxn modelId="{5C7AA338-EAFD-0B41-8C7D-E52F45305716}" type="presParOf" srcId="{6C1BDDE7-5817-7F40-9E8A-D4D3A20832FB}" destId="{8567E2D7-D2EE-EC4B-B0E8-8DBAC6602D54}" srcOrd="1" destOrd="0" presId="urn:microsoft.com/office/officeart/2008/layout/LinedList"/>
    <dgm:cxn modelId="{8E6AA044-ACF3-5C43-8A03-38ACA756FD43}" type="presParOf" srcId="{8CC676C0-5D58-FC45-A5E9-1A774D08E1CB}" destId="{41A4D010-65FE-C542-818B-AD0E12C52423}" srcOrd="8" destOrd="0" presId="urn:microsoft.com/office/officeart/2008/layout/LinedList"/>
    <dgm:cxn modelId="{25C506E0-DC4C-7842-B108-C56DEB7A6C51}" type="presParOf" srcId="{8CC676C0-5D58-FC45-A5E9-1A774D08E1CB}" destId="{73CF9230-9045-0B4A-9756-D09070F89A10}" srcOrd="9" destOrd="0" presId="urn:microsoft.com/office/officeart/2008/layout/LinedList"/>
    <dgm:cxn modelId="{8C70EEAE-7FB7-7141-8693-C23EFDBED2A9}" type="presParOf" srcId="{73CF9230-9045-0B4A-9756-D09070F89A10}" destId="{421231FD-1FFE-1540-A842-8E6802B749FF}" srcOrd="0" destOrd="0" presId="urn:microsoft.com/office/officeart/2008/layout/LinedList"/>
    <dgm:cxn modelId="{78E43249-E125-1641-80EC-87BFC99CC6AB}" type="presParOf" srcId="{73CF9230-9045-0B4A-9756-D09070F89A10}" destId="{69CF1D02-22C2-264B-BFA4-0C9FBDAD560D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5.xml><?xml version="1.0" encoding="utf-8"?>
<dgm:dataModel xmlns:dgm="http://schemas.openxmlformats.org/drawingml/2006/diagram" xmlns:a="http://schemas.openxmlformats.org/drawingml/2006/main">
  <dgm:ptLst>
    <dgm:pt modelId="{11E6438E-5C8F-405B-9DE9-24C30F9D37C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F5778BD-AD6C-45FF-9B57-3DFF99A88665}">
      <dgm:prSet/>
      <dgm:spPr/>
      <dgm:t>
        <a:bodyPr/>
        <a:lstStyle/>
        <a:p>
          <a:r>
            <a:rPr lang="en-US"/>
            <a:t>Declarative model definitions using CREATE EXTERNAL MODEL</a:t>
          </a:r>
        </a:p>
      </dgm:t>
    </dgm:pt>
    <dgm:pt modelId="{149A0E6A-B9FC-4C31-86A1-D70FB567F0B5}" type="parTrans" cxnId="{7AF33406-D3F0-4DA5-91D6-2B435A479A0C}">
      <dgm:prSet/>
      <dgm:spPr/>
      <dgm:t>
        <a:bodyPr/>
        <a:lstStyle/>
        <a:p>
          <a:endParaRPr lang="en-US"/>
        </a:p>
      </dgm:t>
    </dgm:pt>
    <dgm:pt modelId="{56370380-3594-4BFF-9D38-0F5FD29C089A}" type="sibTrans" cxnId="{7AF33406-D3F0-4DA5-91D6-2B435A479A0C}">
      <dgm:prSet/>
      <dgm:spPr/>
      <dgm:t>
        <a:bodyPr/>
        <a:lstStyle/>
        <a:p>
          <a:endParaRPr lang="en-US"/>
        </a:p>
      </dgm:t>
    </dgm:pt>
    <dgm:pt modelId="{151371BE-6CFE-45E8-9DE6-86F704A6D50B}">
      <dgm:prSet/>
      <dgm:spPr/>
      <dgm:t>
        <a:bodyPr/>
        <a:lstStyle/>
        <a:p>
          <a:r>
            <a:rPr lang="en-US"/>
            <a:t>Supported API types: Azure OpenAI, OpenAI, Ollama, ONNX Runtime</a:t>
          </a:r>
        </a:p>
      </dgm:t>
    </dgm:pt>
    <dgm:pt modelId="{B12F2AF0-849F-4733-9DBA-9E28B81DB087}" type="parTrans" cxnId="{4562820B-E058-42A8-8518-D1A0E64B6803}">
      <dgm:prSet/>
      <dgm:spPr/>
      <dgm:t>
        <a:bodyPr/>
        <a:lstStyle/>
        <a:p>
          <a:endParaRPr lang="en-US"/>
        </a:p>
      </dgm:t>
    </dgm:pt>
    <dgm:pt modelId="{C876A8DA-F9DD-4BA2-8E92-D46C767F5BD2}" type="sibTrans" cxnId="{4562820B-E058-42A8-8518-D1A0E64B6803}">
      <dgm:prSet/>
      <dgm:spPr/>
      <dgm:t>
        <a:bodyPr/>
        <a:lstStyle/>
        <a:p>
          <a:endParaRPr lang="en-US"/>
        </a:p>
      </dgm:t>
    </dgm:pt>
    <dgm:pt modelId="{EBB1972A-8754-4052-B054-EC9EBD3E7695}">
      <dgm:prSet/>
      <dgm:spPr/>
      <dgm:t>
        <a:bodyPr/>
        <a:lstStyle/>
        <a:p>
          <a:r>
            <a:rPr lang="en-US"/>
            <a:t>Points to a REST endpoint — models run outside the engine</a:t>
          </a:r>
        </a:p>
      </dgm:t>
    </dgm:pt>
    <dgm:pt modelId="{B7B79DEB-AA28-4B07-A50B-1F86E832F3BD}" type="parTrans" cxnId="{D876B8F7-3C89-4B47-BE18-13F717F3BD67}">
      <dgm:prSet/>
      <dgm:spPr/>
      <dgm:t>
        <a:bodyPr/>
        <a:lstStyle/>
        <a:p>
          <a:endParaRPr lang="en-US"/>
        </a:p>
      </dgm:t>
    </dgm:pt>
    <dgm:pt modelId="{5C5FD664-628B-4CA4-8904-6B86B3E45672}" type="sibTrans" cxnId="{D876B8F7-3C89-4B47-BE18-13F717F3BD67}">
      <dgm:prSet/>
      <dgm:spPr/>
      <dgm:t>
        <a:bodyPr/>
        <a:lstStyle/>
        <a:p>
          <a:endParaRPr lang="en-US"/>
        </a:p>
      </dgm:t>
    </dgm:pt>
    <dgm:pt modelId="{ED85653A-9635-4CC5-B3DE-6091E431BE7B}">
      <dgm:prSet/>
      <dgm:spPr/>
      <dgm:t>
        <a:bodyPr/>
        <a:lstStyle/>
        <a:p>
          <a:r>
            <a:rPr lang="en-US"/>
            <a:t>System view for managing model definitions</a:t>
          </a:r>
        </a:p>
      </dgm:t>
    </dgm:pt>
    <dgm:pt modelId="{DC302D10-E536-484D-BB18-DCDFC5150E4F}" type="parTrans" cxnId="{661FC327-CD79-4FA6-A672-D9CA3AB2F2DF}">
      <dgm:prSet/>
      <dgm:spPr/>
      <dgm:t>
        <a:bodyPr/>
        <a:lstStyle/>
        <a:p>
          <a:endParaRPr lang="en-US"/>
        </a:p>
      </dgm:t>
    </dgm:pt>
    <dgm:pt modelId="{FB684F68-11A6-4D69-ADEF-48484EE6BC20}" type="sibTrans" cxnId="{661FC327-CD79-4FA6-A672-D9CA3AB2F2DF}">
      <dgm:prSet/>
      <dgm:spPr/>
      <dgm:t>
        <a:bodyPr/>
        <a:lstStyle/>
        <a:p>
          <a:endParaRPr lang="en-US"/>
        </a:p>
      </dgm:t>
    </dgm:pt>
    <dgm:pt modelId="{72DE8EC7-55A8-4DFA-A0CD-B5264E6E3985}">
      <dgm:prSet/>
      <dgm:spPr/>
      <dgm:t>
        <a:bodyPr/>
        <a:lstStyle/>
        <a:p>
          <a:r>
            <a:rPr lang="en-US"/>
            <a:t>Ground or cloud deployment</a:t>
          </a:r>
        </a:p>
      </dgm:t>
    </dgm:pt>
    <dgm:pt modelId="{ACF11E1E-316A-4EBC-A056-91A27B39914A}" type="parTrans" cxnId="{798D7C56-6752-47E5-AA7A-88340865B0BB}">
      <dgm:prSet/>
      <dgm:spPr/>
      <dgm:t>
        <a:bodyPr/>
        <a:lstStyle/>
        <a:p>
          <a:endParaRPr lang="en-US"/>
        </a:p>
      </dgm:t>
    </dgm:pt>
    <dgm:pt modelId="{2BEF222A-726A-4133-A942-6971A434AB94}" type="sibTrans" cxnId="{798D7C56-6752-47E5-AA7A-88340865B0BB}">
      <dgm:prSet/>
      <dgm:spPr/>
      <dgm:t>
        <a:bodyPr/>
        <a:lstStyle/>
        <a:p>
          <a:endParaRPr lang="en-US"/>
        </a:p>
      </dgm:t>
    </dgm:pt>
    <dgm:pt modelId="{9C6108F3-D8E5-4EB2-8231-E0B637ECB21D}" type="pres">
      <dgm:prSet presAssocID="{11E6438E-5C8F-405B-9DE9-24C30F9D37CA}" presName="root" presStyleCnt="0">
        <dgm:presLayoutVars>
          <dgm:dir/>
          <dgm:resizeHandles val="exact"/>
        </dgm:presLayoutVars>
      </dgm:prSet>
      <dgm:spPr/>
    </dgm:pt>
    <dgm:pt modelId="{35BBF990-BD6B-4176-8F64-C54C130C2A91}" type="pres">
      <dgm:prSet presAssocID="{5F5778BD-AD6C-45FF-9B57-3DFF99A88665}" presName="compNode" presStyleCnt="0"/>
      <dgm:spPr/>
    </dgm:pt>
    <dgm:pt modelId="{53B40F41-C932-4041-83D4-68BC94EE69FC}" type="pres">
      <dgm:prSet presAssocID="{5F5778BD-AD6C-45FF-9B57-3DFF99A88665}" presName="bgRect" presStyleLbl="bgShp" presStyleIdx="0" presStyleCnt="5"/>
      <dgm:spPr/>
    </dgm:pt>
    <dgm:pt modelId="{D7DE1A21-2517-4D60-B87F-201989832944}" type="pres">
      <dgm:prSet presAssocID="{5F5778BD-AD6C-45FF-9B57-3DFF99A88665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F809A0EF-C740-44C3-95CE-2D846E4174BF}" type="pres">
      <dgm:prSet presAssocID="{5F5778BD-AD6C-45FF-9B57-3DFF99A88665}" presName="spaceRect" presStyleCnt="0"/>
      <dgm:spPr/>
    </dgm:pt>
    <dgm:pt modelId="{D37A98E7-30C4-4FF0-A23A-2B41C317BFD0}" type="pres">
      <dgm:prSet presAssocID="{5F5778BD-AD6C-45FF-9B57-3DFF99A88665}" presName="parTx" presStyleLbl="revTx" presStyleIdx="0" presStyleCnt="5">
        <dgm:presLayoutVars>
          <dgm:chMax val="0"/>
          <dgm:chPref val="0"/>
        </dgm:presLayoutVars>
      </dgm:prSet>
      <dgm:spPr/>
    </dgm:pt>
    <dgm:pt modelId="{9FED4297-74E6-43CC-923B-8939984F7EA8}" type="pres">
      <dgm:prSet presAssocID="{56370380-3594-4BFF-9D38-0F5FD29C089A}" presName="sibTrans" presStyleCnt="0"/>
      <dgm:spPr/>
    </dgm:pt>
    <dgm:pt modelId="{E551B565-D14C-4F94-9D31-383D5CDAD716}" type="pres">
      <dgm:prSet presAssocID="{151371BE-6CFE-45E8-9DE6-86F704A6D50B}" presName="compNode" presStyleCnt="0"/>
      <dgm:spPr/>
    </dgm:pt>
    <dgm:pt modelId="{80040604-C5E8-4A40-AC5E-8AD174A1C238}" type="pres">
      <dgm:prSet presAssocID="{151371BE-6CFE-45E8-9DE6-86F704A6D50B}" presName="bgRect" presStyleLbl="bgShp" presStyleIdx="1" presStyleCnt="5"/>
      <dgm:spPr/>
    </dgm:pt>
    <dgm:pt modelId="{8E57E968-E33A-4235-83A2-6398C13809B1}" type="pres">
      <dgm:prSet presAssocID="{151371BE-6CFE-45E8-9DE6-86F704A6D50B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"/>
        </a:ext>
      </dgm:extLst>
    </dgm:pt>
    <dgm:pt modelId="{8B0E9460-0065-4BFA-AB3B-60B69F9A9D6B}" type="pres">
      <dgm:prSet presAssocID="{151371BE-6CFE-45E8-9DE6-86F704A6D50B}" presName="spaceRect" presStyleCnt="0"/>
      <dgm:spPr/>
    </dgm:pt>
    <dgm:pt modelId="{93CA10C7-0B9B-4FFD-AA41-6CDC011DA02D}" type="pres">
      <dgm:prSet presAssocID="{151371BE-6CFE-45E8-9DE6-86F704A6D50B}" presName="parTx" presStyleLbl="revTx" presStyleIdx="1" presStyleCnt="5">
        <dgm:presLayoutVars>
          <dgm:chMax val="0"/>
          <dgm:chPref val="0"/>
        </dgm:presLayoutVars>
      </dgm:prSet>
      <dgm:spPr/>
    </dgm:pt>
    <dgm:pt modelId="{B813419A-AFEB-48CA-8E42-A309D090335A}" type="pres">
      <dgm:prSet presAssocID="{C876A8DA-F9DD-4BA2-8E92-D46C767F5BD2}" presName="sibTrans" presStyleCnt="0"/>
      <dgm:spPr/>
    </dgm:pt>
    <dgm:pt modelId="{31901151-9325-40AE-9924-0C3A9C4E507A}" type="pres">
      <dgm:prSet presAssocID="{EBB1972A-8754-4052-B054-EC9EBD3E7695}" presName="compNode" presStyleCnt="0"/>
      <dgm:spPr/>
    </dgm:pt>
    <dgm:pt modelId="{72E0F373-EC1B-46CD-8370-E1DB84B3569D}" type="pres">
      <dgm:prSet presAssocID="{EBB1972A-8754-4052-B054-EC9EBD3E7695}" presName="bgRect" presStyleLbl="bgShp" presStyleIdx="2" presStyleCnt="5"/>
      <dgm:spPr/>
    </dgm:pt>
    <dgm:pt modelId="{BA2CED2E-0BFD-40FB-AF15-028A7A139819}" type="pres">
      <dgm:prSet presAssocID="{EBB1972A-8754-4052-B054-EC9EBD3E7695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uzzle"/>
        </a:ext>
      </dgm:extLst>
    </dgm:pt>
    <dgm:pt modelId="{9820045C-FBF7-433E-943C-4F185D67CEF0}" type="pres">
      <dgm:prSet presAssocID="{EBB1972A-8754-4052-B054-EC9EBD3E7695}" presName="spaceRect" presStyleCnt="0"/>
      <dgm:spPr/>
    </dgm:pt>
    <dgm:pt modelId="{EE8A4200-1521-4854-92A4-129C2A9626BC}" type="pres">
      <dgm:prSet presAssocID="{EBB1972A-8754-4052-B054-EC9EBD3E7695}" presName="parTx" presStyleLbl="revTx" presStyleIdx="2" presStyleCnt="5">
        <dgm:presLayoutVars>
          <dgm:chMax val="0"/>
          <dgm:chPref val="0"/>
        </dgm:presLayoutVars>
      </dgm:prSet>
      <dgm:spPr/>
    </dgm:pt>
    <dgm:pt modelId="{DA3EA21E-9B6B-4CD3-A17C-3CE289D030DF}" type="pres">
      <dgm:prSet presAssocID="{5C5FD664-628B-4CA4-8904-6B86B3E45672}" presName="sibTrans" presStyleCnt="0"/>
      <dgm:spPr/>
    </dgm:pt>
    <dgm:pt modelId="{A2EBAEA7-42DA-4AC5-B0F3-08E2890A3FFC}" type="pres">
      <dgm:prSet presAssocID="{ED85653A-9635-4CC5-B3DE-6091E431BE7B}" presName="compNode" presStyleCnt="0"/>
      <dgm:spPr/>
    </dgm:pt>
    <dgm:pt modelId="{702BA93F-232D-4390-9764-FFB86E9ED274}" type="pres">
      <dgm:prSet presAssocID="{ED85653A-9635-4CC5-B3DE-6091E431BE7B}" presName="bgRect" presStyleLbl="bgShp" presStyleIdx="3" presStyleCnt="5"/>
      <dgm:spPr/>
    </dgm:pt>
    <dgm:pt modelId="{A44D925A-4EBC-4D88-B4DD-95CE9C5826F1}" type="pres">
      <dgm:prSet presAssocID="{ED85653A-9635-4CC5-B3DE-6091E431BE7B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276AF841-C521-4E2F-81E1-B887F6B63AED}" type="pres">
      <dgm:prSet presAssocID="{ED85653A-9635-4CC5-B3DE-6091E431BE7B}" presName="spaceRect" presStyleCnt="0"/>
      <dgm:spPr/>
    </dgm:pt>
    <dgm:pt modelId="{76E3027D-3AE0-4545-A129-BFAB3A853CC1}" type="pres">
      <dgm:prSet presAssocID="{ED85653A-9635-4CC5-B3DE-6091E431BE7B}" presName="parTx" presStyleLbl="revTx" presStyleIdx="3" presStyleCnt="5">
        <dgm:presLayoutVars>
          <dgm:chMax val="0"/>
          <dgm:chPref val="0"/>
        </dgm:presLayoutVars>
      </dgm:prSet>
      <dgm:spPr/>
    </dgm:pt>
    <dgm:pt modelId="{039FD282-9A2D-4D86-A7CF-DE72F8AE0449}" type="pres">
      <dgm:prSet presAssocID="{FB684F68-11A6-4D69-ADEF-48484EE6BC20}" presName="sibTrans" presStyleCnt="0"/>
      <dgm:spPr/>
    </dgm:pt>
    <dgm:pt modelId="{33BA3C84-3940-4858-9375-943F5D1DB96E}" type="pres">
      <dgm:prSet presAssocID="{72DE8EC7-55A8-4DFA-A0CD-B5264E6E3985}" presName="compNode" presStyleCnt="0"/>
      <dgm:spPr/>
    </dgm:pt>
    <dgm:pt modelId="{A2791797-DD1C-4D19-995F-02EBC50F5B51}" type="pres">
      <dgm:prSet presAssocID="{72DE8EC7-55A8-4DFA-A0CD-B5264E6E3985}" presName="bgRect" presStyleLbl="bgShp" presStyleIdx="4" presStyleCnt="5"/>
      <dgm:spPr/>
    </dgm:pt>
    <dgm:pt modelId="{D27C3495-2349-4C6B-BAC6-F4A01AF6F06A}" type="pres">
      <dgm:prSet presAssocID="{72DE8EC7-55A8-4DFA-A0CD-B5264E6E3985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6A75B420-D79D-45A4-BCBF-6A9BE4B546E0}" type="pres">
      <dgm:prSet presAssocID="{72DE8EC7-55A8-4DFA-A0CD-B5264E6E3985}" presName="spaceRect" presStyleCnt="0"/>
      <dgm:spPr/>
    </dgm:pt>
    <dgm:pt modelId="{2068CDC3-3216-4949-B857-83FA541596FC}" type="pres">
      <dgm:prSet presAssocID="{72DE8EC7-55A8-4DFA-A0CD-B5264E6E3985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F0902B01-E5E5-4847-B8DB-ACA58D93B448}" type="presOf" srcId="{151371BE-6CFE-45E8-9DE6-86F704A6D50B}" destId="{93CA10C7-0B9B-4FFD-AA41-6CDC011DA02D}" srcOrd="0" destOrd="0" presId="urn:microsoft.com/office/officeart/2018/2/layout/IconVerticalSolidList"/>
    <dgm:cxn modelId="{7AF33406-D3F0-4DA5-91D6-2B435A479A0C}" srcId="{11E6438E-5C8F-405B-9DE9-24C30F9D37CA}" destId="{5F5778BD-AD6C-45FF-9B57-3DFF99A88665}" srcOrd="0" destOrd="0" parTransId="{149A0E6A-B9FC-4C31-86A1-D70FB567F0B5}" sibTransId="{56370380-3594-4BFF-9D38-0F5FD29C089A}"/>
    <dgm:cxn modelId="{4562820B-E058-42A8-8518-D1A0E64B6803}" srcId="{11E6438E-5C8F-405B-9DE9-24C30F9D37CA}" destId="{151371BE-6CFE-45E8-9DE6-86F704A6D50B}" srcOrd="1" destOrd="0" parTransId="{B12F2AF0-849F-4733-9DBA-9E28B81DB087}" sibTransId="{C876A8DA-F9DD-4BA2-8E92-D46C767F5BD2}"/>
    <dgm:cxn modelId="{55F45D1A-5B2A-432E-9D65-41D61CB3F449}" type="presOf" srcId="{ED85653A-9635-4CC5-B3DE-6091E431BE7B}" destId="{76E3027D-3AE0-4545-A129-BFAB3A853CC1}" srcOrd="0" destOrd="0" presId="urn:microsoft.com/office/officeart/2018/2/layout/IconVerticalSolidList"/>
    <dgm:cxn modelId="{661FC327-CD79-4FA6-A672-D9CA3AB2F2DF}" srcId="{11E6438E-5C8F-405B-9DE9-24C30F9D37CA}" destId="{ED85653A-9635-4CC5-B3DE-6091E431BE7B}" srcOrd="3" destOrd="0" parTransId="{DC302D10-E536-484D-BB18-DCDFC5150E4F}" sibTransId="{FB684F68-11A6-4D69-ADEF-48484EE6BC20}"/>
    <dgm:cxn modelId="{338D9A39-3124-4637-A9F6-FD2D2434E24D}" type="presOf" srcId="{11E6438E-5C8F-405B-9DE9-24C30F9D37CA}" destId="{9C6108F3-D8E5-4EB2-8231-E0B637ECB21D}" srcOrd="0" destOrd="0" presId="urn:microsoft.com/office/officeart/2018/2/layout/IconVerticalSolidList"/>
    <dgm:cxn modelId="{9DCDFA60-232F-489D-9DE3-A641ED7FA77D}" type="presOf" srcId="{5F5778BD-AD6C-45FF-9B57-3DFF99A88665}" destId="{D37A98E7-30C4-4FF0-A23A-2B41C317BFD0}" srcOrd="0" destOrd="0" presId="urn:microsoft.com/office/officeart/2018/2/layout/IconVerticalSolidList"/>
    <dgm:cxn modelId="{798D7C56-6752-47E5-AA7A-88340865B0BB}" srcId="{11E6438E-5C8F-405B-9DE9-24C30F9D37CA}" destId="{72DE8EC7-55A8-4DFA-A0CD-B5264E6E3985}" srcOrd="4" destOrd="0" parTransId="{ACF11E1E-316A-4EBC-A056-91A27B39914A}" sibTransId="{2BEF222A-726A-4133-A942-6971A434AB94}"/>
    <dgm:cxn modelId="{C2850088-D352-45FC-9190-2FF955091360}" type="presOf" srcId="{72DE8EC7-55A8-4DFA-A0CD-B5264E6E3985}" destId="{2068CDC3-3216-4949-B857-83FA541596FC}" srcOrd="0" destOrd="0" presId="urn:microsoft.com/office/officeart/2018/2/layout/IconVerticalSolidList"/>
    <dgm:cxn modelId="{AEF340A4-E29B-47D3-8121-0251AA933133}" type="presOf" srcId="{EBB1972A-8754-4052-B054-EC9EBD3E7695}" destId="{EE8A4200-1521-4854-92A4-129C2A9626BC}" srcOrd="0" destOrd="0" presId="urn:microsoft.com/office/officeart/2018/2/layout/IconVerticalSolidList"/>
    <dgm:cxn modelId="{D876B8F7-3C89-4B47-BE18-13F717F3BD67}" srcId="{11E6438E-5C8F-405B-9DE9-24C30F9D37CA}" destId="{EBB1972A-8754-4052-B054-EC9EBD3E7695}" srcOrd="2" destOrd="0" parTransId="{B7B79DEB-AA28-4B07-A50B-1F86E832F3BD}" sibTransId="{5C5FD664-628B-4CA4-8904-6B86B3E45672}"/>
    <dgm:cxn modelId="{4AE67463-9240-4443-966C-5D4596662829}" type="presParOf" srcId="{9C6108F3-D8E5-4EB2-8231-E0B637ECB21D}" destId="{35BBF990-BD6B-4176-8F64-C54C130C2A91}" srcOrd="0" destOrd="0" presId="urn:microsoft.com/office/officeart/2018/2/layout/IconVerticalSolidList"/>
    <dgm:cxn modelId="{ED227F3B-090B-499E-81BA-21BD8147D0F6}" type="presParOf" srcId="{35BBF990-BD6B-4176-8F64-C54C130C2A91}" destId="{53B40F41-C932-4041-83D4-68BC94EE69FC}" srcOrd="0" destOrd="0" presId="urn:microsoft.com/office/officeart/2018/2/layout/IconVerticalSolidList"/>
    <dgm:cxn modelId="{F20CB55B-4B6E-446E-8840-2B1817920112}" type="presParOf" srcId="{35BBF990-BD6B-4176-8F64-C54C130C2A91}" destId="{D7DE1A21-2517-4D60-B87F-201989832944}" srcOrd="1" destOrd="0" presId="urn:microsoft.com/office/officeart/2018/2/layout/IconVerticalSolidList"/>
    <dgm:cxn modelId="{620234D2-C06C-43AE-9C6B-2AAC553C5B59}" type="presParOf" srcId="{35BBF990-BD6B-4176-8F64-C54C130C2A91}" destId="{F809A0EF-C740-44C3-95CE-2D846E4174BF}" srcOrd="2" destOrd="0" presId="urn:microsoft.com/office/officeart/2018/2/layout/IconVerticalSolidList"/>
    <dgm:cxn modelId="{16C2FDC2-CCBD-4021-9D8C-83D23629183E}" type="presParOf" srcId="{35BBF990-BD6B-4176-8F64-C54C130C2A91}" destId="{D37A98E7-30C4-4FF0-A23A-2B41C317BFD0}" srcOrd="3" destOrd="0" presId="urn:microsoft.com/office/officeart/2018/2/layout/IconVerticalSolidList"/>
    <dgm:cxn modelId="{439D7360-6E87-4C29-A0B3-A1EC1B4D647B}" type="presParOf" srcId="{9C6108F3-D8E5-4EB2-8231-E0B637ECB21D}" destId="{9FED4297-74E6-43CC-923B-8939984F7EA8}" srcOrd="1" destOrd="0" presId="urn:microsoft.com/office/officeart/2018/2/layout/IconVerticalSolidList"/>
    <dgm:cxn modelId="{FCA5780F-D9DC-4B22-8887-0A7AF00B2C7F}" type="presParOf" srcId="{9C6108F3-D8E5-4EB2-8231-E0B637ECB21D}" destId="{E551B565-D14C-4F94-9D31-383D5CDAD716}" srcOrd="2" destOrd="0" presId="urn:microsoft.com/office/officeart/2018/2/layout/IconVerticalSolidList"/>
    <dgm:cxn modelId="{31E71533-2256-4E6B-AE79-8D3F9E9818B1}" type="presParOf" srcId="{E551B565-D14C-4F94-9D31-383D5CDAD716}" destId="{80040604-C5E8-4A40-AC5E-8AD174A1C238}" srcOrd="0" destOrd="0" presId="urn:microsoft.com/office/officeart/2018/2/layout/IconVerticalSolidList"/>
    <dgm:cxn modelId="{93620F80-F39F-4C39-B451-23132E4AA290}" type="presParOf" srcId="{E551B565-D14C-4F94-9D31-383D5CDAD716}" destId="{8E57E968-E33A-4235-83A2-6398C13809B1}" srcOrd="1" destOrd="0" presId="urn:microsoft.com/office/officeart/2018/2/layout/IconVerticalSolidList"/>
    <dgm:cxn modelId="{8D15F261-7239-427E-A279-36B77252828B}" type="presParOf" srcId="{E551B565-D14C-4F94-9D31-383D5CDAD716}" destId="{8B0E9460-0065-4BFA-AB3B-60B69F9A9D6B}" srcOrd="2" destOrd="0" presId="urn:microsoft.com/office/officeart/2018/2/layout/IconVerticalSolidList"/>
    <dgm:cxn modelId="{574D85DA-6543-49F4-8F6A-318E605B08DA}" type="presParOf" srcId="{E551B565-D14C-4F94-9D31-383D5CDAD716}" destId="{93CA10C7-0B9B-4FFD-AA41-6CDC011DA02D}" srcOrd="3" destOrd="0" presId="urn:microsoft.com/office/officeart/2018/2/layout/IconVerticalSolidList"/>
    <dgm:cxn modelId="{E7742817-9110-4518-AB97-9EACA4C007F1}" type="presParOf" srcId="{9C6108F3-D8E5-4EB2-8231-E0B637ECB21D}" destId="{B813419A-AFEB-48CA-8E42-A309D090335A}" srcOrd="3" destOrd="0" presId="urn:microsoft.com/office/officeart/2018/2/layout/IconVerticalSolidList"/>
    <dgm:cxn modelId="{FB20BE55-8AC5-49C5-A7D0-68EC08DFA266}" type="presParOf" srcId="{9C6108F3-D8E5-4EB2-8231-E0B637ECB21D}" destId="{31901151-9325-40AE-9924-0C3A9C4E507A}" srcOrd="4" destOrd="0" presId="urn:microsoft.com/office/officeart/2018/2/layout/IconVerticalSolidList"/>
    <dgm:cxn modelId="{85B75BEB-B5B8-4AE8-B908-282ADE6D1399}" type="presParOf" srcId="{31901151-9325-40AE-9924-0C3A9C4E507A}" destId="{72E0F373-EC1B-46CD-8370-E1DB84B3569D}" srcOrd="0" destOrd="0" presId="urn:microsoft.com/office/officeart/2018/2/layout/IconVerticalSolidList"/>
    <dgm:cxn modelId="{A49DF00E-AC26-41DB-B15F-555B15A89952}" type="presParOf" srcId="{31901151-9325-40AE-9924-0C3A9C4E507A}" destId="{BA2CED2E-0BFD-40FB-AF15-028A7A139819}" srcOrd="1" destOrd="0" presId="urn:microsoft.com/office/officeart/2018/2/layout/IconVerticalSolidList"/>
    <dgm:cxn modelId="{405E9487-AAB9-4A47-8B9E-E346E00B05A9}" type="presParOf" srcId="{31901151-9325-40AE-9924-0C3A9C4E507A}" destId="{9820045C-FBF7-433E-943C-4F185D67CEF0}" srcOrd="2" destOrd="0" presId="urn:microsoft.com/office/officeart/2018/2/layout/IconVerticalSolidList"/>
    <dgm:cxn modelId="{79F71B47-B2E6-459B-90C9-9C8971E12DDE}" type="presParOf" srcId="{31901151-9325-40AE-9924-0C3A9C4E507A}" destId="{EE8A4200-1521-4854-92A4-129C2A9626BC}" srcOrd="3" destOrd="0" presId="urn:microsoft.com/office/officeart/2018/2/layout/IconVerticalSolidList"/>
    <dgm:cxn modelId="{CF3733CD-0072-4AA4-B669-AA86F8A08209}" type="presParOf" srcId="{9C6108F3-D8E5-4EB2-8231-E0B637ECB21D}" destId="{DA3EA21E-9B6B-4CD3-A17C-3CE289D030DF}" srcOrd="5" destOrd="0" presId="urn:microsoft.com/office/officeart/2018/2/layout/IconVerticalSolidList"/>
    <dgm:cxn modelId="{57AEE5CA-FC41-4DBE-87F4-5F9B38374705}" type="presParOf" srcId="{9C6108F3-D8E5-4EB2-8231-E0B637ECB21D}" destId="{A2EBAEA7-42DA-4AC5-B0F3-08E2890A3FFC}" srcOrd="6" destOrd="0" presId="urn:microsoft.com/office/officeart/2018/2/layout/IconVerticalSolidList"/>
    <dgm:cxn modelId="{BF227A13-6880-4BFF-9D7E-3694DFE7F8A4}" type="presParOf" srcId="{A2EBAEA7-42DA-4AC5-B0F3-08E2890A3FFC}" destId="{702BA93F-232D-4390-9764-FFB86E9ED274}" srcOrd="0" destOrd="0" presId="urn:microsoft.com/office/officeart/2018/2/layout/IconVerticalSolidList"/>
    <dgm:cxn modelId="{70568C04-547E-4E89-A2B7-BE4E736B9CDF}" type="presParOf" srcId="{A2EBAEA7-42DA-4AC5-B0F3-08E2890A3FFC}" destId="{A44D925A-4EBC-4D88-B4DD-95CE9C5826F1}" srcOrd="1" destOrd="0" presId="urn:microsoft.com/office/officeart/2018/2/layout/IconVerticalSolidList"/>
    <dgm:cxn modelId="{153E5B45-762D-4F8D-92BF-FA27865BEA1F}" type="presParOf" srcId="{A2EBAEA7-42DA-4AC5-B0F3-08E2890A3FFC}" destId="{276AF841-C521-4E2F-81E1-B887F6B63AED}" srcOrd="2" destOrd="0" presId="urn:microsoft.com/office/officeart/2018/2/layout/IconVerticalSolidList"/>
    <dgm:cxn modelId="{BE52D9B4-D045-4385-965D-368CBE02DDB8}" type="presParOf" srcId="{A2EBAEA7-42DA-4AC5-B0F3-08E2890A3FFC}" destId="{76E3027D-3AE0-4545-A129-BFAB3A853CC1}" srcOrd="3" destOrd="0" presId="urn:microsoft.com/office/officeart/2018/2/layout/IconVerticalSolidList"/>
    <dgm:cxn modelId="{15516686-6FDE-4FE0-BA50-043592090694}" type="presParOf" srcId="{9C6108F3-D8E5-4EB2-8231-E0B637ECB21D}" destId="{039FD282-9A2D-4D86-A7CF-DE72F8AE0449}" srcOrd="7" destOrd="0" presId="urn:microsoft.com/office/officeart/2018/2/layout/IconVerticalSolidList"/>
    <dgm:cxn modelId="{0B85463D-0788-4B8C-933C-DFBB5F004492}" type="presParOf" srcId="{9C6108F3-D8E5-4EB2-8231-E0B637ECB21D}" destId="{33BA3C84-3940-4858-9375-943F5D1DB96E}" srcOrd="8" destOrd="0" presId="urn:microsoft.com/office/officeart/2018/2/layout/IconVerticalSolidList"/>
    <dgm:cxn modelId="{D7733AF0-E5C5-41DC-BDDD-5C18941F165B}" type="presParOf" srcId="{33BA3C84-3940-4858-9375-943F5D1DB96E}" destId="{A2791797-DD1C-4D19-995F-02EBC50F5B51}" srcOrd="0" destOrd="0" presId="urn:microsoft.com/office/officeart/2018/2/layout/IconVerticalSolidList"/>
    <dgm:cxn modelId="{8589175E-E653-4269-894F-1A3F52FBA270}" type="presParOf" srcId="{33BA3C84-3940-4858-9375-943F5D1DB96E}" destId="{D27C3495-2349-4C6B-BAC6-F4A01AF6F06A}" srcOrd="1" destOrd="0" presId="urn:microsoft.com/office/officeart/2018/2/layout/IconVerticalSolidList"/>
    <dgm:cxn modelId="{FFB52FC0-DFF3-4AF2-AD1F-FF7FBCF864F8}" type="presParOf" srcId="{33BA3C84-3940-4858-9375-943F5D1DB96E}" destId="{6A75B420-D79D-45A4-BCBF-6A9BE4B546E0}" srcOrd="2" destOrd="0" presId="urn:microsoft.com/office/officeart/2018/2/layout/IconVerticalSolidList"/>
    <dgm:cxn modelId="{4F6E5DB8-B3C4-4D1D-A2DA-E740F4482637}" type="presParOf" srcId="{33BA3C84-3940-4858-9375-943F5D1DB96E}" destId="{2068CDC3-3216-4949-B857-83FA541596F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6.xml><?xml version="1.0" encoding="utf-8"?>
<dgm:dataModel xmlns:dgm="http://schemas.openxmlformats.org/drawingml/2006/diagram" xmlns:a="http://schemas.openxmlformats.org/drawingml/2006/main">
  <dgm:ptLst>
    <dgm:pt modelId="{E59D1D37-C945-4636-ACEE-3444EE8CA5A7}" type="doc">
      <dgm:prSet loTypeId="urn:microsoft.com/office/officeart/2005/8/layout/vList2" loCatId="list" qsTypeId="urn:microsoft.com/office/officeart/2005/8/quickstyle/simple1" qsCatId="simple" csTypeId="urn:microsoft.com/office/officeart/2005/8/colors/colorful3" csCatId="colorful"/>
      <dgm:spPr/>
      <dgm:t>
        <a:bodyPr/>
        <a:lstStyle/>
        <a:p>
          <a:endParaRPr lang="en-US"/>
        </a:p>
      </dgm:t>
    </dgm:pt>
    <dgm:pt modelId="{4C40FCE2-9688-4526-8BCC-66D534F89111}">
      <dgm:prSet/>
      <dgm:spPr/>
      <dgm:t>
        <a:bodyPr/>
        <a:lstStyle/>
        <a:p>
          <a:r>
            <a:rPr lang="en-US" dirty="0"/>
            <a:t>T-SQL functions to generate embeddings from your data</a:t>
          </a:r>
        </a:p>
      </dgm:t>
    </dgm:pt>
    <dgm:pt modelId="{729FFE53-C3DB-46E2-B4ED-5333487F0AFE}" type="parTrans" cxnId="{7AC56E9A-E8FD-4FFA-8ADA-37672F3E8542}">
      <dgm:prSet/>
      <dgm:spPr/>
      <dgm:t>
        <a:bodyPr/>
        <a:lstStyle/>
        <a:p>
          <a:endParaRPr lang="en-US"/>
        </a:p>
      </dgm:t>
    </dgm:pt>
    <dgm:pt modelId="{7628036B-1EF8-464C-8E4B-47C280E0846E}" type="sibTrans" cxnId="{7AC56E9A-E8FD-4FFA-8ADA-37672F3E8542}">
      <dgm:prSet/>
      <dgm:spPr/>
      <dgm:t>
        <a:bodyPr/>
        <a:lstStyle/>
        <a:p>
          <a:endParaRPr lang="en-US"/>
        </a:p>
      </dgm:t>
    </dgm:pt>
    <dgm:pt modelId="{67783737-DB67-4812-AF0D-FBCD98A3BE93}">
      <dgm:prSet/>
      <dgm:spPr/>
      <dgm:t>
        <a:bodyPr/>
        <a:lstStyle/>
        <a:p>
          <a:r>
            <a:rPr lang="en-US"/>
            <a:t>Text chunking: break large text into model-appropriate segments</a:t>
          </a:r>
        </a:p>
      </dgm:t>
    </dgm:pt>
    <dgm:pt modelId="{AFC65CCF-1AB9-4B22-B380-1829A8E784DB}" type="parTrans" cxnId="{8E7575A7-BD80-4A12-AB71-F1BA6E775694}">
      <dgm:prSet/>
      <dgm:spPr/>
      <dgm:t>
        <a:bodyPr/>
        <a:lstStyle/>
        <a:p>
          <a:endParaRPr lang="en-US"/>
        </a:p>
      </dgm:t>
    </dgm:pt>
    <dgm:pt modelId="{F77E5150-1081-420F-B734-2C235A73C6F4}" type="sibTrans" cxnId="{8E7575A7-BD80-4A12-AB71-F1BA6E775694}">
      <dgm:prSet/>
      <dgm:spPr/>
      <dgm:t>
        <a:bodyPr/>
        <a:lstStyle/>
        <a:p>
          <a:endParaRPr lang="en-US"/>
        </a:p>
      </dgm:t>
    </dgm:pt>
    <dgm:pt modelId="{386A4FB4-DE93-49EC-8308-6BB094D2FB19}">
      <dgm:prSet/>
      <dgm:spPr/>
      <dgm:t>
        <a:bodyPr/>
        <a:lstStyle/>
        <a:p>
          <a:r>
            <a:rPr lang="en-US"/>
            <a:t>Multi-modal embedding support</a:t>
          </a:r>
        </a:p>
      </dgm:t>
    </dgm:pt>
    <dgm:pt modelId="{C227C935-5F2B-4D07-A933-A1559F992471}" type="parTrans" cxnId="{F04A3B52-C447-4512-A3BE-05DDB9A56388}">
      <dgm:prSet/>
      <dgm:spPr/>
      <dgm:t>
        <a:bodyPr/>
        <a:lstStyle/>
        <a:p>
          <a:endParaRPr lang="en-US"/>
        </a:p>
      </dgm:t>
    </dgm:pt>
    <dgm:pt modelId="{9D07F80D-A9D0-4996-A5EB-64C9E9C80FD5}" type="sibTrans" cxnId="{F04A3B52-C447-4512-A3BE-05DDB9A56388}">
      <dgm:prSet/>
      <dgm:spPr/>
      <dgm:t>
        <a:bodyPr/>
        <a:lstStyle/>
        <a:p>
          <a:endParaRPr lang="en-US"/>
        </a:p>
      </dgm:t>
    </dgm:pt>
    <dgm:pt modelId="{6E89FEF1-AD31-4986-8ACC-7B3C392C62A4}">
      <dgm:prSet/>
      <dgm:spPr/>
      <dgm:t>
        <a:bodyPr/>
        <a:lstStyle/>
        <a:p>
          <a:r>
            <a:rPr lang="en-US"/>
            <a:t>Works with any REST-accessible embedding model</a:t>
          </a:r>
        </a:p>
      </dgm:t>
    </dgm:pt>
    <dgm:pt modelId="{44A94753-8BF1-44C3-AB88-1F119624D83B}" type="parTrans" cxnId="{950CFDB8-CD24-43C9-BA32-D428A85AEFE0}">
      <dgm:prSet/>
      <dgm:spPr/>
      <dgm:t>
        <a:bodyPr/>
        <a:lstStyle/>
        <a:p>
          <a:endParaRPr lang="en-US"/>
        </a:p>
      </dgm:t>
    </dgm:pt>
    <dgm:pt modelId="{304B7F22-C570-478E-9CAD-01712BEDE200}" type="sibTrans" cxnId="{950CFDB8-CD24-43C9-BA32-D428A85AEFE0}">
      <dgm:prSet/>
      <dgm:spPr/>
      <dgm:t>
        <a:bodyPr/>
        <a:lstStyle/>
        <a:p>
          <a:endParaRPr lang="en-US"/>
        </a:p>
      </dgm:t>
    </dgm:pt>
    <dgm:pt modelId="{B8202606-1F77-445B-BE38-6FF45D554E7F}">
      <dgm:prSet/>
      <dgm:spPr/>
      <dgm:t>
        <a:bodyPr/>
        <a:lstStyle/>
        <a:p>
          <a:r>
            <a:rPr lang="en-US"/>
            <a:t>Store embeddings in vector columns alongside your relational data</a:t>
          </a:r>
        </a:p>
      </dgm:t>
    </dgm:pt>
    <dgm:pt modelId="{A7657C6E-BB8B-4B3D-858D-8BFC878311E8}" type="parTrans" cxnId="{B7F4CD0C-E10E-4B1C-8765-804961431F82}">
      <dgm:prSet/>
      <dgm:spPr/>
      <dgm:t>
        <a:bodyPr/>
        <a:lstStyle/>
        <a:p>
          <a:endParaRPr lang="en-US"/>
        </a:p>
      </dgm:t>
    </dgm:pt>
    <dgm:pt modelId="{D218320E-DA78-4C85-BD57-4412CCC03377}" type="sibTrans" cxnId="{B7F4CD0C-E10E-4B1C-8765-804961431F82}">
      <dgm:prSet/>
      <dgm:spPr/>
      <dgm:t>
        <a:bodyPr/>
        <a:lstStyle/>
        <a:p>
          <a:endParaRPr lang="en-US"/>
        </a:p>
      </dgm:t>
    </dgm:pt>
    <dgm:pt modelId="{6A0E2FE7-6AC4-314B-AE7B-A202DCB9F394}" type="pres">
      <dgm:prSet presAssocID="{E59D1D37-C945-4636-ACEE-3444EE8CA5A7}" presName="linear" presStyleCnt="0">
        <dgm:presLayoutVars>
          <dgm:animLvl val="lvl"/>
          <dgm:resizeHandles val="exact"/>
        </dgm:presLayoutVars>
      </dgm:prSet>
      <dgm:spPr/>
    </dgm:pt>
    <dgm:pt modelId="{CB8BB6F3-6A0A-0C47-8DCC-9655C0D202A1}" type="pres">
      <dgm:prSet presAssocID="{4C40FCE2-9688-4526-8BCC-66D534F89111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CFB9825D-63EE-6142-A3B0-690EC4B944C0}" type="pres">
      <dgm:prSet presAssocID="{7628036B-1EF8-464C-8E4B-47C280E0846E}" presName="spacer" presStyleCnt="0"/>
      <dgm:spPr/>
    </dgm:pt>
    <dgm:pt modelId="{7D3C0B78-001D-0844-B3A7-C14C9D85EDA6}" type="pres">
      <dgm:prSet presAssocID="{67783737-DB67-4812-AF0D-FBCD98A3BE93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005DF3F3-216B-F949-A9E7-63B26E5D08E4}" type="pres">
      <dgm:prSet presAssocID="{F77E5150-1081-420F-B734-2C235A73C6F4}" presName="spacer" presStyleCnt="0"/>
      <dgm:spPr/>
    </dgm:pt>
    <dgm:pt modelId="{7F7168A0-8876-4F4B-AF4E-1974D0F43A1D}" type="pres">
      <dgm:prSet presAssocID="{386A4FB4-DE93-49EC-8308-6BB094D2FB19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C5C4C7DA-82ED-A243-8807-642EDDBAC62B}" type="pres">
      <dgm:prSet presAssocID="{9D07F80D-A9D0-4996-A5EB-64C9E9C80FD5}" presName="spacer" presStyleCnt="0"/>
      <dgm:spPr/>
    </dgm:pt>
    <dgm:pt modelId="{E7454E56-DE05-9449-858B-734AD828DF3F}" type="pres">
      <dgm:prSet presAssocID="{6E89FEF1-AD31-4986-8ACC-7B3C392C62A4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53F221F7-30EB-6947-BDED-BC6A02C0A460}" type="pres">
      <dgm:prSet presAssocID="{304B7F22-C570-478E-9CAD-01712BEDE200}" presName="spacer" presStyleCnt="0"/>
      <dgm:spPr/>
    </dgm:pt>
    <dgm:pt modelId="{88A7AB71-4164-A043-A552-B81871CD1CE8}" type="pres">
      <dgm:prSet presAssocID="{B8202606-1F77-445B-BE38-6FF45D554E7F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B7F4CD0C-E10E-4B1C-8765-804961431F82}" srcId="{E59D1D37-C945-4636-ACEE-3444EE8CA5A7}" destId="{B8202606-1F77-445B-BE38-6FF45D554E7F}" srcOrd="4" destOrd="0" parTransId="{A7657C6E-BB8B-4B3D-858D-8BFC878311E8}" sibTransId="{D218320E-DA78-4C85-BD57-4412CCC03377}"/>
    <dgm:cxn modelId="{7E52FE4C-7507-3B47-96DF-F41DF44EF6AC}" type="presOf" srcId="{B8202606-1F77-445B-BE38-6FF45D554E7F}" destId="{88A7AB71-4164-A043-A552-B81871CD1CE8}" srcOrd="0" destOrd="0" presId="urn:microsoft.com/office/officeart/2005/8/layout/vList2"/>
    <dgm:cxn modelId="{F04A3B52-C447-4512-A3BE-05DDB9A56388}" srcId="{E59D1D37-C945-4636-ACEE-3444EE8CA5A7}" destId="{386A4FB4-DE93-49EC-8308-6BB094D2FB19}" srcOrd="2" destOrd="0" parTransId="{C227C935-5F2B-4D07-A933-A1559F992471}" sibTransId="{9D07F80D-A9D0-4996-A5EB-64C9E9C80FD5}"/>
    <dgm:cxn modelId="{54DECE7F-A8AE-3445-AE8A-1ADF7A66171C}" type="presOf" srcId="{67783737-DB67-4812-AF0D-FBCD98A3BE93}" destId="{7D3C0B78-001D-0844-B3A7-C14C9D85EDA6}" srcOrd="0" destOrd="0" presId="urn:microsoft.com/office/officeart/2005/8/layout/vList2"/>
    <dgm:cxn modelId="{5504B390-5632-4648-852B-8028EB3921B3}" type="presOf" srcId="{6E89FEF1-AD31-4986-8ACC-7B3C392C62A4}" destId="{E7454E56-DE05-9449-858B-734AD828DF3F}" srcOrd="0" destOrd="0" presId="urn:microsoft.com/office/officeart/2005/8/layout/vList2"/>
    <dgm:cxn modelId="{7AC56E9A-E8FD-4FFA-8ADA-37672F3E8542}" srcId="{E59D1D37-C945-4636-ACEE-3444EE8CA5A7}" destId="{4C40FCE2-9688-4526-8BCC-66D534F89111}" srcOrd="0" destOrd="0" parTransId="{729FFE53-C3DB-46E2-B4ED-5333487F0AFE}" sibTransId="{7628036B-1EF8-464C-8E4B-47C280E0846E}"/>
    <dgm:cxn modelId="{953C7DA3-2343-BA42-91C1-1BC1ABC88AB1}" type="presOf" srcId="{386A4FB4-DE93-49EC-8308-6BB094D2FB19}" destId="{7F7168A0-8876-4F4B-AF4E-1974D0F43A1D}" srcOrd="0" destOrd="0" presId="urn:microsoft.com/office/officeart/2005/8/layout/vList2"/>
    <dgm:cxn modelId="{8E7575A7-BD80-4A12-AB71-F1BA6E775694}" srcId="{E59D1D37-C945-4636-ACEE-3444EE8CA5A7}" destId="{67783737-DB67-4812-AF0D-FBCD98A3BE93}" srcOrd="1" destOrd="0" parTransId="{AFC65CCF-1AB9-4B22-B380-1829A8E784DB}" sibTransId="{F77E5150-1081-420F-B734-2C235A73C6F4}"/>
    <dgm:cxn modelId="{50C753AD-D4BC-3C48-9AA2-685975E1EEDF}" type="presOf" srcId="{4C40FCE2-9688-4526-8BCC-66D534F89111}" destId="{CB8BB6F3-6A0A-0C47-8DCC-9655C0D202A1}" srcOrd="0" destOrd="0" presId="urn:microsoft.com/office/officeart/2005/8/layout/vList2"/>
    <dgm:cxn modelId="{A1F52DB7-DB93-4941-8B4C-7DDD2341EB1D}" type="presOf" srcId="{E59D1D37-C945-4636-ACEE-3444EE8CA5A7}" destId="{6A0E2FE7-6AC4-314B-AE7B-A202DCB9F394}" srcOrd="0" destOrd="0" presId="urn:microsoft.com/office/officeart/2005/8/layout/vList2"/>
    <dgm:cxn modelId="{950CFDB8-CD24-43C9-BA32-D428A85AEFE0}" srcId="{E59D1D37-C945-4636-ACEE-3444EE8CA5A7}" destId="{6E89FEF1-AD31-4986-8ACC-7B3C392C62A4}" srcOrd="3" destOrd="0" parTransId="{44A94753-8BF1-44C3-AB88-1F119624D83B}" sibTransId="{304B7F22-C570-478E-9CAD-01712BEDE200}"/>
    <dgm:cxn modelId="{98A0CA65-8BFE-B646-83CB-BF4CD5D834FE}" type="presParOf" srcId="{6A0E2FE7-6AC4-314B-AE7B-A202DCB9F394}" destId="{CB8BB6F3-6A0A-0C47-8DCC-9655C0D202A1}" srcOrd="0" destOrd="0" presId="urn:microsoft.com/office/officeart/2005/8/layout/vList2"/>
    <dgm:cxn modelId="{0D31369E-A03F-D143-914C-B9223B8EBD89}" type="presParOf" srcId="{6A0E2FE7-6AC4-314B-AE7B-A202DCB9F394}" destId="{CFB9825D-63EE-6142-A3B0-690EC4B944C0}" srcOrd="1" destOrd="0" presId="urn:microsoft.com/office/officeart/2005/8/layout/vList2"/>
    <dgm:cxn modelId="{D8C39742-89D9-0944-970D-5F3CF6CBA3F0}" type="presParOf" srcId="{6A0E2FE7-6AC4-314B-AE7B-A202DCB9F394}" destId="{7D3C0B78-001D-0844-B3A7-C14C9D85EDA6}" srcOrd="2" destOrd="0" presId="urn:microsoft.com/office/officeart/2005/8/layout/vList2"/>
    <dgm:cxn modelId="{645D47E1-0B9E-9947-BF56-72BAF5C20ACF}" type="presParOf" srcId="{6A0E2FE7-6AC4-314B-AE7B-A202DCB9F394}" destId="{005DF3F3-216B-F949-A9E7-63B26E5D08E4}" srcOrd="3" destOrd="0" presId="urn:microsoft.com/office/officeart/2005/8/layout/vList2"/>
    <dgm:cxn modelId="{BF2F37B0-7113-3141-800D-92F832482F4C}" type="presParOf" srcId="{6A0E2FE7-6AC4-314B-AE7B-A202DCB9F394}" destId="{7F7168A0-8876-4F4B-AF4E-1974D0F43A1D}" srcOrd="4" destOrd="0" presId="urn:microsoft.com/office/officeart/2005/8/layout/vList2"/>
    <dgm:cxn modelId="{B5D31605-E67E-FE4F-9893-A056976E29D4}" type="presParOf" srcId="{6A0E2FE7-6AC4-314B-AE7B-A202DCB9F394}" destId="{C5C4C7DA-82ED-A243-8807-642EDDBAC62B}" srcOrd="5" destOrd="0" presId="urn:microsoft.com/office/officeart/2005/8/layout/vList2"/>
    <dgm:cxn modelId="{C0103FB3-EC89-0F42-9AEE-7CC378DA7EEE}" type="presParOf" srcId="{6A0E2FE7-6AC4-314B-AE7B-A202DCB9F394}" destId="{E7454E56-DE05-9449-858B-734AD828DF3F}" srcOrd="6" destOrd="0" presId="urn:microsoft.com/office/officeart/2005/8/layout/vList2"/>
    <dgm:cxn modelId="{2482904A-5836-9A4A-91F5-AB11F37BD835}" type="presParOf" srcId="{6A0E2FE7-6AC4-314B-AE7B-A202DCB9F394}" destId="{53F221F7-30EB-6947-BDED-BC6A02C0A460}" srcOrd="7" destOrd="0" presId="urn:microsoft.com/office/officeart/2005/8/layout/vList2"/>
    <dgm:cxn modelId="{468E0D94-9605-DD43-8DB8-F01209616DDF}" type="presParOf" srcId="{6A0E2FE7-6AC4-314B-AE7B-A202DCB9F394}" destId="{88A7AB71-4164-A043-A552-B81871CD1CE8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7.xml><?xml version="1.0" encoding="utf-8"?>
<dgm:dataModel xmlns:dgm="http://schemas.openxmlformats.org/drawingml/2006/diagram" xmlns:a="http://schemas.openxmlformats.org/drawingml/2006/main">
  <dgm:ptLst>
    <dgm:pt modelId="{B7E86AED-8310-4ABA-BBA9-24C0E70595FC}" type="doc">
      <dgm:prSet loTypeId="urn:microsoft.com/office/officeart/2005/8/layout/vList2" loCatId="list" qsTypeId="urn:microsoft.com/office/officeart/2005/8/quickstyle/simple1" qsCatId="simple" csTypeId="urn:microsoft.com/office/officeart/2005/8/colors/colorful3" csCatId="colorful"/>
      <dgm:spPr/>
      <dgm:t>
        <a:bodyPr/>
        <a:lstStyle/>
        <a:p>
          <a:endParaRPr lang="en-US"/>
        </a:p>
      </dgm:t>
    </dgm:pt>
    <dgm:pt modelId="{70CE5303-58B3-4BCD-9AED-F2332116940F}">
      <dgm:prSet/>
      <dgm:spPr/>
      <dgm:t>
        <a:bodyPr/>
        <a:lstStyle/>
        <a:p>
          <a:r>
            <a:rPr lang="en-US" dirty="0"/>
            <a:t>Brute-force exact nearest neighbor search</a:t>
          </a:r>
        </a:p>
      </dgm:t>
    </dgm:pt>
    <dgm:pt modelId="{1804877E-7656-41B7-A45F-07B2EC9E66F9}" type="parTrans" cxnId="{BB5E847F-7AFC-4CBB-B73D-FC905AC58D7B}">
      <dgm:prSet/>
      <dgm:spPr/>
      <dgm:t>
        <a:bodyPr/>
        <a:lstStyle/>
        <a:p>
          <a:endParaRPr lang="en-US"/>
        </a:p>
      </dgm:t>
    </dgm:pt>
    <dgm:pt modelId="{AAC6ED08-AAAD-4D39-B8D5-667DE6A6C051}" type="sibTrans" cxnId="{BB5E847F-7AFC-4CBB-B73D-FC905AC58D7B}">
      <dgm:prSet/>
      <dgm:spPr/>
      <dgm:t>
        <a:bodyPr/>
        <a:lstStyle/>
        <a:p>
          <a:endParaRPr lang="en-US"/>
        </a:p>
      </dgm:t>
    </dgm:pt>
    <dgm:pt modelId="{8031B687-0713-428A-ABB1-094F0EBC6E93}">
      <dgm:prSet/>
      <dgm:spPr/>
      <dgm:t>
        <a:bodyPr/>
        <a:lstStyle/>
        <a:p>
          <a:r>
            <a:rPr lang="en-US"/>
            <a:t>Compares prompt embedding against all stored embeddings</a:t>
          </a:r>
        </a:p>
      </dgm:t>
    </dgm:pt>
    <dgm:pt modelId="{66DDF3B9-0DB7-4C24-A1BD-70F43DBA0498}" type="parTrans" cxnId="{211741B6-A9AB-48D1-B466-8517A813C898}">
      <dgm:prSet/>
      <dgm:spPr/>
      <dgm:t>
        <a:bodyPr/>
        <a:lstStyle/>
        <a:p>
          <a:endParaRPr lang="en-US"/>
        </a:p>
      </dgm:t>
    </dgm:pt>
    <dgm:pt modelId="{DE078978-EB2D-45B7-8870-EA0ACA0857C7}" type="sibTrans" cxnId="{211741B6-A9AB-48D1-B466-8517A813C898}">
      <dgm:prSet/>
      <dgm:spPr/>
      <dgm:t>
        <a:bodyPr/>
        <a:lstStyle/>
        <a:p>
          <a:endParaRPr lang="en-US"/>
        </a:p>
      </dgm:t>
    </dgm:pt>
    <dgm:pt modelId="{D8898CD1-EEE8-411D-A79D-FA578DF5C55E}">
      <dgm:prSet/>
      <dgm:spPr/>
      <dgm:t>
        <a:bodyPr/>
        <a:lstStyle/>
        <a:p>
          <a:r>
            <a:rPr lang="en-US"/>
            <a:t>Accurate but slower on large datasets</a:t>
          </a:r>
        </a:p>
      </dgm:t>
    </dgm:pt>
    <dgm:pt modelId="{9ADB74A0-D9FA-43D2-93D9-F273C1516081}" type="parTrans" cxnId="{C1B28832-DFD9-4A78-BD84-1C17DF824179}">
      <dgm:prSet/>
      <dgm:spPr/>
      <dgm:t>
        <a:bodyPr/>
        <a:lstStyle/>
        <a:p>
          <a:endParaRPr lang="en-US"/>
        </a:p>
      </dgm:t>
    </dgm:pt>
    <dgm:pt modelId="{50A81045-BFFB-4D8C-8978-98021CCCF87A}" type="sibTrans" cxnId="{C1B28832-DFD9-4A78-BD84-1C17DF824179}">
      <dgm:prSet/>
      <dgm:spPr/>
      <dgm:t>
        <a:bodyPr/>
        <a:lstStyle/>
        <a:p>
          <a:endParaRPr lang="en-US"/>
        </a:p>
      </dgm:t>
    </dgm:pt>
    <dgm:pt modelId="{56B3028E-42A1-45D2-9E58-ABD814F09849}">
      <dgm:prSet/>
      <dgm:spPr/>
      <dgm:t>
        <a:bodyPr/>
        <a:lstStyle/>
        <a:p>
          <a:r>
            <a:rPr lang="en-US"/>
            <a:t>Good for smaller datasets or when precision is critical</a:t>
          </a:r>
        </a:p>
      </dgm:t>
    </dgm:pt>
    <dgm:pt modelId="{49C513DB-FC98-4646-80FA-1FC6AD7C9E6A}" type="parTrans" cxnId="{AAB286DC-40D1-4043-9900-6B629BF52E98}">
      <dgm:prSet/>
      <dgm:spPr/>
      <dgm:t>
        <a:bodyPr/>
        <a:lstStyle/>
        <a:p>
          <a:endParaRPr lang="en-US"/>
        </a:p>
      </dgm:t>
    </dgm:pt>
    <dgm:pt modelId="{F2D3E585-1EFD-46B1-AE11-1A2DE964AAFB}" type="sibTrans" cxnId="{AAB286DC-40D1-4043-9900-6B629BF52E98}">
      <dgm:prSet/>
      <dgm:spPr/>
      <dgm:t>
        <a:bodyPr/>
        <a:lstStyle/>
        <a:p>
          <a:endParaRPr lang="en-US"/>
        </a:p>
      </dgm:t>
    </dgm:pt>
    <dgm:pt modelId="{E6C17184-2BC2-C04B-BD85-6B52EF5A78F4}" type="pres">
      <dgm:prSet presAssocID="{B7E86AED-8310-4ABA-BBA9-24C0E70595FC}" presName="linear" presStyleCnt="0">
        <dgm:presLayoutVars>
          <dgm:animLvl val="lvl"/>
          <dgm:resizeHandles val="exact"/>
        </dgm:presLayoutVars>
      </dgm:prSet>
      <dgm:spPr/>
    </dgm:pt>
    <dgm:pt modelId="{D75C9CC0-B109-AF49-8C25-BC3C16136E35}" type="pres">
      <dgm:prSet presAssocID="{70CE5303-58B3-4BCD-9AED-F2332116940F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61F963F4-C777-2E43-A084-7322E3489997}" type="pres">
      <dgm:prSet presAssocID="{AAC6ED08-AAAD-4D39-B8D5-667DE6A6C051}" presName="spacer" presStyleCnt="0"/>
      <dgm:spPr/>
    </dgm:pt>
    <dgm:pt modelId="{878E84C0-886D-FE48-98F6-6794F858DDA3}" type="pres">
      <dgm:prSet presAssocID="{8031B687-0713-428A-ABB1-094F0EBC6E93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38C6F6C5-DBDF-684F-91CE-DAE1153EE768}" type="pres">
      <dgm:prSet presAssocID="{DE078978-EB2D-45B7-8870-EA0ACA0857C7}" presName="spacer" presStyleCnt="0"/>
      <dgm:spPr/>
    </dgm:pt>
    <dgm:pt modelId="{4B4F3A34-16AB-8341-A6C9-3F45BAF3C296}" type="pres">
      <dgm:prSet presAssocID="{D8898CD1-EEE8-411D-A79D-FA578DF5C55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C23B6C47-DCDA-CA49-8628-EA42F1A5DA9D}" type="pres">
      <dgm:prSet presAssocID="{50A81045-BFFB-4D8C-8978-98021CCCF87A}" presName="spacer" presStyleCnt="0"/>
      <dgm:spPr/>
    </dgm:pt>
    <dgm:pt modelId="{73F126DA-4EFA-EB4B-8255-0B4C5FE0191F}" type="pres">
      <dgm:prSet presAssocID="{56B3028E-42A1-45D2-9E58-ABD814F09849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AECC0F1D-E40A-7E46-9DA1-A20FF8D604BC}" type="presOf" srcId="{56B3028E-42A1-45D2-9E58-ABD814F09849}" destId="{73F126DA-4EFA-EB4B-8255-0B4C5FE0191F}" srcOrd="0" destOrd="0" presId="urn:microsoft.com/office/officeart/2005/8/layout/vList2"/>
    <dgm:cxn modelId="{C1B28832-DFD9-4A78-BD84-1C17DF824179}" srcId="{B7E86AED-8310-4ABA-BBA9-24C0E70595FC}" destId="{D8898CD1-EEE8-411D-A79D-FA578DF5C55E}" srcOrd="2" destOrd="0" parTransId="{9ADB74A0-D9FA-43D2-93D9-F273C1516081}" sibTransId="{50A81045-BFFB-4D8C-8978-98021CCCF87A}"/>
    <dgm:cxn modelId="{874BF16C-0C76-2441-A5AE-B618DB327CE2}" type="presOf" srcId="{70CE5303-58B3-4BCD-9AED-F2332116940F}" destId="{D75C9CC0-B109-AF49-8C25-BC3C16136E35}" srcOrd="0" destOrd="0" presId="urn:microsoft.com/office/officeart/2005/8/layout/vList2"/>
    <dgm:cxn modelId="{BB5E847F-7AFC-4CBB-B73D-FC905AC58D7B}" srcId="{B7E86AED-8310-4ABA-BBA9-24C0E70595FC}" destId="{70CE5303-58B3-4BCD-9AED-F2332116940F}" srcOrd="0" destOrd="0" parTransId="{1804877E-7656-41B7-A45F-07B2EC9E66F9}" sibTransId="{AAC6ED08-AAAD-4D39-B8D5-667DE6A6C051}"/>
    <dgm:cxn modelId="{0C6FC6AC-E13E-DA45-82B5-6EC8C92F1941}" type="presOf" srcId="{B7E86AED-8310-4ABA-BBA9-24C0E70595FC}" destId="{E6C17184-2BC2-C04B-BD85-6B52EF5A78F4}" srcOrd="0" destOrd="0" presId="urn:microsoft.com/office/officeart/2005/8/layout/vList2"/>
    <dgm:cxn modelId="{6D973AAE-897D-B945-93F2-CE13D29C1AA5}" type="presOf" srcId="{D8898CD1-EEE8-411D-A79D-FA578DF5C55E}" destId="{4B4F3A34-16AB-8341-A6C9-3F45BAF3C296}" srcOrd="0" destOrd="0" presId="urn:microsoft.com/office/officeart/2005/8/layout/vList2"/>
    <dgm:cxn modelId="{211741B6-A9AB-48D1-B466-8517A813C898}" srcId="{B7E86AED-8310-4ABA-BBA9-24C0E70595FC}" destId="{8031B687-0713-428A-ABB1-094F0EBC6E93}" srcOrd="1" destOrd="0" parTransId="{66DDF3B9-0DB7-4C24-A1BD-70F43DBA0498}" sibTransId="{DE078978-EB2D-45B7-8870-EA0ACA0857C7}"/>
    <dgm:cxn modelId="{74E5F2CF-5A6A-3B4E-A7FA-6CFD2A769E57}" type="presOf" srcId="{8031B687-0713-428A-ABB1-094F0EBC6E93}" destId="{878E84C0-886D-FE48-98F6-6794F858DDA3}" srcOrd="0" destOrd="0" presId="urn:microsoft.com/office/officeart/2005/8/layout/vList2"/>
    <dgm:cxn modelId="{AAB286DC-40D1-4043-9900-6B629BF52E98}" srcId="{B7E86AED-8310-4ABA-BBA9-24C0E70595FC}" destId="{56B3028E-42A1-45D2-9E58-ABD814F09849}" srcOrd="3" destOrd="0" parTransId="{49C513DB-FC98-4646-80FA-1FC6AD7C9E6A}" sibTransId="{F2D3E585-1EFD-46B1-AE11-1A2DE964AAFB}"/>
    <dgm:cxn modelId="{5A91816F-A8AA-794B-AD17-4EAD5C5F31B8}" type="presParOf" srcId="{E6C17184-2BC2-C04B-BD85-6B52EF5A78F4}" destId="{D75C9CC0-B109-AF49-8C25-BC3C16136E35}" srcOrd="0" destOrd="0" presId="urn:microsoft.com/office/officeart/2005/8/layout/vList2"/>
    <dgm:cxn modelId="{AE9A652B-BC16-1D43-9265-9FC16A33B03D}" type="presParOf" srcId="{E6C17184-2BC2-C04B-BD85-6B52EF5A78F4}" destId="{61F963F4-C777-2E43-A084-7322E3489997}" srcOrd="1" destOrd="0" presId="urn:microsoft.com/office/officeart/2005/8/layout/vList2"/>
    <dgm:cxn modelId="{383699F3-DFB7-884C-A76C-7BE5AE8F2F67}" type="presParOf" srcId="{E6C17184-2BC2-C04B-BD85-6B52EF5A78F4}" destId="{878E84C0-886D-FE48-98F6-6794F858DDA3}" srcOrd="2" destOrd="0" presId="urn:microsoft.com/office/officeart/2005/8/layout/vList2"/>
    <dgm:cxn modelId="{F7619F23-2FFB-A745-A9CC-A6D6007CBBF2}" type="presParOf" srcId="{E6C17184-2BC2-C04B-BD85-6B52EF5A78F4}" destId="{38C6F6C5-DBDF-684F-91CE-DAE1153EE768}" srcOrd="3" destOrd="0" presId="urn:microsoft.com/office/officeart/2005/8/layout/vList2"/>
    <dgm:cxn modelId="{F6CD1B9B-8C72-1A40-A4A5-021F9377D08C}" type="presParOf" srcId="{E6C17184-2BC2-C04B-BD85-6B52EF5A78F4}" destId="{4B4F3A34-16AB-8341-A6C9-3F45BAF3C296}" srcOrd="4" destOrd="0" presId="urn:microsoft.com/office/officeart/2005/8/layout/vList2"/>
    <dgm:cxn modelId="{3EEE3753-DE7D-AC46-B163-58515BE8DB67}" type="presParOf" srcId="{E6C17184-2BC2-C04B-BD85-6B52EF5A78F4}" destId="{C23B6C47-DCDA-CA49-8628-EA42F1A5DA9D}" srcOrd="5" destOrd="0" presId="urn:microsoft.com/office/officeart/2005/8/layout/vList2"/>
    <dgm:cxn modelId="{797233CC-612F-3D42-BFA0-21497C68231D}" type="presParOf" srcId="{E6C17184-2BC2-C04B-BD85-6B52EF5A78F4}" destId="{73F126DA-4EFA-EB4B-8255-0B4C5FE0191F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8.xml><?xml version="1.0" encoding="utf-8"?>
<dgm:dataModel xmlns:dgm="http://schemas.openxmlformats.org/drawingml/2006/diagram" xmlns:a="http://schemas.openxmlformats.org/drawingml/2006/main">
  <dgm:ptLst>
    <dgm:pt modelId="{1FA505CC-C9DF-4583-8E23-BEDFA9FAB3E4}" type="doc">
      <dgm:prSet loTypeId="urn:microsoft.com/office/officeart/2008/layout/LinedList" loCatId="list" qsTypeId="urn:microsoft.com/office/officeart/2005/8/quickstyle/simple1" qsCatId="simple" csTypeId="urn:microsoft.com/office/officeart/2005/8/colors/accent1_3" csCatId="accent1" phldr="1"/>
      <dgm:spPr/>
      <dgm:t>
        <a:bodyPr/>
        <a:lstStyle/>
        <a:p>
          <a:endParaRPr lang="en-US"/>
        </a:p>
      </dgm:t>
    </dgm:pt>
    <dgm:pt modelId="{19996E6B-F0A9-4B1C-8572-00307AF06ADF}">
      <dgm:prSet/>
      <dgm:spPr/>
      <dgm:t>
        <a:bodyPr/>
        <a:lstStyle/>
        <a:p>
          <a:r>
            <a:rPr lang="en-US" dirty="0" err="1"/>
            <a:t>DiskANN</a:t>
          </a:r>
          <a:r>
            <a:rPr lang="en-US" dirty="0"/>
            <a:t>: Microsoft Research technology for billion-scale approximate nearest neighbor</a:t>
          </a:r>
        </a:p>
      </dgm:t>
    </dgm:pt>
    <dgm:pt modelId="{DAA827D7-F604-4C30-AC0D-6B0C337DB595}" type="parTrans" cxnId="{19E4D52E-A616-46A5-9DEA-37DDB6B0AAB4}">
      <dgm:prSet/>
      <dgm:spPr/>
      <dgm:t>
        <a:bodyPr/>
        <a:lstStyle/>
        <a:p>
          <a:endParaRPr lang="en-US"/>
        </a:p>
      </dgm:t>
    </dgm:pt>
    <dgm:pt modelId="{6E97B325-E726-4074-9DAA-983D0B904577}" type="sibTrans" cxnId="{19E4D52E-A616-46A5-9DEA-37DDB6B0AAB4}">
      <dgm:prSet/>
      <dgm:spPr/>
      <dgm:t>
        <a:bodyPr/>
        <a:lstStyle/>
        <a:p>
          <a:endParaRPr lang="en-US"/>
        </a:p>
      </dgm:t>
    </dgm:pt>
    <dgm:pt modelId="{F4ACB338-98ED-44B2-8EE0-A24DF8D3911A}">
      <dgm:prSet/>
      <dgm:spPr/>
      <dgm:t>
        <a:bodyPr/>
        <a:lstStyle/>
        <a:p>
          <a:r>
            <a:rPr lang="en-US"/>
            <a:t>Create a vector index on your vector column</a:t>
          </a:r>
        </a:p>
      </dgm:t>
    </dgm:pt>
    <dgm:pt modelId="{F5AB4C9B-CD8A-41E9-AC29-FB8C918D01EF}" type="parTrans" cxnId="{FE26B579-DAB9-4547-B26A-A2795CA5A1F2}">
      <dgm:prSet/>
      <dgm:spPr/>
      <dgm:t>
        <a:bodyPr/>
        <a:lstStyle/>
        <a:p>
          <a:endParaRPr lang="en-US"/>
        </a:p>
      </dgm:t>
    </dgm:pt>
    <dgm:pt modelId="{09854023-2390-41D6-8F27-A0B1227F477C}" type="sibTrans" cxnId="{FE26B579-DAB9-4547-B26A-A2795CA5A1F2}">
      <dgm:prSet/>
      <dgm:spPr/>
      <dgm:t>
        <a:bodyPr/>
        <a:lstStyle/>
        <a:p>
          <a:endParaRPr lang="en-US"/>
        </a:p>
      </dgm:t>
    </dgm:pt>
    <dgm:pt modelId="{40073898-3345-46F6-A052-6258962F08D5}">
      <dgm:prSet/>
      <dgm:spPr/>
      <dgm:t>
        <a:bodyPr/>
        <a:lstStyle/>
        <a:p>
          <a:r>
            <a:rPr lang="en-US"/>
            <a:t>VECTOR_SEARCH uses the index for fast approximate results</a:t>
          </a:r>
        </a:p>
      </dgm:t>
    </dgm:pt>
    <dgm:pt modelId="{8C15D614-00BB-4222-8CD5-21C2CA9F4CE2}" type="parTrans" cxnId="{16432751-0A15-4193-B134-F0765D14D2F6}">
      <dgm:prSet/>
      <dgm:spPr/>
      <dgm:t>
        <a:bodyPr/>
        <a:lstStyle/>
        <a:p>
          <a:endParaRPr lang="en-US"/>
        </a:p>
      </dgm:t>
    </dgm:pt>
    <dgm:pt modelId="{CDC6D10F-6CA3-4E98-A09F-1E23A48CAEAE}" type="sibTrans" cxnId="{16432751-0A15-4193-B134-F0765D14D2F6}">
      <dgm:prSet/>
      <dgm:spPr/>
      <dgm:t>
        <a:bodyPr/>
        <a:lstStyle/>
        <a:p>
          <a:endParaRPr lang="en-US"/>
        </a:p>
      </dgm:t>
    </dgm:pt>
    <dgm:pt modelId="{93C173E9-F010-4898-9A08-ED99573371D4}">
      <dgm:prSet/>
      <dgm:spPr/>
      <dgm:t>
        <a:bodyPr/>
        <a:lstStyle/>
        <a:p>
          <a:r>
            <a:rPr lang="en-US" dirty="0"/>
            <a:t>Orders of magnitude faster than brute-force on large datasets</a:t>
          </a:r>
        </a:p>
      </dgm:t>
    </dgm:pt>
    <dgm:pt modelId="{85C6180F-635B-4707-82B0-B11DCA98F720}" type="parTrans" cxnId="{99363B42-F970-4987-8EB8-2D90C39B52B6}">
      <dgm:prSet/>
      <dgm:spPr/>
      <dgm:t>
        <a:bodyPr/>
        <a:lstStyle/>
        <a:p>
          <a:endParaRPr lang="en-US"/>
        </a:p>
      </dgm:t>
    </dgm:pt>
    <dgm:pt modelId="{6B153723-4FA5-43D8-93D3-E83074382666}" type="sibTrans" cxnId="{99363B42-F970-4987-8EB8-2D90C39B52B6}">
      <dgm:prSet/>
      <dgm:spPr/>
      <dgm:t>
        <a:bodyPr/>
        <a:lstStyle/>
        <a:p>
          <a:endParaRPr lang="en-US"/>
        </a:p>
      </dgm:t>
    </dgm:pt>
    <dgm:pt modelId="{B3F0F5AF-B6E5-41C1-B321-61254095F61C}">
      <dgm:prSet/>
      <dgm:spPr/>
      <dgm:t>
        <a:bodyPr/>
        <a:lstStyle/>
        <a:p>
          <a:r>
            <a:rPr lang="en-US"/>
            <a:t>Index maintenance considerations</a:t>
          </a:r>
        </a:p>
      </dgm:t>
    </dgm:pt>
    <dgm:pt modelId="{CA3560E3-FB48-445F-86EF-2358040F4F98}" type="parTrans" cxnId="{722C01B1-29D0-4862-8B7C-83013154E720}">
      <dgm:prSet/>
      <dgm:spPr/>
      <dgm:t>
        <a:bodyPr/>
        <a:lstStyle/>
        <a:p>
          <a:endParaRPr lang="en-US"/>
        </a:p>
      </dgm:t>
    </dgm:pt>
    <dgm:pt modelId="{B166ACB6-B21A-4C80-8955-11EDFEBD20E6}" type="sibTrans" cxnId="{722C01B1-29D0-4862-8B7C-83013154E720}">
      <dgm:prSet/>
      <dgm:spPr/>
      <dgm:t>
        <a:bodyPr/>
        <a:lstStyle/>
        <a:p>
          <a:endParaRPr lang="en-US"/>
        </a:p>
      </dgm:t>
    </dgm:pt>
    <dgm:pt modelId="{4C5DA89B-617D-4116-A204-13013F939A22}">
      <dgm:prSet/>
      <dgm:spPr/>
      <dgm:t>
        <a:bodyPr/>
        <a:lstStyle/>
        <a:p>
          <a:r>
            <a:rPr lang="en-US" dirty="0"/>
            <a:t>Enabled by PREVIEW_FEATURES</a:t>
          </a:r>
        </a:p>
      </dgm:t>
    </dgm:pt>
    <dgm:pt modelId="{76DA91F6-AACF-445E-AA88-ED1B908D1CB5}" type="parTrans" cxnId="{569F959D-4E35-4A52-97C8-96B9BB22B445}">
      <dgm:prSet/>
      <dgm:spPr/>
      <dgm:t>
        <a:bodyPr/>
        <a:lstStyle/>
        <a:p>
          <a:endParaRPr lang="en-US"/>
        </a:p>
      </dgm:t>
    </dgm:pt>
    <dgm:pt modelId="{D378B158-A699-464F-A935-171D4263E9C3}" type="sibTrans" cxnId="{569F959D-4E35-4A52-97C8-96B9BB22B445}">
      <dgm:prSet/>
      <dgm:spPr/>
      <dgm:t>
        <a:bodyPr/>
        <a:lstStyle/>
        <a:p>
          <a:endParaRPr lang="en-US"/>
        </a:p>
      </dgm:t>
    </dgm:pt>
    <dgm:pt modelId="{9C78BDBF-5EEA-254F-BA8A-954E5DC77720}">
      <dgm:prSet/>
      <dgm:spPr/>
      <dgm:t>
        <a:bodyPr/>
        <a:lstStyle/>
        <a:p>
          <a:r>
            <a:rPr lang="en-US" dirty="0"/>
            <a:t>Index is not currently updateable</a:t>
          </a:r>
        </a:p>
      </dgm:t>
    </dgm:pt>
    <dgm:pt modelId="{2BA86B45-54B1-0A41-8670-5C4EFBB99CAA}" type="parTrans" cxnId="{4B62DFAF-46DA-7A4E-A138-BF1F2D2031ED}">
      <dgm:prSet/>
      <dgm:spPr/>
      <dgm:t>
        <a:bodyPr/>
        <a:lstStyle/>
        <a:p>
          <a:endParaRPr lang="en-US"/>
        </a:p>
      </dgm:t>
    </dgm:pt>
    <dgm:pt modelId="{9AC3C056-9B74-264B-8DCD-BC5BB1C48844}" type="sibTrans" cxnId="{4B62DFAF-46DA-7A4E-A138-BF1F2D2031ED}">
      <dgm:prSet/>
      <dgm:spPr/>
      <dgm:t>
        <a:bodyPr/>
        <a:lstStyle/>
        <a:p>
          <a:endParaRPr lang="en-US"/>
        </a:p>
      </dgm:t>
    </dgm:pt>
    <dgm:pt modelId="{AE194D0F-4ED4-B942-B439-5DC95621AD1D}" type="pres">
      <dgm:prSet presAssocID="{1FA505CC-C9DF-4583-8E23-BEDFA9FAB3E4}" presName="vert0" presStyleCnt="0">
        <dgm:presLayoutVars>
          <dgm:dir/>
          <dgm:animOne val="branch"/>
          <dgm:animLvl val="lvl"/>
        </dgm:presLayoutVars>
      </dgm:prSet>
      <dgm:spPr/>
    </dgm:pt>
    <dgm:pt modelId="{E3B5ACC4-68C9-5740-A93B-B8B53DF95EAE}" type="pres">
      <dgm:prSet presAssocID="{19996E6B-F0A9-4B1C-8572-00307AF06ADF}" presName="thickLine" presStyleLbl="alignNode1" presStyleIdx="0" presStyleCnt="7"/>
      <dgm:spPr/>
    </dgm:pt>
    <dgm:pt modelId="{E1C9C1AC-9F1E-3849-9C80-1B3B3012ED42}" type="pres">
      <dgm:prSet presAssocID="{19996E6B-F0A9-4B1C-8572-00307AF06ADF}" presName="horz1" presStyleCnt="0"/>
      <dgm:spPr/>
    </dgm:pt>
    <dgm:pt modelId="{485816AC-9A2E-3448-8C1C-DA01439E1700}" type="pres">
      <dgm:prSet presAssocID="{19996E6B-F0A9-4B1C-8572-00307AF06ADF}" presName="tx1" presStyleLbl="revTx" presStyleIdx="0" presStyleCnt="7"/>
      <dgm:spPr/>
    </dgm:pt>
    <dgm:pt modelId="{B423669E-123E-014D-9C06-EDD0475B3A4E}" type="pres">
      <dgm:prSet presAssocID="{19996E6B-F0A9-4B1C-8572-00307AF06ADF}" presName="vert1" presStyleCnt="0"/>
      <dgm:spPr/>
    </dgm:pt>
    <dgm:pt modelId="{286F2383-0403-5E46-985A-5F11CE3E8B5E}" type="pres">
      <dgm:prSet presAssocID="{F4ACB338-98ED-44B2-8EE0-A24DF8D3911A}" presName="thickLine" presStyleLbl="alignNode1" presStyleIdx="1" presStyleCnt="7"/>
      <dgm:spPr/>
    </dgm:pt>
    <dgm:pt modelId="{F653A325-25AF-AD4E-9893-F02BBE7118E8}" type="pres">
      <dgm:prSet presAssocID="{F4ACB338-98ED-44B2-8EE0-A24DF8D3911A}" presName="horz1" presStyleCnt="0"/>
      <dgm:spPr/>
    </dgm:pt>
    <dgm:pt modelId="{F4936FB9-449D-1D43-9C5E-61090C542BE2}" type="pres">
      <dgm:prSet presAssocID="{F4ACB338-98ED-44B2-8EE0-A24DF8D3911A}" presName="tx1" presStyleLbl="revTx" presStyleIdx="1" presStyleCnt="7"/>
      <dgm:spPr/>
    </dgm:pt>
    <dgm:pt modelId="{C87C7962-0186-9C48-BF48-9B54FC2E16D9}" type="pres">
      <dgm:prSet presAssocID="{F4ACB338-98ED-44B2-8EE0-A24DF8D3911A}" presName="vert1" presStyleCnt="0"/>
      <dgm:spPr/>
    </dgm:pt>
    <dgm:pt modelId="{75DCCDFE-FD17-4344-A517-B88F7871ADFA}" type="pres">
      <dgm:prSet presAssocID="{40073898-3345-46F6-A052-6258962F08D5}" presName="thickLine" presStyleLbl="alignNode1" presStyleIdx="2" presStyleCnt="7"/>
      <dgm:spPr/>
    </dgm:pt>
    <dgm:pt modelId="{FC2EC4CF-B783-F54A-846F-38AA9CCED2A2}" type="pres">
      <dgm:prSet presAssocID="{40073898-3345-46F6-A052-6258962F08D5}" presName="horz1" presStyleCnt="0"/>
      <dgm:spPr/>
    </dgm:pt>
    <dgm:pt modelId="{CE335857-47E7-4E41-B7A4-1360E2F80B9B}" type="pres">
      <dgm:prSet presAssocID="{40073898-3345-46F6-A052-6258962F08D5}" presName="tx1" presStyleLbl="revTx" presStyleIdx="2" presStyleCnt="7"/>
      <dgm:spPr/>
    </dgm:pt>
    <dgm:pt modelId="{563A194E-8D0C-104A-9457-7D218917442E}" type="pres">
      <dgm:prSet presAssocID="{40073898-3345-46F6-A052-6258962F08D5}" presName="vert1" presStyleCnt="0"/>
      <dgm:spPr/>
    </dgm:pt>
    <dgm:pt modelId="{AB100D95-AD3E-8142-8F89-2A7A0B9EA198}" type="pres">
      <dgm:prSet presAssocID="{93C173E9-F010-4898-9A08-ED99573371D4}" presName="thickLine" presStyleLbl="alignNode1" presStyleIdx="3" presStyleCnt="7"/>
      <dgm:spPr/>
    </dgm:pt>
    <dgm:pt modelId="{1857A00A-164E-BC48-BBFE-5DA9924C0494}" type="pres">
      <dgm:prSet presAssocID="{93C173E9-F010-4898-9A08-ED99573371D4}" presName="horz1" presStyleCnt="0"/>
      <dgm:spPr/>
    </dgm:pt>
    <dgm:pt modelId="{D51E0ED8-761B-7544-A8C3-21C2D34632BC}" type="pres">
      <dgm:prSet presAssocID="{93C173E9-F010-4898-9A08-ED99573371D4}" presName="tx1" presStyleLbl="revTx" presStyleIdx="3" presStyleCnt="7"/>
      <dgm:spPr/>
    </dgm:pt>
    <dgm:pt modelId="{B1A5B778-4190-6F4F-A638-F0FEF01224F2}" type="pres">
      <dgm:prSet presAssocID="{93C173E9-F010-4898-9A08-ED99573371D4}" presName="vert1" presStyleCnt="0"/>
      <dgm:spPr/>
    </dgm:pt>
    <dgm:pt modelId="{EDF0813C-B04E-9249-AD29-B8FD00307EA6}" type="pres">
      <dgm:prSet presAssocID="{B3F0F5AF-B6E5-41C1-B321-61254095F61C}" presName="thickLine" presStyleLbl="alignNode1" presStyleIdx="4" presStyleCnt="7"/>
      <dgm:spPr/>
    </dgm:pt>
    <dgm:pt modelId="{E2B3A060-BEA9-3747-B0FD-EB6ACA3AA950}" type="pres">
      <dgm:prSet presAssocID="{B3F0F5AF-B6E5-41C1-B321-61254095F61C}" presName="horz1" presStyleCnt="0"/>
      <dgm:spPr/>
    </dgm:pt>
    <dgm:pt modelId="{CA93F29F-0E56-944B-9830-CC122C1A0F36}" type="pres">
      <dgm:prSet presAssocID="{B3F0F5AF-B6E5-41C1-B321-61254095F61C}" presName="tx1" presStyleLbl="revTx" presStyleIdx="4" presStyleCnt="7"/>
      <dgm:spPr/>
    </dgm:pt>
    <dgm:pt modelId="{BBD62FD8-A57F-D74D-B574-398F7AC5329A}" type="pres">
      <dgm:prSet presAssocID="{B3F0F5AF-B6E5-41C1-B321-61254095F61C}" presName="vert1" presStyleCnt="0"/>
      <dgm:spPr/>
    </dgm:pt>
    <dgm:pt modelId="{B5348851-44D5-5540-881F-89F832CF9318}" type="pres">
      <dgm:prSet presAssocID="{4C5DA89B-617D-4116-A204-13013F939A22}" presName="thickLine" presStyleLbl="alignNode1" presStyleIdx="5" presStyleCnt="7"/>
      <dgm:spPr/>
    </dgm:pt>
    <dgm:pt modelId="{138122B2-2743-6247-81AA-37EBCCD53B99}" type="pres">
      <dgm:prSet presAssocID="{4C5DA89B-617D-4116-A204-13013F939A22}" presName="horz1" presStyleCnt="0"/>
      <dgm:spPr/>
    </dgm:pt>
    <dgm:pt modelId="{014B620C-4AFA-FE4A-9A84-CD280AF6E835}" type="pres">
      <dgm:prSet presAssocID="{4C5DA89B-617D-4116-A204-13013F939A22}" presName="tx1" presStyleLbl="revTx" presStyleIdx="5" presStyleCnt="7"/>
      <dgm:spPr/>
    </dgm:pt>
    <dgm:pt modelId="{7A61F1A3-9B33-B049-A1BE-C9FB5ADCF81F}" type="pres">
      <dgm:prSet presAssocID="{4C5DA89B-617D-4116-A204-13013F939A22}" presName="vert1" presStyleCnt="0"/>
      <dgm:spPr/>
    </dgm:pt>
    <dgm:pt modelId="{596C6B84-0383-AA44-BDDA-021BD331623D}" type="pres">
      <dgm:prSet presAssocID="{9C78BDBF-5EEA-254F-BA8A-954E5DC77720}" presName="thickLine" presStyleLbl="alignNode1" presStyleIdx="6" presStyleCnt="7"/>
      <dgm:spPr/>
    </dgm:pt>
    <dgm:pt modelId="{672AD25A-6EC8-B349-B0F7-CB4FE30F863E}" type="pres">
      <dgm:prSet presAssocID="{9C78BDBF-5EEA-254F-BA8A-954E5DC77720}" presName="horz1" presStyleCnt="0"/>
      <dgm:spPr/>
    </dgm:pt>
    <dgm:pt modelId="{BA06FB65-14EC-0D49-81FB-9D2375C55A75}" type="pres">
      <dgm:prSet presAssocID="{9C78BDBF-5EEA-254F-BA8A-954E5DC77720}" presName="tx1" presStyleLbl="revTx" presStyleIdx="6" presStyleCnt="7"/>
      <dgm:spPr/>
    </dgm:pt>
    <dgm:pt modelId="{4578A609-0D29-0C46-873A-8FF42173C406}" type="pres">
      <dgm:prSet presAssocID="{9C78BDBF-5EEA-254F-BA8A-954E5DC77720}" presName="vert1" presStyleCnt="0"/>
      <dgm:spPr/>
    </dgm:pt>
  </dgm:ptLst>
  <dgm:cxnLst>
    <dgm:cxn modelId="{4719A515-DA65-1348-BDAB-7821F2BA11AE}" type="presOf" srcId="{93C173E9-F010-4898-9A08-ED99573371D4}" destId="{D51E0ED8-761B-7544-A8C3-21C2D34632BC}" srcOrd="0" destOrd="0" presId="urn:microsoft.com/office/officeart/2008/layout/LinedList"/>
    <dgm:cxn modelId="{70528E16-7A95-454B-B684-76E326B6EAFB}" type="presOf" srcId="{4C5DA89B-617D-4116-A204-13013F939A22}" destId="{014B620C-4AFA-FE4A-9A84-CD280AF6E835}" srcOrd="0" destOrd="0" presId="urn:microsoft.com/office/officeart/2008/layout/LinedList"/>
    <dgm:cxn modelId="{CC34201E-D9C5-5146-96F7-1AC12EE3EC3B}" type="presOf" srcId="{9C78BDBF-5EEA-254F-BA8A-954E5DC77720}" destId="{BA06FB65-14EC-0D49-81FB-9D2375C55A75}" srcOrd="0" destOrd="0" presId="urn:microsoft.com/office/officeart/2008/layout/LinedList"/>
    <dgm:cxn modelId="{33E9402C-52C8-8C49-A111-9CB9935FEBC4}" type="presOf" srcId="{F4ACB338-98ED-44B2-8EE0-A24DF8D3911A}" destId="{F4936FB9-449D-1D43-9C5E-61090C542BE2}" srcOrd="0" destOrd="0" presId="urn:microsoft.com/office/officeart/2008/layout/LinedList"/>
    <dgm:cxn modelId="{19E4D52E-A616-46A5-9DEA-37DDB6B0AAB4}" srcId="{1FA505CC-C9DF-4583-8E23-BEDFA9FAB3E4}" destId="{19996E6B-F0A9-4B1C-8572-00307AF06ADF}" srcOrd="0" destOrd="0" parTransId="{DAA827D7-F604-4C30-AC0D-6B0C337DB595}" sibTransId="{6E97B325-E726-4074-9DAA-983D0B904577}"/>
    <dgm:cxn modelId="{99363B42-F970-4987-8EB8-2D90C39B52B6}" srcId="{1FA505CC-C9DF-4583-8E23-BEDFA9FAB3E4}" destId="{93C173E9-F010-4898-9A08-ED99573371D4}" srcOrd="3" destOrd="0" parTransId="{85C6180F-635B-4707-82B0-B11DCA98F720}" sibTransId="{6B153723-4FA5-43D8-93D3-E83074382666}"/>
    <dgm:cxn modelId="{16432751-0A15-4193-B134-F0765D14D2F6}" srcId="{1FA505CC-C9DF-4583-8E23-BEDFA9FAB3E4}" destId="{40073898-3345-46F6-A052-6258962F08D5}" srcOrd="2" destOrd="0" parTransId="{8C15D614-00BB-4222-8CD5-21C2CA9F4CE2}" sibTransId="{CDC6D10F-6CA3-4E98-A09F-1E23A48CAEAE}"/>
    <dgm:cxn modelId="{FE26B579-DAB9-4547-B26A-A2795CA5A1F2}" srcId="{1FA505CC-C9DF-4583-8E23-BEDFA9FAB3E4}" destId="{F4ACB338-98ED-44B2-8EE0-A24DF8D3911A}" srcOrd="1" destOrd="0" parTransId="{F5AB4C9B-CD8A-41E9-AC29-FB8C918D01EF}" sibTransId="{09854023-2390-41D6-8F27-A0B1227F477C}"/>
    <dgm:cxn modelId="{BF7EF88A-AA56-9742-819C-51C7805F526E}" type="presOf" srcId="{B3F0F5AF-B6E5-41C1-B321-61254095F61C}" destId="{CA93F29F-0E56-944B-9830-CC122C1A0F36}" srcOrd="0" destOrd="0" presId="urn:microsoft.com/office/officeart/2008/layout/LinedList"/>
    <dgm:cxn modelId="{D6F0F68F-2F9E-9047-B64F-A89008AA7688}" type="presOf" srcId="{40073898-3345-46F6-A052-6258962F08D5}" destId="{CE335857-47E7-4E41-B7A4-1360E2F80B9B}" srcOrd="0" destOrd="0" presId="urn:microsoft.com/office/officeart/2008/layout/LinedList"/>
    <dgm:cxn modelId="{569F959D-4E35-4A52-97C8-96B9BB22B445}" srcId="{1FA505CC-C9DF-4583-8E23-BEDFA9FAB3E4}" destId="{4C5DA89B-617D-4116-A204-13013F939A22}" srcOrd="5" destOrd="0" parTransId="{76DA91F6-AACF-445E-AA88-ED1B908D1CB5}" sibTransId="{D378B158-A699-464F-A935-171D4263E9C3}"/>
    <dgm:cxn modelId="{4B62DFAF-46DA-7A4E-A138-BF1F2D2031ED}" srcId="{1FA505CC-C9DF-4583-8E23-BEDFA9FAB3E4}" destId="{9C78BDBF-5EEA-254F-BA8A-954E5DC77720}" srcOrd="6" destOrd="0" parTransId="{2BA86B45-54B1-0A41-8670-5C4EFBB99CAA}" sibTransId="{9AC3C056-9B74-264B-8DCD-BC5BB1C48844}"/>
    <dgm:cxn modelId="{722C01B1-29D0-4862-8B7C-83013154E720}" srcId="{1FA505CC-C9DF-4583-8E23-BEDFA9FAB3E4}" destId="{B3F0F5AF-B6E5-41C1-B321-61254095F61C}" srcOrd="4" destOrd="0" parTransId="{CA3560E3-FB48-445F-86EF-2358040F4F98}" sibTransId="{B166ACB6-B21A-4C80-8955-11EDFEBD20E6}"/>
    <dgm:cxn modelId="{01F1B9B2-D24F-1A42-8252-3F269013F23C}" type="presOf" srcId="{19996E6B-F0A9-4B1C-8572-00307AF06ADF}" destId="{485816AC-9A2E-3448-8C1C-DA01439E1700}" srcOrd="0" destOrd="0" presId="urn:microsoft.com/office/officeart/2008/layout/LinedList"/>
    <dgm:cxn modelId="{34240DB3-1E39-B448-AAB5-3A8D24D36E5C}" type="presOf" srcId="{1FA505CC-C9DF-4583-8E23-BEDFA9FAB3E4}" destId="{AE194D0F-4ED4-B942-B439-5DC95621AD1D}" srcOrd="0" destOrd="0" presId="urn:microsoft.com/office/officeart/2008/layout/LinedList"/>
    <dgm:cxn modelId="{C99FAF12-9D0F-9947-BEE9-F208C28FFEE5}" type="presParOf" srcId="{AE194D0F-4ED4-B942-B439-5DC95621AD1D}" destId="{E3B5ACC4-68C9-5740-A93B-B8B53DF95EAE}" srcOrd="0" destOrd="0" presId="urn:microsoft.com/office/officeart/2008/layout/LinedList"/>
    <dgm:cxn modelId="{F30A7BB5-AD5B-3A49-8942-1866B976D894}" type="presParOf" srcId="{AE194D0F-4ED4-B942-B439-5DC95621AD1D}" destId="{E1C9C1AC-9F1E-3849-9C80-1B3B3012ED42}" srcOrd="1" destOrd="0" presId="urn:microsoft.com/office/officeart/2008/layout/LinedList"/>
    <dgm:cxn modelId="{0398AC3E-27E8-D64F-A27C-2ED4C28A70A7}" type="presParOf" srcId="{E1C9C1AC-9F1E-3849-9C80-1B3B3012ED42}" destId="{485816AC-9A2E-3448-8C1C-DA01439E1700}" srcOrd="0" destOrd="0" presId="urn:microsoft.com/office/officeart/2008/layout/LinedList"/>
    <dgm:cxn modelId="{50CD1EAE-FE9E-F648-BC69-150F0E8A605C}" type="presParOf" srcId="{E1C9C1AC-9F1E-3849-9C80-1B3B3012ED42}" destId="{B423669E-123E-014D-9C06-EDD0475B3A4E}" srcOrd="1" destOrd="0" presId="urn:microsoft.com/office/officeart/2008/layout/LinedList"/>
    <dgm:cxn modelId="{E73517F6-CC38-B144-911D-ACDFA1A11BD6}" type="presParOf" srcId="{AE194D0F-4ED4-B942-B439-5DC95621AD1D}" destId="{286F2383-0403-5E46-985A-5F11CE3E8B5E}" srcOrd="2" destOrd="0" presId="urn:microsoft.com/office/officeart/2008/layout/LinedList"/>
    <dgm:cxn modelId="{FFE10553-C10C-CD4D-AD09-D1DE58D730CE}" type="presParOf" srcId="{AE194D0F-4ED4-B942-B439-5DC95621AD1D}" destId="{F653A325-25AF-AD4E-9893-F02BBE7118E8}" srcOrd="3" destOrd="0" presId="urn:microsoft.com/office/officeart/2008/layout/LinedList"/>
    <dgm:cxn modelId="{BA0CDEEE-FCCB-1B48-85C9-71B9D6D9216D}" type="presParOf" srcId="{F653A325-25AF-AD4E-9893-F02BBE7118E8}" destId="{F4936FB9-449D-1D43-9C5E-61090C542BE2}" srcOrd="0" destOrd="0" presId="urn:microsoft.com/office/officeart/2008/layout/LinedList"/>
    <dgm:cxn modelId="{7B4AB44C-D896-F849-BAD7-05B3893C9F53}" type="presParOf" srcId="{F653A325-25AF-AD4E-9893-F02BBE7118E8}" destId="{C87C7962-0186-9C48-BF48-9B54FC2E16D9}" srcOrd="1" destOrd="0" presId="urn:microsoft.com/office/officeart/2008/layout/LinedList"/>
    <dgm:cxn modelId="{DCEF2F4D-69E0-4D47-8027-E264656076E8}" type="presParOf" srcId="{AE194D0F-4ED4-B942-B439-5DC95621AD1D}" destId="{75DCCDFE-FD17-4344-A517-B88F7871ADFA}" srcOrd="4" destOrd="0" presId="urn:microsoft.com/office/officeart/2008/layout/LinedList"/>
    <dgm:cxn modelId="{DB03AE8C-6F1B-744C-9F09-EF52300A4E34}" type="presParOf" srcId="{AE194D0F-4ED4-B942-B439-5DC95621AD1D}" destId="{FC2EC4CF-B783-F54A-846F-38AA9CCED2A2}" srcOrd="5" destOrd="0" presId="urn:microsoft.com/office/officeart/2008/layout/LinedList"/>
    <dgm:cxn modelId="{380D8BAD-2F18-F94C-B013-E8EC17B44DD0}" type="presParOf" srcId="{FC2EC4CF-B783-F54A-846F-38AA9CCED2A2}" destId="{CE335857-47E7-4E41-B7A4-1360E2F80B9B}" srcOrd="0" destOrd="0" presId="urn:microsoft.com/office/officeart/2008/layout/LinedList"/>
    <dgm:cxn modelId="{A4B846E4-87D3-FB4F-860F-BBC8CD916D7D}" type="presParOf" srcId="{FC2EC4CF-B783-F54A-846F-38AA9CCED2A2}" destId="{563A194E-8D0C-104A-9457-7D218917442E}" srcOrd="1" destOrd="0" presId="urn:microsoft.com/office/officeart/2008/layout/LinedList"/>
    <dgm:cxn modelId="{7DF84B79-7E15-F04E-9EB3-8FE5E29146EC}" type="presParOf" srcId="{AE194D0F-4ED4-B942-B439-5DC95621AD1D}" destId="{AB100D95-AD3E-8142-8F89-2A7A0B9EA198}" srcOrd="6" destOrd="0" presId="urn:microsoft.com/office/officeart/2008/layout/LinedList"/>
    <dgm:cxn modelId="{FBEC3707-A4CC-FA4E-A1E3-E29763B7EE31}" type="presParOf" srcId="{AE194D0F-4ED4-B942-B439-5DC95621AD1D}" destId="{1857A00A-164E-BC48-BBFE-5DA9924C0494}" srcOrd="7" destOrd="0" presId="urn:microsoft.com/office/officeart/2008/layout/LinedList"/>
    <dgm:cxn modelId="{749D0899-0027-8F4D-9771-A7CA626D64F9}" type="presParOf" srcId="{1857A00A-164E-BC48-BBFE-5DA9924C0494}" destId="{D51E0ED8-761B-7544-A8C3-21C2D34632BC}" srcOrd="0" destOrd="0" presId="urn:microsoft.com/office/officeart/2008/layout/LinedList"/>
    <dgm:cxn modelId="{D18C71E8-F1DE-AE43-B176-6001D306970F}" type="presParOf" srcId="{1857A00A-164E-BC48-BBFE-5DA9924C0494}" destId="{B1A5B778-4190-6F4F-A638-F0FEF01224F2}" srcOrd="1" destOrd="0" presId="urn:microsoft.com/office/officeart/2008/layout/LinedList"/>
    <dgm:cxn modelId="{D42EB81F-2812-E045-899B-8BAD2240352A}" type="presParOf" srcId="{AE194D0F-4ED4-B942-B439-5DC95621AD1D}" destId="{EDF0813C-B04E-9249-AD29-B8FD00307EA6}" srcOrd="8" destOrd="0" presId="urn:microsoft.com/office/officeart/2008/layout/LinedList"/>
    <dgm:cxn modelId="{F73908D4-EBFE-FF48-95AA-A0C3D0D88520}" type="presParOf" srcId="{AE194D0F-4ED4-B942-B439-5DC95621AD1D}" destId="{E2B3A060-BEA9-3747-B0FD-EB6ACA3AA950}" srcOrd="9" destOrd="0" presId="urn:microsoft.com/office/officeart/2008/layout/LinedList"/>
    <dgm:cxn modelId="{5EC7588D-A4E6-8743-9244-523796614760}" type="presParOf" srcId="{E2B3A060-BEA9-3747-B0FD-EB6ACA3AA950}" destId="{CA93F29F-0E56-944B-9830-CC122C1A0F36}" srcOrd="0" destOrd="0" presId="urn:microsoft.com/office/officeart/2008/layout/LinedList"/>
    <dgm:cxn modelId="{BB11013C-6347-5E41-BE16-6654DE039E67}" type="presParOf" srcId="{E2B3A060-BEA9-3747-B0FD-EB6ACA3AA950}" destId="{BBD62FD8-A57F-D74D-B574-398F7AC5329A}" srcOrd="1" destOrd="0" presId="urn:microsoft.com/office/officeart/2008/layout/LinedList"/>
    <dgm:cxn modelId="{5EFB2D48-95E9-9640-85BA-7FF96B4052A1}" type="presParOf" srcId="{AE194D0F-4ED4-B942-B439-5DC95621AD1D}" destId="{B5348851-44D5-5540-881F-89F832CF9318}" srcOrd="10" destOrd="0" presId="urn:microsoft.com/office/officeart/2008/layout/LinedList"/>
    <dgm:cxn modelId="{20C8DE9C-71C5-F041-AEC4-1C4569BF3809}" type="presParOf" srcId="{AE194D0F-4ED4-B942-B439-5DC95621AD1D}" destId="{138122B2-2743-6247-81AA-37EBCCD53B99}" srcOrd="11" destOrd="0" presId="urn:microsoft.com/office/officeart/2008/layout/LinedList"/>
    <dgm:cxn modelId="{4CF5AB8D-FEE9-6D41-B6DD-AB79EBD7E3CB}" type="presParOf" srcId="{138122B2-2743-6247-81AA-37EBCCD53B99}" destId="{014B620C-4AFA-FE4A-9A84-CD280AF6E835}" srcOrd="0" destOrd="0" presId="urn:microsoft.com/office/officeart/2008/layout/LinedList"/>
    <dgm:cxn modelId="{BCBC2275-7AF3-B84F-A557-72510B92917F}" type="presParOf" srcId="{138122B2-2743-6247-81AA-37EBCCD53B99}" destId="{7A61F1A3-9B33-B049-A1BE-C9FB5ADCF81F}" srcOrd="1" destOrd="0" presId="urn:microsoft.com/office/officeart/2008/layout/LinedList"/>
    <dgm:cxn modelId="{C22D4391-4714-1F47-9CA9-833C5D653E6E}" type="presParOf" srcId="{AE194D0F-4ED4-B942-B439-5DC95621AD1D}" destId="{596C6B84-0383-AA44-BDDA-021BD331623D}" srcOrd="12" destOrd="0" presId="urn:microsoft.com/office/officeart/2008/layout/LinedList"/>
    <dgm:cxn modelId="{567B91EA-7300-2D40-9FF2-39824B3420C7}" type="presParOf" srcId="{AE194D0F-4ED4-B942-B439-5DC95621AD1D}" destId="{672AD25A-6EC8-B349-B0F7-CB4FE30F863E}" srcOrd="13" destOrd="0" presId="urn:microsoft.com/office/officeart/2008/layout/LinedList"/>
    <dgm:cxn modelId="{042C738B-6CD5-AF46-A39E-EEBDD763372C}" type="presParOf" srcId="{672AD25A-6EC8-B349-B0F7-CB4FE30F863E}" destId="{BA06FB65-14EC-0D49-81FB-9D2375C55A75}" srcOrd="0" destOrd="0" presId="urn:microsoft.com/office/officeart/2008/layout/LinedList"/>
    <dgm:cxn modelId="{D74EE7BA-70C6-9342-B9C5-34E5902B5C7F}" type="presParOf" srcId="{672AD25A-6EC8-B349-B0F7-CB4FE30F863E}" destId="{4578A609-0D29-0C46-873A-8FF42173C406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9.xml><?xml version="1.0" encoding="utf-8"?>
<dgm:dataModel xmlns:dgm="http://schemas.openxmlformats.org/drawingml/2006/diagram" xmlns:a="http://schemas.openxmlformats.org/drawingml/2006/main">
  <dgm:ptLst>
    <dgm:pt modelId="{4E317F05-0811-428F-9A6F-83549CCBFA31}" type="doc">
      <dgm:prSet loTypeId="urn:microsoft.com/office/officeart/2008/layout/LinedList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C04B05B7-1F34-4A2C-8351-C09C1900A1BD}">
      <dgm:prSet/>
      <dgm:spPr/>
      <dgm:t>
        <a:bodyPr/>
        <a:lstStyle/>
        <a:p>
          <a:r>
            <a:rPr lang="en-US"/>
            <a:t>Step 1: CREATE EXTERNAL MODEL pointing to Azure OpenAI, Ollama, etc.</a:t>
          </a:r>
        </a:p>
      </dgm:t>
    </dgm:pt>
    <dgm:pt modelId="{7C437723-C980-4C8F-9732-89B98AF2AEF1}" type="parTrans" cxnId="{41029526-3165-48D0-A881-2D0B8B8D9166}">
      <dgm:prSet/>
      <dgm:spPr/>
      <dgm:t>
        <a:bodyPr/>
        <a:lstStyle/>
        <a:p>
          <a:endParaRPr lang="en-US"/>
        </a:p>
      </dgm:t>
    </dgm:pt>
    <dgm:pt modelId="{111611DA-C4DE-4F29-97B9-63C8722EA803}" type="sibTrans" cxnId="{41029526-3165-48D0-A881-2D0B8B8D9166}">
      <dgm:prSet/>
      <dgm:spPr/>
      <dgm:t>
        <a:bodyPr/>
        <a:lstStyle/>
        <a:p>
          <a:endParaRPr lang="en-US"/>
        </a:p>
      </dgm:t>
    </dgm:pt>
    <dgm:pt modelId="{566001B8-BA88-4ACE-BC98-3268FB53C9EA}">
      <dgm:prSet/>
      <dgm:spPr/>
      <dgm:t>
        <a:bodyPr/>
        <a:lstStyle/>
        <a:p>
          <a:r>
            <a:rPr lang="en-US"/>
            <a:t>Step 2: T-SQL to generate embeddings from your existing data and store in vector column</a:t>
          </a:r>
        </a:p>
      </dgm:t>
    </dgm:pt>
    <dgm:pt modelId="{40704035-6D7B-4C6A-BF74-958734091B9E}" type="parTrans" cxnId="{6FA4A36B-BD0D-46D5-9644-627E5FC47F85}">
      <dgm:prSet/>
      <dgm:spPr/>
      <dgm:t>
        <a:bodyPr/>
        <a:lstStyle/>
        <a:p>
          <a:endParaRPr lang="en-US"/>
        </a:p>
      </dgm:t>
    </dgm:pt>
    <dgm:pt modelId="{4EC1C54C-4ECC-4790-9F08-619F1D82896A}" type="sibTrans" cxnId="{6FA4A36B-BD0D-46D5-9644-627E5FC47F85}">
      <dgm:prSet/>
      <dgm:spPr/>
      <dgm:t>
        <a:bodyPr/>
        <a:lstStyle/>
        <a:p>
          <a:endParaRPr lang="en-US"/>
        </a:p>
      </dgm:t>
    </dgm:pt>
    <dgm:pt modelId="{9B2594AE-B5EE-46E5-A37E-8DD2EB6CC09A}">
      <dgm:prSet/>
      <dgm:spPr/>
      <dgm:t>
        <a:bodyPr/>
        <a:lstStyle/>
        <a:p>
          <a:r>
            <a:rPr lang="en-US"/>
            <a:t>Step 3: Create DiskANN vector index for fast retrieval</a:t>
          </a:r>
        </a:p>
      </dgm:t>
    </dgm:pt>
    <dgm:pt modelId="{386412C1-0D5B-442A-8AB0-8126AC3DF8BB}" type="parTrans" cxnId="{568811CF-9301-4DAE-834D-2F9AEFAA8386}">
      <dgm:prSet/>
      <dgm:spPr/>
      <dgm:t>
        <a:bodyPr/>
        <a:lstStyle/>
        <a:p>
          <a:endParaRPr lang="en-US"/>
        </a:p>
      </dgm:t>
    </dgm:pt>
    <dgm:pt modelId="{332E4D90-BA00-44ED-BEEA-59DC4D1FC978}" type="sibTrans" cxnId="{568811CF-9301-4DAE-834D-2F9AEFAA8386}">
      <dgm:prSet/>
      <dgm:spPr/>
      <dgm:t>
        <a:bodyPr/>
        <a:lstStyle/>
        <a:p>
          <a:endParaRPr lang="en-US"/>
        </a:p>
      </dgm:t>
    </dgm:pt>
    <dgm:pt modelId="{54EED3A0-974A-47B2-A948-DC26BAADDE28}">
      <dgm:prSet/>
      <dgm:spPr/>
      <dgm:t>
        <a:bodyPr/>
        <a:lstStyle/>
        <a:p>
          <a:r>
            <a:rPr lang="en-US"/>
            <a:t>Models run outside the engine — you choose where</a:t>
          </a:r>
        </a:p>
      </dgm:t>
    </dgm:pt>
    <dgm:pt modelId="{53FB3354-9A7F-4542-8710-7D47C6D3B6D9}" type="parTrans" cxnId="{B4E4EB36-C2C8-4DCB-8645-977E751DD7AE}">
      <dgm:prSet/>
      <dgm:spPr/>
      <dgm:t>
        <a:bodyPr/>
        <a:lstStyle/>
        <a:p>
          <a:endParaRPr lang="en-US"/>
        </a:p>
      </dgm:t>
    </dgm:pt>
    <dgm:pt modelId="{9FE6B4F1-C2ED-49A9-A6F4-A1918FB2BA1F}" type="sibTrans" cxnId="{B4E4EB36-C2C8-4DCB-8645-977E751DD7AE}">
      <dgm:prSet/>
      <dgm:spPr/>
      <dgm:t>
        <a:bodyPr/>
        <a:lstStyle/>
        <a:p>
          <a:endParaRPr lang="en-US"/>
        </a:p>
      </dgm:t>
    </dgm:pt>
    <dgm:pt modelId="{F4848463-7E22-D846-9253-F19869B91636}" type="pres">
      <dgm:prSet presAssocID="{4E317F05-0811-428F-9A6F-83549CCBFA31}" presName="vert0" presStyleCnt="0">
        <dgm:presLayoutVars>
          <dgm:dir/>
          <dgm:animOne val="branch"/>
          <dgm:animLvl val="lvl"/>
        </dgm:presLayoutVars>
      </dgm:prSet>
      <dgm:spPr/>
    </dgm:pt>
    <dgm:pt modelId="{71044B5F-8A66-B048-B706-A2D4BFE6F00B}" type="pres">
      <dgm:prSet presAssocID="{C04B05B7-1F34-4A2C-8351-C09C1900A1BD}" presName="thickLine" presStyleLbl="alignNode1" presStyleIdx="0" presStyleCnt="4"/>
      <dgm:spPr/>
    </dgm:pt>
    <dgm:pt modelId="{6C108CDB-F5A3-DF4B-8DCF-A89AE4B76DCC}" type="pres">
      <dgm:prSet presAssocID="{C04B05B7-1F34-4A2C-8351-C09C1900A1BD}" presName="horz1" presStyleCnt="0"/>
      <dgm:spPr/>
    </dgm:pt>
    <dgm:pt modelId="{8B805530-7D24-4C40-94CD-E9DC825AE1D0}" type="pres">
      <dgm:prSet presAssocID="{C04B05B7-1F34-4A2C-8351-C09C1900A1BD}" presName="tx1" presStyleLbl="revTx" presStyleIdx="0" presStyleCnt="4"/>
      <dgm:spPr/>
    </dgm:pt>
    <dgm:pt modelId="{5A302CCE-C7B3-E947-B623-7E6A5106A310}" type="pres">
      <dgm:prSet presAssocID="{C04B05B7-1F34-4A2C-8351-C09C1900A1BD}" presName="vert1" presStyleCnt="0"/>
      <dgm:spPr/>
    </dgm:pt>
    <dgm:pt modelId="{20B984A1-DC0C-F940-9B58-2F50B68B26C6}" type="pres">
      <dgm:prSet presAssocID="{566001B8-BA88-4ACE-BC98-3268FB53C9EA}" presName="thickLine" presStyleLbl="alignNode1" presStyleIdx="1" presStyleCnt="4"/>
      <dgm:spPr/>
    </dgm:pt>
    <dgm:pt modelId="{6BD3BA88-97FA-824C-B332-6403C5FDB0B5}" type="pres">
      <dgm:prSet presAssocID="{566001B8-BA88-4ACE-BC98-3268FB53C9EA}" presName="horz1" presStyleCnt="0"/>
      <dgm:spPr/>
    </dgm:pt>
    <dgm:pt modelId="{59EF6CE7-8021-8748-9DA2-F105EEB58413}" type="pres">
      <dgm:prSet presAssocID="{566001B8-BA88-4ACE-BC98-3268FB53C9EA}" presName="tx1" presStyleLbl="revTx" presStyleIdx="1" presStyleCnt="4"/>
      <dgm:spPr/>
    </dgm:pt>
    <dgm:pt modelId="{97917092-EDF2-234B-8FEC-2301A50CFB1A}" type="pres">
      <dgm:prSet presAssocID="{566001B8-BA88-4ACE-BC98-3268FB53C9EA}" presName="vert1" presStyleCnt="0"/>
      <dgm:spPr/>
    </dgm:pt>
    <dgm:pt modelId="{A6F403B0-8887-C54E-B7E7-36A97E62B67E}" type="pres">
      <dgm:prSet presAssocID="{9B2594AE-B5EE-46E5-A37E-8DD2EB6CC09A}" presName="thickLine" presStyleLbl="alignNode1" presStyleIdx="2" presStyleCnt="4"/>
      <dgm:spPr/>
    </dgm:pt>
    <dgm:pt modelId="{4D5FD013-920E-0F47-919A-364B5B2BEDD5}" type="pres">
      <dgm:prSet presAssocID="{9B2594AE-B5EE-46E5-A37E-8DD2EB6CC09A}" presName="horz1" presStyleCnt="0"/>
      <dgm:spPr/>
    </dgm:pt>
    <dgm:pt modelId="{5B6628C8-42D5-094E-93E6-E8E1537BA57C}" type="pres">
      <dgm:prSet presAssocID="{9B2594AE-B5EE-46E5-A37E-8DD2EB6CC09A}" presName="tx1" presStyleLbl="revTx" presStyleIdx="2" presStyleCnt="4"/>
      <dgm:spPr/>
    </dgm:pt>
    <dgm:pt modelId="{DE8680BA-F724-8C4E-A86D-DAD7BF11842E}" type="pres">
      <dgm:prSet presAssocID="{9B2594AE-B5EE-46E5-A37E-8DD2EB6CC09A}" presName="vert1" presStyleCnt="0"/>
      <dgm:spPr/>
    </dgm:pt>
    <dgm:pt modelId="{B7DB90C7-EA67-FF48-A7E6-713FB9529283}" type="pres">
      <dgm:prSet presAssocID="{54EED3A0-974A-47B2-A948-DC26BAADDE28}" presName="thickLine" presStyleLbl="alignNode1" presStyleIdx="3" presStyleCnt="4"/>
      <dgm:spPr/>
    </dgm:pt>
    <dgm:pt modelId="{B2BF8AFE-C867-284E-9431-3B240A0B19FE}" type="pres">
      <dgm:prSet presAssocID="{54EED3A0-974A-47B2-A948-DC26BAADDE28}" presName="horz1" presStyleCnt="0"/>
      <dgm:spPr/>
    </dgm:pt>
    <dgm:pt modelId="{7BC2934E-F8D0-6C42-843B-B14384146DB1}" type="pres">
      <dgm:prSet presAssocID="{54EED3A0-974A-47B2-A948-DC26BAADDE28}" presName="tx1" presStyleLbl="revTx" presStyleIdx="3" presStyleCnt="4"/>
      <dgm:spPr/>
    </dgm:pt>
    <dgm:pt modelId="{E6BE36CA-FCA1-8341-91D6-B5C1BA8FD750}" type="pres">
      <dgm:prSet presAssocID="{54EED3A0-974A-47B2-A948-DC26BAADDE28}" presName="vert1" presStyleCnt="0"/>
      <dgm:spPr/>
    </dgm:pt>
  </dgm:ptLst>
  <dgm:cxnLst>
    <dgm:cxn modelId="{59C7C317-AB59-0244-8660-43BB5B0E0E3B}" type="presOf" srcId="{C04B05B7-1F34-4A2C-8351-C09C1900A1BD}" destId="{8B805530-7D24-4C40-94CD-E9DC825AE1D0}" srcOrd="0" destOrd="0" presId="urn:microsoft.com/office/officeart/2008/layout/LinedList"/>
    <dgm:cxn modelId="{FFDC5A23-CA6E-BD4B-A292-857091CFAE5C}" type="presOf" srcId="{54EED3A0-974A-47B2-A948-DC26BAADDE28}" destId="{7BC2934E-F8D0-6C42-843B-B14384146DB1}" srcOrd="0" destOrd="0" presId="urn:microsoft.com/office/officeart/2008/layout/LinedList"/>
    <dgm:cxn modelId="{41029526-3165-48D0-A881-2D0B8B8D9166}" srcId="{4E317F05-0811-428F-9A6F-83549CCBFA31}" destId="{C04B05B7-1F34-4A2C-8351-C09C1900A1BD}" srcOrd="0" destOrd="0" parTransId="{7C437723-C980-4C8F-9732-89B98AF2AEF1}" sibTransId="{111611DA-C4DE-4F29-97B9-63C8722EA803}"/>
    <dgm:cxn modelId="{B4E4EB36-C2C8-4DCB-8645-977E751DD7AE}" srcId="{4E317F05-0811-428F-9A6F-83549CCBFA31}" destId="{54EED3A0-974A-47B2-A948-DC26BAADDE28}" srcOrd="3" destOrd="0" parTransId="{53FB3354-9A7F-4542-8710-7D47C6D3B6D9}" sibTransId="{9FE6B4F1-C2ED-49A9-A6F4-A1918FB2BA1F}"/>
    <dgm:cxn modelId="{6FA4A36B-BD0D-46D5-9644-627E5FC47F85}" srcId="{4E317F05-0811-428F-9A6F-83549CCBFA31}" destId="{566001B8-BA88-4ACE-BC98-3268FB53C9EA}" srcOrd="1" destOrd="0" parTransId="{40704035-6D7B-4C6A-BF74-958734091B9E}" sibTransId="{4EC1C54C-4ECC-4790-9F08-619F1D82896A}"/>
    <dgm:cxn modelId="{1A7A738B-9BC5-7043-97A6-48CFE20E0C39}" type="presOf" srcId="{566001B8-BA88-4ACE-BC98-3268FB53C9EA}" destId="{59EF6CE7-8021-8748-9DA2-F105EEB58413}" srcOrd="0" destOrd="0" presId="urn:microsoft.com/office/officeart/2008/layout/LinedList"/>
    <dgm:cxn modelId="{B040EB98-7927-1942-ACEA-6BE1BED28AE8}" type="presOf" srcId="{4E317F05-0811-428F-9A6F-83549CCBFA31}" destId="{F4848463-7E22-D846-9253-F19869B91636}" srcOrd="0" destOrd="0" presId="urn:microsoft.com/office/officeart/2008/layout/LinedList"/>
    <dgm:cxn modelId="{568811CF-9301-4DAE-834D-2F9AEFAA8386}" srcId="{4E317F05-0811-428F-9A6F-83549CCBFA31}" destId="{9B2594AE-B5EE-46E5-A37E-8DD2EB6CC09A}" srcOrd="2" destOrd="0" parTransId="{386412C1-0D5B-442A-8AB0-8126AC3DF8BB}" sibTransId="{332E4D90-BA00-44ED-BEEA-59DC4D1FC978}"/>
    <dgm:cxn modelId="{1648ACE5-EC0D-3048-A09F-8BD7A0F52637}" type="presOf" srcId="{9B2594AE-B5EE-46E5-A37E-8DD2EB6CC09A}" destId="{5B6628C8-42D5-094E-93E6-E8E1537BA57C}" srcOrd="0" destOrd="0" presId="urn:microsoft.com/office/officeart/2008/layout/LinedList"/>
    <dgm:cxn modelId="{46690D49-444C-8340-B6E0-A4F288797DC3}" type="presParOf" srcId="{F4848463-7E22-D846-9253-F19869B91636}" destId="{71044B5F-8A66-B048-B706-A2D4BFE6F00B}" srcOrd="0" destOrd="0" presId="urn:microsoft.com/office/officeart/2008/layout/LinedList"/>
    <dgm:cxn modelId="{2C9416B1-287A-814D-B02B-EB112A28D7EC}" type="presParOf" srcId="{F4848463-7E22-D846-9253-F19869B91636}" destId="{6C108CDB-F5A3-DF4B-8DCF-A89AE4B76DCC}" srcOrd="1" destOrd="0" presId="urn:microsoft.com/office/officeart/2008/layout/LinedList"/>
    <dgm:cxn modelId="{E5489BC0-6194-3443-B6B2-B54AAF062EA3}" type="presParOf" srcId="{6C108CDB-F5A3-DF4B-8DCF-A89AE4B76DCC}" destId="{8B805530-7D24-4C40-94CD-E9DC825AE1D0}" srcOrd="0" destOrd="0" presId="urn:microsoft.com/office/officeart/2008/layout/LinedList"/>
    <dgm:cxn modelId="{2C7DCF59-6573-544F-8892-49C5F91E2380}" type="presParOf" srcId="{6C108CDB-F5A3-DF4B-8DCF-A89AE4B76DCC}" destId="{5A302CCE-C7B3-E947-B623-7E6A5106A310}" srcOrd="1" destOrd="0" presId="urn:microsoft.com/office/officeart/2008/layout/LinedList"/>
    <dgm:cxn modelId="{3DCD06A6-9743-5B4F-AD6E-5151F92D3A8A}" type="presParOf" srcId="{F4848463-7E22-D846-9253-F19869B91636}" destId="{20B984A1-DC0C-F940-9B58-2F50B68B26C6}" srcOrd="2" destOrd="0" presId="urn:microsoft.com/office/officeart/2008/layout/LinedList"/>
    <dgm:cxn modelId="{84C261D5-278F-EE4D-B346-1F121F033354}" type="presParOf" srcId="{F4848463-7E22-D846-9253-F19869B91636}" destId="{6BD3BA88-97FA-824C-B332-6403C5FDB0B5}" srcOrd="3" destOrd="0" presId="urn:microsoft.com/office/officeart/2008/layout/LinedList"/>
    <dgm:cxn modelId="{68DBD1D3-B7C6-DD4D-A419-AA1DB9DF3361}" type="presParOf" srcId="{6BD3BA88-97FA-824C-B332-6403C5FDB0B5}" destId="{59EF6CE7-8021-8748-9DA2-F105EEB58413}" srcOrd="0" destOrd="0" presId="urn:microsoft.com/office/officeart/2008/layout/LinedList"/>
    <dgm:cxn modelId="{A3A51F59-5040-704E-A497-9CCA1358AAEB}" type="presParOf" srcId="{6BD3BA88-97FA-824C-B332-6403C5FDB0B5}" destId="{97917092-EDF2-234B-8FEC-2301A50CFB1A}" srcOrd="1" destOrd="0" presId="urn:microsoft.com/office/officeart/2008/layout/LinedList"/>
    <dgm:cxn modelId="{6DF6709B-CB39-C644-9C94-DE78C3B96412}" type="presParOf" srcId="{F4848463-7E22-D846-9253-F19869B91636}" destId="{A6F403B0-8887-C54E-B7E7-36A97E62B67E}" srcOrd="4" destOrd="0" presId="urn:microsoft.com/office/officeart/2008/layout/LinedList"/>
    <dgm:cxn modelId="{2B8FE088-9FEB-414E-BFE7-38C1A09671C4}" type="presParOf" srcId="{F4848463-7E22-D846-9253-F19869B91636}" destId="{4D5FD013-920E-0F47-919A-364B5B2BEDD5}" srcOrd="5" destOrd="0" presId="urn:microsoft.com/office/officeart/2008/layout/LinedList"/>
    <dgm:cxn modelId="{BE226DEE-9D37-894F-B3A5-B492D795DE9B}" type="presParOf" srcId="{4D5FD013-920E-0F47-919A-364B5B2BEDD5}" destId="{5B6628C8-42D5-094E-93E6-E8E1537BA57C}" srcOrd="0" destOrd="0" presId="urn:microsoft.com/office/officeart/2008/layout/LinedList"/>
    <dgm:cxn modelId="{8C6B9C66-F311-4044-BC8F-B06930BC455A}" type="presParOf" srcId="{4D5FD013-920E-0F47-919A-364B5B2BEDD5}" destId="{DE8680BA-F724-8C4E-A86D-DAD7BF11842E}" srcOrd="1" destOrd="0" presId="urn:microsoft.com/office/officeart/2008/layout/LinedList"/>
    <dgm:cxn modelId="{60EFA722-D60E-EB48-B4B3-155AE7D0AA35}" type="presParOf" srcId="{F4848463-7E22-D846-9253-F19869B91636}" destId="{B7DB90C7-EA67-FF48-A7E6-713FB9529283}" srcOrd="6" destOrd="0" presId="urn:microsoft.com/office/officeart/2008/layout/LinedList"/>
    <dgm:cxn modelId="{FDCBD4A9-9CE5-154C-8796-011717230CD2}" type="presParOf" srcId="{F4848463-7E22-D846-9253-F19869B91636}" destId="{B2BF8AFE-C867-284E-9431-3B240A0B19FE}" srcOrd="7" destOrd="0" presId="urn:microsoft.com/office/officeart/2008/layout/LinedList"/>
    <dgm:cxn modelId="{B78B3F81-5E9E-B241-9524-EF54F35415B3}" type="presParOf" srcId="{B2BF8AFE-C867-284E-9431-3B240A0B19FE}" destId="{7BC2934E-F8D0-6C42-843B-B14384146DB1}" srcOrd="0" destOrd="0" presId="urn:microsoft.com/office/officeart/2008/layout/LinedList"/>
    <dgm:cxn modelId="{AAF34EB6-7505-D548-8D20-3B17A8CA0025}" type="presParOf" srcId="{B2BF8AFE-C867-284E-9431-3B240A0B19FE}" destId="{E6BE36CA-FCA1-8341-91D6-B5C1BA8FD75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0.xml><?xml version="1.0" encoding="utf-8"?>
<dgm:dataModel xmlns:dgm="http://schemas.openxmlformats.org/drawingml/2006/diagram" xmlns:a="http://schemas.openxmlformats.org/drawingml/2006/main">
  <dgm:ptLst>
    <dgm:pt modelId="{428168F3-8428-4FD3-86DB-F277454277F4}" type="doc">
      <dgm:prSet loTypeId="urn:microsoft.com/office/officeart/2008/layout/LinedList" loCatId="list" qsTypeId="urn:microsoft.com/office/officeart/2005/8/quickstyle/simple1" qsCatId="simple" csTypeId="urn:microsoft.com/office/officeart/2005/8/colors/colorful3" csCatId="colorful"/>
      <dgm:spPr/>
      <dgm:t>
        <a:bodyPr/>
        <a:lstStyle/>
        <a:p>
          <a:endParaRPr lang="en-US"/>
        </a:p>
      </dgm:t>
    </dgm:pt>
    <dgm:pt modelId="{90439C41-AF2C-4F71-AC5C-FDCB1DA18417}">
      <dgm:prSet/>
      <dgm:spPr/>
      <dgm:t>
        <a:bodyPr/>
        <a:lstStyle/>
        <a:p>
          <a:r>
            <a:rPr lang="en-US"/>
            <a:t>Azure OpenAI — cloud hosted, enterprise grade</a:t>
          </a:r>
        </a:p>
      </dgm:t>
    </dgm:pt>
    <dgm:pt modelId="{881B2E9A-42D7-4F58-93D6-2AA2485AC45D}" type="parTrans" cxnId="{C6ADC932-4D6E-40DA-9444-6ECFEFDFABF4}">
      <dgm:prSet/>
      <dgm:spPr/>
      <dgm:t>
        <a:bodyPr/>
        <a:lstStyle/>
        <a:p>
          <a:endParaRPr lang="en-US"/>
        </a:p>
      </dgm:t>
    </dgm:pt>
    <dgm:pt modelId="{42540DA0-2467-493D-977E-BC0A59FD923F}" type="sibTrans" cxnId="{C6ADC932-4D6E-40DA-9444-6ECFEFDFABF4}">
      <dgm:prSet/>
      <dgm:spPr/>
      <dgm:t>
        <a:bodyPr/>
        <a:lstStyle/>
        <a:p>
          <a:endParaRPr lang="en-US"/>
        </a:p>
      </dgm:t>
    </dgm:pt>
    <dgm:pt modelId="{4385EE56-BE16-4F1B-92A7-28537AE69F38}">
      <dgm:prSet/>
      <dgm:spPr/>
      <dgm:t>
        <a:bodyPr/>
        <a:lstStyle/>
        <a:p>
          <a:r>
            <a:rPr lang="en-US"/>
            <a:t>OpenAI — direct API access</a:t>
          </a:r>
        </a:p>
      </dgm:t>
    </dgm:pt>
    <dgm:pt modelId="{A7D7B8D6-76DE-425E-BB69-8DDA502E4054}" type="parTrans" cxnId="{7229B9D2-4981-4E44-BAF3-9A94744F5E3C}">
      <dgm:prSet/>
      <dgm:spPr/>
      <dgm:t>
        <a:bodyPr/>
        <a:lstStyle/>
        <a:p>
          <a:endParaRPr lang="en-US"/>
        </a:p>
      </dgm:t>
    </dgm:pt>
    <dgm:pt modelId="{2585CA32-DB8C-4B62-9530-CFD56BDA5BF5}" type="sibTrans" cxnId="{7229B9D2-4981-4E44-BAF3-9A94744F5E3C}">
      <dgm:prSet/>
      <dgm:spPr/>
      <dgm:t>
        <a:bodyPr/>
        <a:lstStyle/>
        <a:p>
          <a:endParaRPr lang="en-US"/>
        </a:p>
      </dgm:t>
    </dgm:pt>
    <dgm:pt modelId="{2FF3F045-0915-487A-B4D4-B2E0229E4E5C}">
      <dgm:prSet/>
      <dgm:spPr/>
      <dgm:t>
        <a:bodyPr/>
        <a:lstStyle/>
        <a:p>
          <a:r>
            <a:rPr lang="en-US"/>
            <a:t>Ollama — locally hosted open-source models (Llama, Mistral, etc.)</a:t>
          </a:r>
        </a:p>
      </dgm:t>
    </dgm:pt>
    <dgm:pt modelId="{386D7E2F-4593-45F1-8C64-4565982D93CC}" type="parTrans" cxnId="{EA14893A-2550-45B1-8B0D-935861862472}">
      <dgm:prSet/>
      <dgm:spPr/>
      <dgm:t>
        <a:bodyPr/>
        <a:lstStyle/>
        <a:p>
          <a:endParaRPr lang="en-US"/>
        </a:p>
      </dgm:t>
    </dgm:pt>
    <dgm:pt modelId="{CE52F58B-C599-449D-9CB1-390436255C47}" type="sibTrans" cxnId="{EA14893A-2550-45B1-8B0D-935861862472}">
      <dgm:prSet/>
      <dgm:spPr/>
      <dgm:t>
        <a:bodyPr/>
        <a:lstStyle/>
        <a:p>
          <a:endParaRPr lang="en-US"/>
        </a:p>
      </dgm:t>
    </dgm:pt>
    <dgm:pt modelId="{0F7DE6DB-4D37-460A-AD86-12B6357A134D}">
      <dgm:prSet/>
      <dgm:spPr/>
      <dgm:t>
        <a:bodyPr/>
        <a:lstStyle/>
        <a:p>
          <a:r>
            <a:rPr lang="en-US"/>
            <a:t>ONNX Runtime — local inference engine (PREVIEW_FEATURES)</a:t>
          </a:r>
        </a:p>
      </dgm:t>
    </dgm:pt>
    <dgm:pt modelId="{6EF07C6A-B1C9-4FE1-8776-C324E700289F}" type="parTrans" cxnId="{1FFE6B78-B87D-4B0A-9CA3-B8F62AD4AC63}">
      <dgm:prSet/>
      <dgm:spPr/>
      <dgm:t>
        <a:bodyPr/>
        <a:lstStyle/>
        <a:p>
          <a:endParaRPr lang="en-US"/>
        </a:p>
      </dgm:t>
    </dgm:pt>
    <dgm:pt modelId="{9055C2B1-7277-4B14-8D46-2E31D17C39DA}" type="sibTrans" cxnId="{1FFE6B78-B87D-4B0A-9CA3-B8F62AD4AC63}">
      <dgm:prSet/>
      <dgm:spPr/>
      <dgm:t>
        <a:bodyPr/>
        <a:lstStyle/>
        <a:p>
          <a:endParaRPr lang="en-US"/>
        </a:p>
      </dgm:t>
    </dgm:pt>
    <dgm:pt modelId="{B9B4EFC4-3613-4683-B0C4-7FCFA6308E37}">
      <dgm:prSet/>
      <dgm:spPr/>
      <dgm:t>
        <a:bodyPr/>
        <a:lstStyle/>
        <a:p>
          <a:r>
            <a:rPr lang="en-US"/>
            <a:t>KServe, vLLM, NVIDIA Triton — network hosted</a:t>
          </a:r>
        </a:p>
      </dgm:t>
    </dgm:pt>
    <dgm:pt modelId="{CB8254C5-EF31-4FE5-B5A2-E8685FCADF01}" type="parTrans" cxnId="{6B2058C8-954E-4ECE-B7B9-7E14681C7BE0}">
      <dgm:prSet/>
      <dgm:spPr/>
      <dgm:t>
        <a:bodyPr/>
        <a:lstStyle/>
        <a:p>
          <a:endParaRPr lang="en-US"/>
        </a:p>
      </dgm:t>
    </dgm:pt>
    <dgm:pt modelId="{DB4DC224-A023-48B6-AA72-B3EC1D01B278}" type="sibTrans" cxnId="{6B2058C8-954E-4ECE-B7B9-7E14681C7BE0}">
      <dgm:prSet/>
      <dgm:spPr/>
      <dgm:t>
        <a:bodyPr/>
        <a:lstStyle/>
        <a:p>
          <a:endParaRPr lang="en-US"/>
        </a:p>
      </dgm:t>
    </dgm:pt>
    <dgm:pt modelId="{38712BDB-5653-409C-B7FA-084F074DE698}">
      <dgm:prSet/>
      <dgm:spPr/>
      <dgm:t>
        <a:bodyPr/>
        <a:lstStyle/>
        <a:p>
          <a:r>
            <a:rPr lang="en-US"/>
            <a:t>Hugging Face models via compatible serving layers</a:t>
          </a:r>
        </a:p>
      </dgm:t>
    </dgm:pt>
    <dgm:pt modelId="{97441D2C-5CCC-427E-AADA-94010E3C201E}" type="parTrans" cxnId="{4BABB8B1-B14E-4D76-A31E-3AD0173F6770}">
      <dgm:prSet/>
      <dgm:spPr/>
      <dgm:t>
        <a:bodyPr/>
        <a:lstStyle/>
        <a:p>
          <a:endParaRPr lang="en-US"/>
        </a:p>
      </dgm:t>
    </dgm:pt>
    <dgm:pt modelId="{5D69F65A-3AFB-4834-859D-9B687CE8630F}" type="sibTrans" cxnId="{4BABB8B1-B14E-4D76-A31E-3AD0173F6770}">
      <dgm:prSet/>
      <dgm:spPr/>
      <dgm:t>
        <a:bodyPr/>
        <a:lstStyle/>
        <a:p>
          <a:endParaRPr lang="en-US"/>
        </a:p>
      </dgm:t>
    </dgm:pt>
    <dgm:pt modelId="{BFFFD83F-D028-46AC-8DDA-52C16DC4CCF5}">
      <dgm:prSet/>
      <dgm:spPr/>
      <dgm:t>
        <a:bodyPr/>
        <a:lstStyle/>
        <a:p>
          <a:r>
            <a:rPr lang="en-US" i="1"/>
            <a:t>sp_invoke_external_rest_endpoint </a:t>
          </a:r>
          <a:r>
            <a:rPr lang="en-US"/>
            <a:t>for anything else</a:t>
          </a:r>
        </a:p>
      </dgm:t>
    </dgm:pt>
    <dgm:pt modelId="{5DE027F2-F383-498F-91B9-3CD56BFDD716}" type="parTrans" cxnId="{680890D4-831A-401E-948C-DFA00F2A086C}">
      <dgm:prSet/>
      <dgm:spPr/>
      <dgm:t>
        <a:bodyPr/>
        <a:lstStyle/>
        <a:p>
          <a:endParaRPr lang="en-US"/>
        </a:p>
      </dgm:t>
    </dgm:pt>
    <dgm:pt modelId="{35A3EB7A-82A5-4D4E-B8B9-E1FF5429AB18}" type="sibTrans" cxnId="{680890D4-831A-401E-948C-DFA00F2A086C}">
      <dgm:prSet/>
      <dgm:spPr/>
      <dgm:t>
        <a:bodyPr/>
        <a:lstStyle/>
        <a:p>
          <a:endParaRPr lang="en-US"/>
        </a:p>
      </dgm:t>
    </dgm:pt>
    <dgm:pt modelId="{23283CEA-260A-B044-83D0-3CFF3C28F41B}" type="pres">
      <dgm:prSet presAssocID="{428168F3-8428-4FD3-86DB-F277454277F4}" presName="vert0" presStyleCnt="0">
        <dgm:presLayoutVars>
          <dgm:dir/>
          <dgm:animOne val="branch"/>
          <dgm:animLvl val="lvl"/>
        </dgm:presLayoutVars>
      </dgm:prSet>
      <dgm:spPr/>
    </dgm:pt>
    <dgm:pt modelId="{21737B77-3A9F-AC46-B6E0-8790C440E812}" type="pres">
      <dgm:prSet presAssocID="{90439C41-AF2C-4F71-AC5C-FDCB1DA18417}" presName="thickLine" presStyleLbl="alignNode1" presStyleIdx="0" presStyleCnt="7"/>
      <dgm:spPr/>
    </dgm:pt>
    <dgm:pt modelId="{9C30D44B-7249-B44F-9D88-B24CE6B8DDA4}" type="pres">
      <dgm:prSet presAssocID="{90439C41-AF2C-4F71-AC5C-FDCB1DA18417}" presName="horz1" presStyleCnt="0"/>
      <dgm:spPr/>
    </dgm:pt>
    <dgm:pt modelId="{371F0066-7BB2-A148-9BB4-7E6250FD1C37}" type="pres">
      <dgm:prSet presAssocID="{90439C41-AF2C-4F71-AC5C-FDCB1DA18417}" presName="tx1" presStyleLbl="revTx" presStyleIdx="0" presStyleCnt="7"/>
      <dgm:spPr/>
    </dgm:pt>
    <dgm:pt modelId="{42002064-9423-2B42-9902-E98009F4FCB8}" type="pres">
      <dgm:prSet presAssocID="{90439C41-AF2C-4F71-AC5C-FDCB1DA18417}" presName="vert1" presStyleCnt="0"/>
      <dgm:spPr/>
    </dgm:pt>
    <dgm:pt modelId="{55D62505-C7EC-CE46-B373-482854CBDB25}" type="pres">
      <dgm:prSet presAssocID="{4385EE56-BE16-4F1B-92A7-28537AE69F38}" presName="thickLine" presStyleLbl="alignNode1" presStyleIdx="1" presStyleCnt="7"/>
      <dgm:spPr/>
    </dgm:pt>
    <dgm:pt modelId="{2E63D39C-7270-8947-AC48-4A2CA4C410AA}" type="pres">
      <dgm:prSet presAssocID="{4385EE56-BE16-4F1B-92A7-28537AE69F38}" presName="horz1" presStyleCnt="0"/>
      <dgm:spPr/>
    </dgm:pt>
    <dgm:pt modelId="{5A0F8D5F-7431-5B47-8AF5-936AF0D04C69}" type="pres">
      <dgm:prSet presAssocID="{4385EE56-BE16-4F1B-92A7-28537AE69F38}" presName="tx1" presStyleLbl="revTx" presStyleIdx="1" presStyleCnt="7"/>
      <dgm:spPr/>
    </dgm:pt>
    <dgm:pt modelId="{38E55B38-E148-E647-B1FB-53E93BF21824}" type="pres">
      <dgm:prSet presAssocID="{4385EE56-BE16-4F1B-92A7-28537AE69F38}" presName="vert1" presStyleCnt="0"/>
      <dgm:spPr/>
    </dgm:pt>
    <dgm:pt modelId="{4CE464D3-A6FC-FD41-9466-83A706989B73}" type="pres">
      <dgm:prSet presAssocID="{2FF3F045-0915-487A-B4D4-B2E0229E4E5C}" presName="thickLine" presStyleLbl="alignNode1" presStyleIdx="2" presStyleCnt="7"/>
      <dgm:spPr/>
    </dgm:pt>
    <dgm:pt modelId="{AF79D7BC-1012-E842-8BEF-5EFD321D388A}" type="pres">
      <dgm:prSet presAssocID="{2FF3F045-0915-487A-B4D4-B2E0229E4E5C}" presName="horz1" presStyleCnt="0"/>
      <dgm:spPr/>
    </dgm:pt>
    <dgm:pt modelId="{E594AF4B-DEBC-A544-A8F8-42C020C1E5F8}" type="pres">
      <dgm:prSet presAssocID="{2FF3F045-0915-487A-B4D4-B2E0229E4E5C}" presName="tx1" presStyleLbl="revTx" presStyleIdx="2" presStyleCnt="7"/>
      <dgm:spPr/>
    </dgm:pt>
    <dgm:pt modelId="{016ECB15-2590-4440-A3AC-621346E00FC2}" type="pres">
      <dgm:prSet presAssocID="{2FF3F045-0915-487A-B4D4-B2E0229E4E5C}" presName="vert1" presStyleCnt="0"/>
      <dgm:spPr/>
    </dgm:pt>
    <dgm:pt modelId="{6567B928-2AF9-6B45-A321-F812FD4A1E1A}" type="pres">
      <dgm:prSet presAssocID="{0F7DE6DB-4D37-460A-AD86-12B6357A134D}" presName="thickLine" presStyleLbl="alignNode1" presStyleIdx="3" presStyleCnt="7"/>
      <dgm:spPr/>
    </dgm:pt>
    <dgm:pt modelId="{382B07C3-0AC5-3747-99E5-75B0976865A4}" type="pres">
      <dgm:prSet presAssocID="{0F7DE6DB-4D37-460A-AD86-12B6357A134D}" presName="horz1" presStyleCnt="0"/>
      <dgm:spPr/>
    </dgm:pt>
    <dgm:pt modelId="{9388E5D7-9DC1-314C-A520-5445E97005CA}" type="pres">
      <dgm:prSet presAssocID="{0F7DE6DB-4D37-460A-AD86-12B6357A134D}" presName="tx1" presStyleLbl="revTx" presStyleIdx="3" presStyleCnt="7"/>
      <dgm:spPr/>
    </dgm:pt>
    <dgm:pt modelId="{D5A73624-7DA6-0D4A-98C4-54A87E1DDB7A}" type="pres">
      <dgm:prSet presAssocID="{0F7DE6DB-4D37-460A-AD86-12B6357A134D}" presName="vert1" presStyleCnt="0"/>
      <dgm:spPr/>
    </dgm:pt>
    <dgm:pt modelId="{B8EDDAD1-075C-AF41-8DC6-4E823440D24A}" type="pres">
      <dgm:prSet presAssocID="{B9B4EFC4-3613-4683-B0C4-7FCFA6308E37}" presName="thickLine" presStyleLbl="alignNode1" presStyleIdx="4" presStyleCnt="7"/>
      <dgm:spPr/>
    </dgm:pt>
    <dgm:pt modelId="{53696DD0-8B02-0849-87B0-DAF953A2D308}" type="pres">
      <dgm:prSet presAssocID="{B9B4EFC4-3613-4683-B0C4-7FCFA6308E37}" presName="horz1" presStyleCnt="0"/>
      <dgm:spPr/>
    </dgm:pt>
    <dgm:pt modelId="{8EF46727-57B4-BE40-8816-4BE9F700CAC8}" type="pres">
      <dgm:prSet presAssocID="{B9B4EFC4-3613-4683-B0C4-7FCFA6308E37}" presName="tx1" presStyleLbl="revTx" presStyleIdx="4" presStyleCnt="7"/>
      <dgm:spPr/>
    </dgm:pt>
    <dgm:pt modelId="{3D98574A-1346-894E-882A-ADBB9DA2CA5F}" type="pres">
      <dgm:prSet presAssocID="{B9B4EFC4-3613-4683-B0C4-7FCFA6308E37}" presName="vert1" presStyleCnt="0"/>
      <dgm:spPr/>
    </dgm:pt>
    <dgm:pt modelId="{28EA8E5C-3747-1545-B80E-647AD1F32269}" type="pres">
      <dgm:prSet presAssocID="{38712BDB-5653-409C-B7FA-084F074DE698}" presName="thickLine" presStyleLbl="alignNode1" presStyleIdx="5" presStyleCnt="7"/>
      <dgm:spPr/>
    </dgm:pt>
    <dgm:pt modelId="{49A9EDA4-F95B-0446-8FEA-C7DB59B90182}" type="pres">
      <dgm:prSet presAssocID="{38712BDB-5653-409C-B7FA-084F074DE698}" presName="horz1" presStyleCnt="0"/>
      <dgm:spPr/>
    </dgm:pt>
    <dgm:pt modelId="{745C04D0-18FE-A24D-8964-F14C29DAAFF9}" type="pres">
      <dgm:prSet presAssocID="{38712BDB-5653-409C-B7FA-084F074DE698}" presName="tx1" presStyleLbl="revTx" presStyleIdx="5" presStyleCnt="7"/>
      <dgm:spPr/>
    </dgm:pt>
    <dgm:pt modelId="{6A2CEFB2-75D6-864C-A0EA-63CDA1515670}" type="pres">
      <dgm:prSet presAssocID="{38712BDB-5653-409C-B7FA-084F074DE698}" presName="vert1" presStyleCnt="0"/>
      <dgm:spPr/>
    </dgm:pt>
    <dgm:pt modelId="{8B8963AC-70ED-664A-AFD7-9D57517BA6CD}" type="pres">
      <dgm:prSet presAssocID="{BFFFD83F-D028-46AC-8DDA-52C16DC4CCF5}" presName="thickLine" presStyleLbl="alignNode1" presStyleIdx="6" presStyleCnt="7"/>
      <dgm:spPr/>
    </dgm:pt>
    <dgm:pt modelId="{CD853207-C010-434D-8D4B-BEC7A93D16CD}" type="pres">
      <dgm:prSet presAssocID="{BFFFD83F-D028-46AC-8DDA-52C16DC4CCF5}" presName="horz1" presStyleCnt="0"/>
      <dgm:spPr/>
    </dgm:pt>
    <dgm:pt modelId="{82299585-5DA1-1341-88EA-5A6FF6B48BE5}" type="pres">
      <dgm:prSet presAssocID="{BFFFD83F-D028-46AC-8DDA-52C16DC4CCF5}" presName="tx1" presStyleLbl="revTx" presStyleIdx="6" presStyleCnt="7"/>
      <dgm:spPr/>
    </dgm:pt>
    <dgm:pt modelId="{7A796B69-B8FA-0940-9032-8473EDC29FE2}" type="pres">
      <dgm:prSet presAssocID="{BFFFD83F-D028-46AC-8DDA-52C16DC4CCF5}" presName="vert1" presStyleCnt="0"/>
      <dgm:spPr/>
    </dgm:pt>
  </dgm:ptLst>
  <dgm:cxnLst>
    <dgm:cxn modelId="{181BFF0C-9C71-6948-A311-DF7CB053427B}" type="presOf" srcId="{B9B4EFC4-3613-4683-B0C4-7FCFA6308E37}" destId="{8EF46727-57B4-BE40-8816-4BE9F700CAC8}" srcOrd="0" destOrd="0" presId="urn:microsoft.com/office/officeart/2008/layout/LinedList"/>
    <dgm:cxn modelId="{6977E70D-D7E8-B942-B967-314E0A448442}" type="presOf" srcId="{0F7DE6DB-4D37-460A-AD86-12B6357A134D}" destId="{9388E5D7-9DC1-314C-A520-5445E97005CA}" srcOrd="0" destOrd="0" presId="urn:microsoft.com/office/officeart/2008/layout/LinedList"/>
    <dgm:cxn modelId="{A19D3112-6588-CD44-B9A5-CC38ED4335C0}" type="presOf" srcId="{4385EE56-BE16-4F1B-92A7-28537AE69F38}" destId="{5A0F8D5F-7431-5B47-8AF5-936AF0D04C69}" srcOrd="0" destOrd="0" presId="urn:microsoft.com/office/officeart/2008/layout/LinedList"/>
    <dgm:cxn modelId="{C6ADC932-4D6E-40DA-9444-6ECFEFDFABF4}" srcId="{428168F3-8428-4FD3-86DB-F277454277F4}" destId="{90439C41-AF2C-4F71-AC5C-FDCB1DA18417}" srcOrd="0" destOrd="0" parTransId="{881B2E9A-42D7-4F58-93D6-2AA2485AC45D}" sibTransId="{42540DA0-2467-493D-977E-BC0A59FD923F}"/>
    <dgm:cxn modelId="{EA14893A-2550-45B1-8B0D-935861862472}" srcId="{428168F3-8428-4FD3-86DB-F277454277F4}" destId="{2FF3F045-0915-487A-B4D4-B2E0229E4E5C}" srcOrd="2" destOrd="0" parTransId="{386D7E2F-4593-45F1-8C64-4565982D93CC}" sibTransId="{CE52F58B-C599-449D-9CB1-390436255C47}"/>
    <dgm:cxn modelId="{F64E1149-294F-E642-9B22-73B3DB2767D4}" type="presOf" srcId="{428168F3-8428-4FD3-86DB-F277454277F4}" destId="{23283CEA-260A-B044-83D0-3CFF3C28F41B}" srcOrd="0" destOrd="0" presId="urn:microsoft.com/office/officeart/2008/layout/LinedList"/>
    <dgm:cxn modelId="{229EFD69-5E78-B54B-8363-138C03A0C662}" type="presOf" srcId="{2FF3F045-0915-487A-B4D4-B2E0229E4E5C}" destId="{E594AF4B-DEBC-A544-A8F8-42C020C1E5F8}" srcOrd="0" destOrd="0" presId="urn:microsoft.com/office/officeart/2008/layout/LinedList"/>
    <dgm:cxn modelId="{1FFE6B78-B87D-4B0A-9CA3-B8F62AD4AC63}" srcId="{428168F3-8428-4FD3-86DB-F277454277F4}" destId="{0F7DE6DB-4D37-460A-AD86-12B6357A134D}" srcOrd="3" destOrd="0" parTransId="{6EF07C6A-B1C9-4FE1-8776-C324E700289F}" sibTransId="{9055C2B1-7277-4B14-8D46-2E31D17C39DA}"/>
    <dgm:cxn modelId="{1E26E1A1-5C84-5944-BBB1-2AB15F69E375}" type="presOf" srcId="{38712BDB-5653-409C-B7FA-084F074DE698}" destId="{745C04D0-18FE-A24D-8964-F14C29DAAFF9}" srcOrd="0" destOrd="0" presId="urn:microsoft.com/office/officeart/2008/layout/LinedList"/>
    <dgm:cxn modelId="{4BABB8B1-B14E-4D76-A31E-3AD0173F6770}" srcId="{428168F3-8428-4FD3-86DB-F277454277F4}" destId="{38712BDB-5653-409C-B7FA-084F074DE698}" srcOrd="5" destOrd="0" parTransId="{97441D2C-5CCC-427E-AADA-94010E3C201E}" sibTransId="{5D69F65A-3AFB-4834-859D-9B687CE8630F}"/>
    <dgm:cxn modelId="{6B2058C8-954E-4ECE-B7B9-7E14681C7BE0}" srcId="{428168F3-8428-4FD3-86DB-F277454277F4}" destId="{B9B4EFC4-3613-4683-B0C4-7FCFA6308E37}" srcOrd="4" destOrd="0" parTransId="{CB8254C5-EF31-4FE5-B5A2-E8685FCADF01}" sibTransId="{DB4DC224-A023-48B6-AA72-B3EC1D01B278}"/>
    <dgm:cxn modelId="{7229B9D2-4981-4E44-BAF3-9A94744F5E3C}" srcId="{428168F3-8428-4FD3-86DB-F277454277F4}" destId="{4385EE56-BE16-4F1B-92A7-28537AE69F38}" srcOrd="1" destOrd="0" parTransId="{A7D7B8D6-76DE-425E-BB69-8DDA502E4054}" sibTransId="{2585CA32-DB8C-4B62-9530-CFD56BDA5BF5}"/>
    <dgm:cxn modelId="{680890D4-831A-401E-948C-DFA00F2A086C}" srcId="{428168F3-8428-4FD3-86DB-F277454277F4}" destId="{BFFFD83F-D028-46AC-8DDA-52C16DC4CCF5}" srcOrd="6" destOrd="0" parTransId="{5DE027F2-F383-498F-91B9-3CD56BFDD716}" sibTransId="{35A3EB7A-82A5-4D4E-B8B9-E1FF5429AB18}"/>
    <dgm:cxn modelId="{9DD0A9DA-68D6-794C-902B-EA899AEA5B68}" type="presOf" srcId="{90439C41-AF2C-4F71-AC5C-FDCB1DA18417}" destId="{371F0066-7BB2-A148-9BB4-7E6250FD1C37}" srcOrd="0" destOrd="0" presId="urn:microsoft.com/office/officeart/2008/layout/LinedList"/>
    <dgm:cxn modelId="{6B1C79F9-820C-AB42-8490-919FA2919556}" type="presOf" srcId="{BFFFD83F-D028-46AC-8DDA-52C16DC4CCF5}" destId="{82299585-5DA1-1341-88EA-5A6FF6B48BE5}" srcOrd="0" destOrd="0" presId="urn:microsoft.com/office/officeart/2008/layout/LinedList"/>
    <dgm:cxn modelId="{3AE6C713-6BCF-BD40-83C4-A6756440F2DA}" type="presParOf" srcId="{23283CEA-260A-B044-83D0-3CFF3C28F41B}" destId="{21737B77-3A9F-AC46-B6E0-8790C440E812}" srcOrd="0" destOrd="0" presId="urn:microsoft.com/office/officeart/2008/layout/LinedList"/>
    <dgm:cxn modelId="{D062B7AD-95B6-2249-A2F0-2DACCE9A6899}" type="presParOf" srcId="{23283CEA-260A-B044-83D0-3CFF3C28F41B}" destId="{9C30D44B-7249-B44F-9D88-B24CE6B8DDA4}" srcOrd="1" destOrd="0" presId="urn:microsoft.com/office/officeart/2008/layout/LinedList"/>
    <dgm:cxn modelId="{162C1EF4-97AD-0C45-AB7A-B9C34FE01203}" type="presParOf" srcId="{9C30D44B-7249-B44F-9D88-B24CE6B8DDA4}" destId="{371F0066-7BB2-A148-9BB4-7E6250FD1C37}" srcOrd="0" destOrd="0" presId="urn:microsoft.com/office/officeart/2008/layout/LinedList"/>
    <dgm:cxn modelId="{DFD48ABA-E793-A941-82AC-65FC72F8ECCE}" type="presParOf" srcId="{9C30D44B-7249-B44F-9D88-B24CE6B8DDA4}" destId="{42002064-9423-2B42-9902-E98009F4FCB8}" srcOrd="1" destOrd="0" presId="urn:microsoft.com/office/officeart/2008/layout/LinedList"/>
    <dgm:cxn modelId="{FF31B1BE-7E8B-7C44-A807-DFC35FFD932D}" type="presParOf" srcId="{23283CEA-260A-B044-83D0-3CFF3C28F41B}" destId="{55D62505-C7EC-CE46-B373-482854CBDB25}" srcOrd="2" destOrd="0" presId="urn:microsoft.com/office/officeart/2008/layout/LinedList"/>
    <dgm:cxn modelId="{B9A0DAD5-2F4A-4345-9755-B93521F7A668}" type="presParOf" srcId="{23283CEA-260A-B044-83D0-3CFF3C28F41B}" destId="{2E63D39C-7270-8947-AC48-4A2CA4C410AA}" srcOrd="3" destOrd="0" presId="urn:microsoft.com/office/officeart/2008/layout/LinedList"/>
    <dgm:cxn modelId="{5CD54966-C12A-204B-BB96-BFD55418F6E5}" type="presParOf" srcId="{2E63D39C-7270-8947-AC48-4A2CA4C410AA}" destId="{5A0F8D5F-7431-5B47-8AF5-936AF0D04C69}" srcOrd="0" destOrd="0" presId="urn:microsoft.com/office/officeart/2008/layout/LinedList"/>
    <dgm:cxn modelId="{EDD0A6BD-640C-2B40-9D0B-8F4791B79BD2}" type="presParOf" srcId="{2E63D39C-7270-8947-AC48-4A2CA4C410AA}" destId="{38E55B38-E148-E647-B1FB-53E93BF21824}" srcOrd="1" destOrd="0" presId="urn:microsoft.com/office/officeart/2008/layout/LinedList"/>
    <dgm:cxn modelId="{3F94A36F-05C5-4F47-9C73-D75EB226B11A}" type="presParOf" srcId="{23283CEA-260A-B044-83D0-3CFF3C28F41B}" destId="{4CE464D3-A6FC-FD41-9466-83A706989B73}" srcOrd="4" destOrd="0" presId="urn:microsoft.com/office/officeart/2008/layout/LinedList"/>
    <dgm:cxn modelId="{C5745541-DBD0-7848-81C9-DB490F966EB7}" type="presParOf" srcId="{23283CEA-260A-B044-83D0-3CFF3C28F41B}" destId="{AF79D7BC-1012-E842-8BEF-5EFD321D388A}" srcOrd="5" destOrd="0" presId="urn:microsoft.com/office/officeart/2008/layout/LinedList"/>
    <dgm:cxn modelId="{FB8F02C5-0FB3-B64A-8299-5F22DAFEF3AC}" type="presParOf" srcId="{AF79D7BC-1012-E842-8BEF-5EFD321D388A}" destId="{E594AF4B-DEBC-A544-A8F8-42C020C1E5F8}" srcOrd="0" destOrd="0" presId="urn:microsoft.com/office/officeart/2008/layout/LinedList"/>
    <dgm:cxn modelId="{91FE339D-F4EA-5347-A4F2-F8138D5EE23B}" type="presParOf" srcId="{AF79D7BC-1012-E842-8BEF-5EFD321D388A}" destId="{016ECB15-2590-4440-A3AC-621346E00FC2}" srcOrd="1" destOrd="0" presId="urn:microsoft.com/office/officeart/2008/layout/LinedList"/>
    <dgm:cxn modelId="{1B8BBF71-EC18-1F4C-9A15-82F03DC08DF8}" type="presParOf" srcId="{23283CEA-260A-B044-83D0-3CFF3C28F41B}" destId="{6567B928-2AF9-6B45-A321-F812FD4A1E1A}" srcOrd="6" destOrd="0" presId="urn:microsoft.com/office/officeart/2008/layout/LinedList"/>
    <dgm:cxn modelId="{492102D2-A098-3B4B-8943-16F25E7C575A}" type="presParOf" srcId="{23283CEA-260A-B044-83D0-3CFF3C28F41B}" destId="{382B07C3-0AC5-3747-99E5-75B0976865A4}" srcOrd="7" destOrd="0" presId="urn:microsoft.com/office/officeart/2008/layout/LinedList"/>
    <dgm:cxn modelId="{795A2595-5CD4-A645-AD06-7205777BE828}" type="presParOf" srcId="{382B07C3-0AC5-3747-99E5-75B0976865A4}" destId="{9388E5D7-9DC1-314C-A520-5445E97005CA}" srcOrd="0" destOrd="0" presId="urn:microsoft.com/office/officeart/2008/layout/LinedList"/>
    <dgm:cxn modelId="{8F5199F5-4844-2A40-8A05-39FA0D64863D}" type="presParOf" srcId="{382B07C3-0AC5-3747-99E5-75B0976865A4}" destId="{D5A73624-7DA6-0D4A-98C4-54A87E1DDB7A}" srcOrd="1" destOrd="0" presId="urn:microsoft.com/office/officeart/2008/layout/LinedList"/>
    <dgm:cxn modelId="{64566D12-FF46-C54F-ACE2-39BAF75DFD67}" type="presParOf" srcId="{23283CEA-260A-B044-83D0-3CFF3C28F41B}" destId="{B8EDDAD1-075C-AF41-8DC6-4E823440D24A}" srcOrd="8" destOrd="0" presId="urn:microsoft.com/office/officeart/2008/layout/LinedList"/>
    <dgm:cxn modelId="{A3B3DEA0-0472-A549-A801-4226F1306637}" type="presParOf" srcId="{23283CEA-260A-B044-83D0-3CFF3C28F41B}" destId="{53696DD0-8B02-0849-87B0-DAF953A2D308}" srcOrd="9" destOrd="0" presId="urn:microsoft.com/office/officeart/2008/layout/LinedList"/>
    <dgm:cxn modelId="{E518E600-7A24-354E-9F0B-1F955B0C9828}" type="presParOf" srcId="{53696DD0-8B02-0849-87B0-DAF953A2D308}" destId="{8EF46727-57B4-BE40-8816-4BE9F700CAC8}" srcOrd="0" destOrd="0" presId="urn:microsoft.com/office/officeart/2008/layout/LinedList"/>
    <dgm:cxn modelId="{94066D3B-DE9F-B74F-B000-B0F824B955B5}" type="presParOf" srcId="{53696DD0-8B02-0849-87B0-DAF953A2D308}" destId="{3D98574A-1346-894E-882A-ADBB9DA2CA5F}" srcOrd="1" destOrd="0" presId="urn:microsoft.com/office/officeart/2008/layout/LinedList"/>
    <dgm:cxn modelId="{B42F6DEB-4AC9-2141-BACC-F046BB2AB758}" type="presParOf" srcId="{23283CEA-260A-B044-83D0-3CFF3C28F41B}" destId="{28EA8E5C-3747-1545-B80E-647AD1F32269}" srcOrd="10" destOrd="0" presId="urn:microsoft.com/office/officeart/2008/layout/LinedList"/>
    <dgm:cxn modelId="{C4A6A8C7-FD80-844C-9B40-11DF90AB57E8}" type="presParOf" srcId="{23283CEA-260A-B044-83D0-3CFF3C28F41B}" destId="{49A9EDA4-F95B-0446-8FEA-C7DB59B90182}" srcOrd="11" destOrd="0" presId="urn:microsoft.com/office/officeart/2008/layout/LinedList"/>
    <dgm:cxn modelId="{7058EF9A-A538-8940-9DAD-1DD18920B480}" type="presParOf" srcId="{49A9EDA4-F95B-0446-8FEA-C7DB59B90182}" destId="{745C04D0-18FE-A24D-8964-F14C29DAAFF9}" srcOrd="0" destOrd="0" presId="urn:microsoft.com/office/officeart/2008/layout/LinedList"/>
    <dgm:cxn modelId="{981CDDB4-AD90-874F-A74C-9686DFA20B3A}" type="presParOf" srcId="{49A9EDA4-F95B-0446-8FEA-C7DB59B90182}" destId="{6A2CEFB2-75D6-864C-A0EA-63CDA1515670}" srcOrd="1" destOrd="0" presId="urn:microsoft.com/office/officeart/2008/layout/LinedList"/>
    <dgm:cxn modelId="{9F0CA84F-65CC-6042-A910-E5C65AE5B78A}" type="presParOf" srcId="{23283CEA-260A-B044-83D0-3CFF3C28F41B}" destId="{8B8963AC-70ED-664A-AFD7-9D57517BA6CD}" srcOrd="12" destOrd="0" presId="urn:microsoft.com/office/officeart/2008/layout/LinedList"/>
    <dgm:cxn modelId="{2EC20F23-CAEC-BA44-9848-D1BCA48A0411}" type="presParOf" srcId="{23283CEA-260A-B044-83D0-3CFF3C28F41B}" destId="{CD853207-C010-434D-8D4B-BEC7A93D16CD}" srcOrd="13" destOrd="0" presId="urn:microsoft.com/office/officeart/2008/layout/LinedList"/>
    <dgm:cxn modelId="{81A5BB0E-5AA4-EC44-9366-C5859B1F4709}" type="presParOf" srcId="{CD853207-C010-434D-8D4B-BEC7A93D16CD}" destId="{82299585-5DA1-1341-88EA-5A6FF6B48BE5}" srcOrd="0" destOrd="0" presId="urn:microsoft.com/office/officeart/2008/layout/LinedList"/>
    <dgm:cxn modelId="{357D8FCA-3AA5-924F-8C62-B44F33DAE0CE}" type="presParOf" srcId="{CD853207-C010-434D-8D4B-BEC7A93D16CD}" destId="{7A796B69-B8FA-0940-9032-8473EDC29FE2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1.xml><?xml version="1.0" encoding="utf-8"?>
<dgm:dataModel xmlns:dgm="http://schemas.openxmlformats.org/drawingml/2006/diagram" xmlns:a="http://schemas.openxmlformats.org/drawingml/2006/main">
  <dgm:ptLst>
    <dgm:pt modelId="{A7832B3A-4839-4B6C-A630-495EB2E58A1C}" type="doc">
      <dgm:prSet loTypeId="urn:microsoft.com/office/officeart/2005/8/layout/vList2" loCatId="list" qsTypeId="urn:microsoft.com/office/officeart/2005/8/quickstyle/simple1" qsCatId="simple" csTypeId="urn:microsoft.com/office/officeart/2005/8/colors/colorful3" csCatId="colorful"/>
      <dgm:spPr/>
      <dgm:t>
        <a:bodyPr/>
        <a:lstStyle/>
        <a:p>
          <a:endParaRPr lang="en-US"/>
        </a:p>
      </dgm:t>
    </dgm:pt>
    <dgm:pt modelId="{BBA7C99A-470D-4958-B731-7D7708C33D71}">
      <dgm:prSet/>
      <dgm:spPr/>
      <dgm:t>
        <a:bodyPr/>
        <a:lstStyle/>
        <a:p>
          <a:r>
            <a:rPr lang="en-US"/>
            <a:t>Microsoft Entra authentication (building on SQL 2022)</a:t>
          </a:r>
        </a:p>
      </dgm:t>
    </dgm:pt>
    <dgm:pt modelId="{1281DE69-DA4B-4A53-8E32-616D926E3D09}" type="parTrans" cxnId="{EE0E4375-6762-4584-B3BC-BC404E3A775E}">
      <dgm:prSet/>
      <dgm:spPr/>
      <dgm:t>
        <a:bodyPr/>
        <a:lstStyle/>
        <a:p>
          <a:endParaRPr lang="en-US"/>
        </a:p>
      </dgm:t>
    </dgm:pt>
    <dgm:pt modelId="{EA57F674-A1C1-421E-A667-242C48495205}" type="sibTrans" cxnId="{EE0E4375-6762-4584-B3BC-BC404E3A775E}">
      <dgm:prSet/>
      <dgm:spPr/>
      <dgm:t>
        <a:bodyPr/>
        <a:lstStyle/>
        <a:p>
          <a:endParaRPr lang="en-US"/>
        </a:p>
      </dgm:t>
    </dgm:pt>
    <dgm:pt modelId="{61E01AEF-88CD-4E0B-A5CC-AB7B326C083E}">
      <dgm:prSet/>
      <dgm:spPr/>
      <dgm:t>
        <a:bodyPr/>
        <a:lstStyle/>
        <a:p>
          <a:r>
            <a:rPr lang="en-US"/>
            <a:t>Managed Identity support — the big new story</a:t>
          </a:r>
        </a:p>
      </dgm:t>
    </dgm:pt>
    <dgm:pt modelId="{668AF0E2-EEE4-41D4-965D-F2D50F2F1BE3}" type="parTrans" cxnId="{241D851F-0756-493D-B545-39D7821E233A}">
      <dgm:prSet/>
      <dgm:spPr/>
      <dgm:t>
        <a:bodyPr/>
        <a:lstStyle/>
        <a:p>
          <a:endParaRPr lang="en-US"/>
        </a:p>
      </dgm:t>
    </dgm:pt>
    <dgm:pt modelId="{90B1DEAC-E13D-4368-8FB6-029EF61B0BF9}" type="sibTrans" cxnId="{241D851F-0756-493D-B545-39D7821E233A}">
      <dgm:prSet/>
      <dgm:spPr/>
      <dgm:t>
        <a:bodyPr/>
        <a:lstStyle/>
        <a:p>
          <a:endParaRPr lang="en-US"/>
        </a:p>
      </dgm:t>
    </dgm:pt>
    <dgm:pt modelId="{BF18EA6D-09F1-44F9-9C6F-77DB7EE9BC06}">
      <dgm:prSet/>
      <dgm:spPr/>
      <dgm:t>
        <a:bodyPr/>
        <a:lstStyle/>
        <a:p>
          <a:r>
            <a:rPr lang="en-US"/>
            <a:t>Microsoft Defender integration</a:t>
          </a:r>
        </a:p>
      </dgm:t>
    </dgm:pt>
    <dgm:pt modelId="{BE6E1F17-7BF5-4986-931A-D958C62BC431}" type="parTrans" cxnId="{CD8086F9-1BF7-48C3-8023-F458800B13B3}">
      <dgm:prSet/>
      <dgm:spPr/>
      <dgm:t>
        <a:bodyPr/>
        <a:lstStyle/>
        <a:p>
          <a:endParaRPr lang="en-US"/>
        </a:p>
      </dgm:t>
    </dgm:pt>
    <dgm:pt modelId="{5F2E818F-11D0-4EF7-AAAA-551235F93330}" type="sibTrans" cxnId="{CD8086F9-1BF7-48C3-8023-F458800B13B3}">
      <dgm:prSet/>
      <dgm:spPr/>
      <dgm:t>
        <a:bodyPr/>
        <a:lstStyle/>
        <a:p>
          <a:endParaRPr lang="en-US"/>
        </a:p>
      </dgm:t>
    </dgm:pt>
    <dgm:pt modelId="{E53DEBB5-0E13-455F-8BC7-31FF90A2915D}">
      <dgm:prSet/>
      <dgm:spPr/>
      <dgm:t>
        <a:bodyPr/>
        <a:lstStyle/>
        <a:p>
          <a:r>
            <a:rPr lang="en-US"/>
            <a:t>Passwordless everywhere</a:t>
          </a:r>
        </a:p>
      </dgm:t>
    </dgm:pt>
    <dgm:pt modelId="{811BAA44-0CC9-400E-BF31-987880C6FC16}" type="parTrans" cxnId="{5AADD2A6-6F0B-4FF6-AB15-C83FB6A5C077}">
      <dgm:prSet/>
      <dgm:spPr/>
      <dgm:t>
        <a:bodyPr/>
        <a:lstStyle/>
        <a:p>
          <a:endParaRPr lang="en-US"/>
        </a:p>
      </dgm:t>
    </dgm:pt>
    <dgm:pt modelId="{0BFC7640-FFD9-448E-A9C5-1527EDE6CB76}" type="sibTrans" cxnId="{5AADD2A6-6F0B-4FF6-AB15-C83FB6A5C077}">
      <dgm:prSet/>
      <dgm:spPr/>
      <dgm:t>
        <a:bodyPr/>
        <a:lstStyle/>
        <a:p>
          <a:endParaRPr lang="en-US"/>
        </a:p>
      </dgm:t>
    </dgm:pt>
    <dgm:pt modelId="{991F0E79-36F9-BD4C-AB94-A096660F870D}" type="pres">
      <dgm:prSet presAssocID="{A7832B3A-4839-4B6C-A630-495EB2E58A1C}" presName="linear" presStyleCnt="0">
        <dgm:presLayoutVars>
          <dgm:animLvl val="lvl"/>
          <dgm:resizeHandles val="exact"/>
        </dgm:presLayoutVars>
      </dgm:prSet>
      <dgm:spPr/>
    </dgm:pt>
    <dgm:pt modelId="{4D2BFD0A-789E-4340-8F23-4399A85BECDE}" type="pres">
      <dgm:prSet presAssocID="{BBA7C99A-470D-4958-B731-7D7708C33D71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60E5E650-8B92-014A-B4F3-2591EECEC3A2}" type="pres">
      <dgm:prSet presAssocID="{EA57F674-A1C1-421E-A667-242C48495205}" presName="spacer" presStyleCnt="0"/>
      <dgm:spPr/>
    </dgm:pt>
    <dgm:pt modelId="{864A508F-E297-174D-8A2F-DB98ACF0E111}" type="pres">
      <dgm:prSet presAssocID="{61E01AEF-88CD-4E0B-A5CC-AB7B326C083E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D8F9223B-3AA7-A342-A9F9-E83D89C3AB02}" type="pres">
      <dgm:prSet presAssocID="{90B1DEAC-E13D-4368-8FB6-029EF61B0BF9}" presName="spacer" presStyleCnt="0"/>
      <dgm:spPr/>
    </dgm:pt>
    <dgm:pt modelId="{A898489B-C4F4-2744-9E84-09BF748FF472}" type="pres">
      <dgm:prSet presAssocID="{BF18EA6D-09F1-44F9-9C6F-77DB7EE9BC0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9888A80F-68A2-0144-A79D-549514D33432}" type="pres">
      <dgm:prSet presAssocID="{5F2E818F-11D0-4EF7-AAAA-551235F93330}" presName="spacer" presStyleCnt="0"/>
      <dgm:spPr/>
    </dgm:pt>
    <dgm:pt modelId="{AAA5D8BE-F97B-6344-AC9D-425BDB8A1ECE}" type="pres">
      <dgm:prSet presAssocID="{E53DEBB5-0E13-455F-8BC7-31FF90A2915D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2C1F4102-61D1-F04F-9047-CF560A5FA391}" type="presOf" srcId="{A7832B3A-4839-4B6C-A630-495EB2E58A1C}" destId="{991F0E79-36F9-BD4C-AB94-A096660F870D}" srcOrd="0" destOrd="0" presId="urn:microsoft.com/office/officeart/2005/8/layout/vList2"/>
    <dgm:cxn modelId="{5C8A3418-D09D-214A-8154-9826D154F6FD}" type="presOf" srcId="{BBA7C99A-470D-4958-B731-7D7708C33D71}" destId="{4D2BFD0A-789E-4340-8F23-4399A85BECDE}" srcOrd="0" destOrd="0" presId="urn:microsoft.com/office/officeart/2005/8/layout/vList2"/>
    <dgm:cxn modelId="{A87BF019-4A71-7544-8FE3-6F36597BDA3E}" type="presOf" srcId="{61E01AEF-88CD-4E0B-A5CC-AB7B326C083E}" destId="{864A508F-E297-174D-8A2F-DB98ACF0E111}" srcOrd="0" destOrd="0" presId="urn:microsoft.com/office/officeart/2005/8/layout/vList2"/>
    <dgm:cxn modelId="{241D851F-0756-493D-B545-39D7821E233A}" srcId="{A7832B3A-4839-4B6C-A630-495EB2E58A1C}" destId="{61E01AEF-88CD-4E0B-A5CC-AB7B326C083E}" srcOrd="1" destOrd="0" parTransId="{668AF0E2-EEE4-41D4-965D-F2D50F2F1BE3}" sibTransId="{90B1DEAC-E13D-4368-8FB6-029EF61B0BF9}"/>
    <dgm:cxn modelId="{B5CE2552-5DF3-EE4D-AA7D-54C95E9CBE39}" type="presOf" srcId="{E53DEBB5-0E13-455F-8BC7-31FF90A2915D}" destId="{AAA5D8BE-F97B-6344-AC9D-425BDB8A1ECE}" srcOrd="0" destOrd="0" presId="urn:microsoft.com/office/officeart/2005/8/layout/vList2"/>
    <dgm:cxn modelId="{EE0E4375-6762-4584-B3BC-BC404E3A775E}" srcId="{A7832B3A-4839-4B6C-A630-495EB2E58A1C}" destId="{BBA7C99A-470D-4958-B731-7D7708C33D71}" srcOrd="0" destOrd="0" parTransId="{1281DE69-DA4B-4A53-8E32-616D926E3D09}" sibTransId="{EA57F674-A1C1-421E-A667-242C48495205}"/>
    <dgm:cxn modelId="{9149A58D-DD1B-974E-9F69-A49F0D6BE430}" type="presOf" srcId="{BF18EA6D-09F1-44F9-9C6F-77DB7EE9BC06}" destId="{A898489B-C4F4-2744-9E84-09BF748FF472}" srcOrd="0" destOrd="0" presId="urn:microsoft.com/office/officeart/2005/8/layout/vList2"/>
    <dgm:cxn modelId="{5AADD2A6-6F0B-4FF6-AB15-C83FB6A5C077}" srcId="{A7832B3A-4839-4B6C-A630-495EB2E58A1C}" destId="{E53DEBB5-0E13-455F-8BC7-31FF90A2915D}" srcOrd="3" destOrd="0" parTransId="{811BAA44-0CC9-400E-BF31-987880C6FC16}" sibTransId="{0BFC7640-FFD9-448E-A9C5-1527EDE6CB76}"/>
    <dgm:cxn modelId="{CD8086F9-1BF7-48C3-8023-F458800B13B3}" srcId="{A7832B3A-4839-4B6C-A630-495EB2E58A1C}" destId="{BF18EA6D-09F1-44F9-9C6F-77DB7EE9BC06}" srcOrd="2" destOrd="0" parTransId="{BE6E1F17-7BF5-4986-931A-D958C62BC431}" sibTransId="{5F2E818F-11D0-4EF7-AAAA-551235F93330}"/>
    <dgm:cxn modelId="{298A95C6-B6AC-DA4E-B33A-4770EB32FB48}" type="presParOf" srcId="{991F0E79-36F9-BD4C-AB94-A096660F870D}" destId="{4D2BFD0A-789E-4340-8F23-4399A85BECDE}" srcOrd="0" destOrd="0" presId="urn:microsoft.com/office/officeart/2005/8/layout/vList2"/>
    <dgm:cxn modelId="{3B42C460-AD6C-F442-81B4-15F70CA6AC75}" type="presParOf" srcId="{991F0E79-36F9-BD4C-AB94-A096660F870D}" destId="{60E5E650-8B92-014A-B4F3-2591EECEC3A2}" srcOrd="1" destOrd="0" presId="urn:microsoft.com/office/officeart/2005/8/layout/vList2"/>
    <dgm:cxn modelId="{CC7C76B6-5EFE-694A-9B27-E230E4FCB068}" type="presParOf" srcId="{991F0E79-36F9-BD4C-AB94-A096660F870D}" destId="{864A508F-E297-174D-8A2F-DB98ACF0E111}" srcOrd="2" destOrd="0" presId="urn:microsoft.com/office/officeart/2005/8/layout/vList2"/>
    <dgm:cxn modelId="{C9E69A08-4707-7E44-B755-978624F0045D}" type="presParOf" srcId="{991F0E79-36F9-BD4C-AB94-A096660F870D}" destId="{D8F9223B-3AA7-A342-A9F9-E83D89C3AB02}" srcOrd="3" destOrd="0" presId="urn:microsoft.com/office/officeart/2005/8/layout/vList2"/>
    <dgm:cxn modelId="{4CB7CB24-A8ED-5648-8F5C-850A6F5D4AA8}" type="presParOf" srcId="{991F0E79-36F9-BD4C-AB94-A096660F870D}" destId="{A898489B-C4F4-2744-9E84-09BF748FF472}" srcOrd="4" destOrd="0" presId="urn:microsoft.com/office/officeart/2005/8/layout/vList2"/>
    <dgm:cxn modelId="{D0B8F849-CF6F-A840-9387-CEC7D37FFEBD}" type="presParOf" srcId="{991F0E79-36F9-BD4C-AB94-A096660F870D}" destId="{9888A80F-68A2-0144-A79D-549514D33432}" srcOrd="5" destOrd="0" presId="urn:microsoft.com/office/officeart/2005/8/layout/vList2"/>
    <dgm:cxn modelId="{8F998F8A-AD18-114C-9C0B-919CABFABC14}" type="presParOf" srcId="{991F0E79-36F9-BD4C-AB94-A096660F870D}" destId="{AAA5D8BE-F97B-6344-AC9D-425BDB8A1ECE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2.xml><?xml version="1.0" encoding="utf-8"?>
<dgm:dataModel xmlns:dgm="http://schemas.openxmlformats.org/drawingml/2006/diagram" xmlns:a="http://schemas.openxmlformats.org/drawingml/2006/main">
  <dgm:ptLst>
    <dgm:pt modelId="{4E60AA3F-D958-46C2-BA91-4EBF964DF38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A35B92A-93FF-4600-9D9F-00ED001DD2E8}">
      <dgm:prSet/>
      <dgm:spPr/>
      <dgm:t>
        <a:bodyPr/>
        <a:lstStyle/>
        <a:p>
          <a:r>
            <a:rPr lang="en-US"/>
            <a:t>System-assigned managed identity for SQL Server</a:t>
          </a:r>
        </a:p>
      </dgm:t>
    </dgm:pt>
    <dgm:pt modelId="{FC8184D6-27FD-49D3-8C87-35BA40BAAF4A}" type="parTrans" cxnId="{0FD6ABEF-FAC9-4A75-9E31-A65687EBF1FC}">
      <dgm:prSet/>
      <dgm:spPr/>
      <dgm:t>
        <a:bodyPr/>
        <a:lstStyle/>
        <a:p>
          <a:endParaRPr lang="en-US"/>
        </a:p>
      </dgm:t>
    </dgm:pt>
    <dgm:pt modelId="{6F916A2D-5BEB-423A-9027-3C37C2B781D5}" type="sibTrans" cxnId="{0FD6ABEF-FAC9-4A75-9E31-A65687EBF1FC}">
      <dgm:prSet/>
      <dgm:spPr/>
      <dgm:t>
        <a:bodyPr/>
        <a:lstStyle/>
        <a:p>
          <a:endParaRPr lang="en-US"/>
        </a:p>
      </dgm:t>
    </dgm:pt>
    <dgm:pt modelId="{AA4E4F18-F594-4E8D-AD7B-F171AAE86080}">
      <dgm:prSet/>
      <dgm:spPr/>
      <dgm:t>
        <a:bodyPr/>
        <a:lstStyle/>
        <a:p>
          <a:r>
            <a:rPr lang="en-US"/>
            <a:t>Passwordless authentication for applications connecting to SQL</a:t>
          </a:r>
        </a:p>
      </dgm:t>
    </dgm:pt>
    <dgm:pt modelId="{6A3AD53E-1E27-4489-AFD7-486C5FA60AB7}" type="parTrans" cxnId="{6E1C514E-8E65-4042-8769-E86E5E7E8D15}">
      <dgm:prSet/>
      <dgm:spPr/>
      <dgm:t>
        <a:bodyPr/>
        <a:lstStyle/>
        <a:p>
          <a:endParaRPr lang="en-US"/>
        </a:p>
      </dgm:t>
    </dgm:pt>
    <dgm:pt modelId="{E9D289ED-9E4F-4F90-92AA-2846DA52F18A}" type="sibTrans" cxnId="{6E1C514E-8E65-4042-8769-E86E5E7E8D15}">
      <dgm:prSet/>
      <dgm:spPr/>
      <dgm:t>
        <a:bodyPr/>
        <a:lstStyle/>
        <a:p>
          <a:endParaRPr lang="en-US"/>
        </a:p>
      </dgm:t>
    </dgm:pt>
    <dgm:pt modelId="{700C8E3D-B9EF-488A-9F41-E1C813231F06}">
      <dgm:prSet/>
      <dgm:spPr/>
      <dgm:t>
        <a:bodyPr/>
        <a:lstStyle/>
        <a:p>
          <a:r>
            <a:rPr lang="en-US"/>
            <a:t>Eliminates credential management overhead</a:t>
          </a:r>
        </a:p>
      </dgm:t>
    </dgm:pt>
    <dgm:pt modelId="{1291CDDE-FE74-46A4-9D45-D4C59646D621}" type="parTrans" cxnId="{91E2BEE0-90F3-4249-ABB4-3EDBA46E2C58}">
      <dgm:prSet/>
      <dgm:spPr/>
      <dgm:t>
        <a:bodyPr/>
        <a:lstStyle/>
        <a:p>
          <a:endParaRPr lang="en-US"/>
        </a:p>
      </dgm:t>
    </dgm:pt>
    <dgm:pt modelId="{00D517BB-CAE9-47DA-8B4C-DCA996D7468B}" type="sibTrans" cxnId="{91E2BEE0-90F3-4249-ABB4-3EDBA46E2C58}">
      <dgm:prSet/>
      <dgm:spPr/>
      <dgm:t>
        <a:bodyPr/>
        <a:lstStyle/>
        <a:p>
          <a:endParaRPr lang="en-US"/>
        </a:p>
      </dgm:t>
    </dgm:pt>
    <dgm:pt modelId="{7691F3F2-8D8E-4F42-A5D5-33BD5098BE04}">
      <dgm:prSet/>
      <dgm:spPr/>
      <dgm:t>
        <a:bodyPr/>
        <a:lstStyle/>
        <a:p>
          <a:r>
            <a:rPr lang="en-US"/>
            <a:t>Reduces attack surface — no passwords to rotate or leak</a:t>
          </a:r>
        </a:p>
      </dgm:t>
    </dgm:pt>
    <dgm:pt modelId="{2ACBA069-D697-49CE-ADE2-2A8DEA2CF68E}" type="parTrans" cxnId="{68D3FA3C-DC35-4C1D-940A-E8541A34EFAB}">
      <dgm:prSet/>
      <dgm:spPr/>
      <dgm:t>
        <a:bodyPr/>
        <a:lstStyle/>
        <a:p>
          <a:endParaRPr lang="en-US"/>
        </a:p>
      </dgm:t>
    </dgm:pt>
    <dgm:pt modelId="{6CF14FAC-20CA-42F3-9B7F-A6A43DBD377D}" type="sibTrans" cxnId="{68D3FA3C-DC35-4C1D-940A-E8541A34EFAB}">
      <dgm:prSet/>
      <dgm:spPr/>
      <dgm:t>
        <a:bodyPr/>
        <a:lstStyle/>
        <a:p>
          <a:endParaRPr lang="en-US"/>
        </a:p>
      </dgm:t>
    </dgm:pt>
    <dgm:pt modelId="{7D30DC40-F2F1-4587-9B31-5FC929FB9311}">
      <dgm:prSet/>
      <dgm:spPr/>
      <dgm:t>
        <a:bodyPr/>
        <a:lstStyle/>
        <a:p>
          <a:r>
            <a:rPr lang="en-US" dirty="0"/>
            <a:t>Enabled by Azure Arc/Entra</a:t>
          </a:r>
        </a:p>
      </dgm:t>
    </dgm:pt>
    <dgm:pt modelId="{CF32FEFC-BC0B-472B-9717-010698A295D1}" type="parTrans" cxnId="{BAFC66ED-A944-4104-8ADA-B6EB1FC0DC31}">
      <dgm:prSet/>
      <dgm:spPr/>
      <dgm:t>
        <a:bodyPr/>
        <a:lstStyle/>
        <a:p>
          <a:endParaRPr lang="en-US"/>
        </a:p>
      </dgm:t>
    </dgm:pt>
    <dgm:pt modelId="{BC8414B6-C9FD-4001-B83C-E49B0542CAA2}" type="sibTrans" cxnId="{BAFC66ED-A944-4104-8ADA-B6EB1FC0DC31}">
      <dgm:prSet/>
      <dgm:spPr/>
      <dgm:t>
        <a:bodyPr/>
        <a:lstStyle/>
        <a:p>
          <a:endParaRPr lang="en-US"/>
        </a:p>
      </dgm:t>
    </dgm:pt>
    <dgm:pt modelId="{7742224A-E99A-4A85-BEB8-E365866955D0}" type="pres">
      <dgm:prSet presAssocID="{4E60AA3F-D958-46C2-BA91-4EBF964DF38B}" presName="root" presStyleCnt="0">
        <dgm:presLayoutVars>
          <dgm:dir/>
          <dgm:resizeHandles val="exact"/>
        </dgm:presLayoutVars>
      </dgm:prSet>
      <dgm:spPr/>
    </dgm:pt>
    <dgm:pt modelId="{3FA15EC9-A840-4B82-8819-512B869982B9}" type="pres">
      <dgm:prSet presAssocID="{EA35B92A-93FF-4600-9D9F-00ED001DD2E8}" presName="compNode" presStyleCnt="0"/>
      <dgm:spPr/>
    </dgm:pt>
    <dgm:pt modelId="{CC884142-9E0A-4AE6-8FC6-96578343A729}" type="pres">
      <dgm:prSet presAssocID="{EA35B92A-93FF-4600-9D9F-00ED001DD2E8}" presName="bgRect" presStyleLbl="bgShp" presStyleIdx="0" presStyleCnt="5"/>
      <dgm:spPr/>
    </dgm:pt>
    <dgm:pt modelId="{3141F729-6B89-4070-9CD6-F24A22A32B2B}" type="pres">
      <dgm:prSet presAssocID="{EA35B92A-93FF-4600-9D9F-00ED001DD2E8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2468509C-0C72-4AA4-ABE7-ACC7F1B7761E}" type="pres">
      <dgm:prSet presAssocID="{EA35B92A-93FF-4600-9D9F-00ED001DD2E8}" presName="spaceRect" presStyleCnt="0"/>
      <dgm:spPr/>
    </dgm:pt>
    <dgm:pt modelId="{F36DD55B-D2ED-4D0C-8F51-6B0ED92B94B4}" type="pres">
      <dgm:prSet presAssocID="{EA35B92A-93FF-4600-9D9F-00ED001DD2E8}" presName="parTx" presStyleLbl="revTx" presStyleIdx="0" presStyleCnt="5">
        <dgm:presLayoutVars>
          <dgm:chMax val="0"/>
          <dgm:chPref val="0"/>
        </dgm:presLayoutVars>
      </dgm:prSet>
      <dgm:spPr/>
    </dgm:pt>
    <dgm:pt modelId="{702F431E-988F-43A3-9762-C8D35E45BBA5}" type="pres">
      <dgm:prSet presAssocID="{6F916A2D-5BEB-423A-9027-3C37C2B781D5}" presName="sibTrans" presStyleCnt="0"/>
      <dgm:spPr/>
    </dgm:pt>
    <dgm:pt modelId="{90AB9E07-F7EE-4CB5-8C1C-36E5A2A3881C}" type="pres">
      <dgm:prSet presAssocID="{AA4E4F18-F594-4E8D-AD7B-F171AAE86080}" presName="compNode" presStyleCnt="0"/>
      <dgm:spPr/>
    </dgm:pt>
    <dgm:pt modelId="{A41CE419-4D06-44FE-86A6-F48EE6D717DA}" type="pres">
      <dgm:prSet presAssocID="{AA4E4F18-F594-4E8D-AD7B-F171AAE86080}" presName="bgRect" presStyleLbl="bgShp" presStyleIdx="1" presStyleCnt="5"/>
      <dgm:spPr/>
    </dgm:pt>
    <dgm:pt modelId="{6E46953A-301D-47CF-A335-C55691AFBCCF}" type="pres">
      <dgm:prSet presAssocID="{AA4E4F18-F594-4E8D-AD7B-F171AAE86080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DDD7446D-434F-4A3D-AA3B-A89829B43A91}" type="pres">
      <dgm:prSet presAssocID="{AA4E4F18-F594-4E8D-AD7B-F171AAE86080}" presName="spaceRect" presStyleCnt="0"/>
      <dgm:spPr/>
    </dgm:pt>
    <dgm:pt modelId="{5BE45AD3-E6BE-4930-A0DE-05359B3AC4C6}" type="pres">
      <dgm:prSet presAssocID="{AA4E4F18-F594-4E8D-AD7B-F171AAE86080}" presName="parTx" presStyleLbl="revTx" presStyleIdx="1" presStyleCnt="5">
        <dgm:presLayoutVars>
          <dgm:chMax val="0"/>
          <dgm:chPref val="0"/>
        </dgm:presLayoutVars>
      </dgm:prSet>
      <dgm:spPr/>
    </dgm:pt>
    <dgm:pt modelId="{68BE5513-8884-4C9A-BFB8-7B389E8BB36F}" type="pres">
      <dgm:prSet presAssocID="{E9D289ED-9E4F-4F90-92AA-2846DA52F18A}" presName="sibTrans" presStyleCnt="0"/>
      <dgm:spPr/>
    </dgm:pt>
    <dgm:pt modelId="{69A25148-7BE1-4B67-AFBE-D1F53AD72BFF}" type="pres">
      <dgm:prSet presAssocID="{700C8E3D-B9EF-488A-9F41-E1C813231F06}" presName="compNode" presStyleCnt="0"/>
      <dgm:spPr/>
    </dgm:pt>
    <dgm:pt modelId="{BD9B7FDF-8ADC-428C-9A64-80794AC64E69}" type="pres">
      <dgm:prSet presAssocID="{700C8E3D-B9EF-488A-9F41-E1C813231F06}" presName="bgRect" presStyleLbl="bgShp" presStyleIdx="2" presStyleCnt="5"/>
      <dgm:spPr/>
    </dgm:pt>
    <dgm:pt modelId="{8A65FFE1-4100-4AAC-85C2-6D6ED39836DF}" type="pres">
      <dgm:prSet presAssocID="{700C8E3D-B9EF-488A-9F41-E1C813231F06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CC14C461-48F9-4C1A-A85F-0356A7948614}" type="pres">
      <dgm:prSet presAssocID="{700C8E3D-B9EF-488A-9F41-E1C813231F06}" presName="spaceRect" presStyleCnt="0"/>
      <dgm:spPr/>
    </dgm:pt>
    <dgm:pt modelId="{ACD6E7BF-5C31-4EE5-B7BB-ED952A563754}" type="pres">
      <dgm:prSet presAssocID="{700C8E3D-B9EF-488A-9F41-E1C813231F06}" presName="parTx" presStyleLbl="revTx" presStyleIdx="2" presStyleCnt="5">
        <dgm:presLayoutVars>
          <dgm:chMax val="0"/>
          <dgm:chPref val="0"/>
        </dgm:presLayoutVars>
      </dgm:prSet>
      <dgm:spPr/>
    </dgm:pt>
    <dgm:pt modelId="{9089A8CE-B2EC-45FC-BB6A-231F0F507F15}" type="pres">
      <dgm:prSet presAssocID="{00D517BB-CAE9-47DA-8B4C-DCA996D7468B}" presName="sibTrans" presStyleCnt="0"/>
      <dgm:spPr/>
    </dgm:pt>
    <dgm:pt modelId="{F9997522-BF00-4D6F-BA02-57BD460E381F}" type="pres">
      <dgm:prSet presAssocID="{7691F3F2-8D8E-4F42-A5D5-33BD5098BE04}" presName="compNode" presStyleCnt="0"/>
      <dgm:spPr/>
    </dgm:pt>
    <dgm:pt modelId="{9BCFD2A6-088E-4BAC-AE49-8E4AA0CC336A}" type="pres">
      <dgm:prSet presAssocID="{7691F3F2-8D8E-4F42-A5D5-33BD5098BE04}" presName="bgRect" presStyleLbl="bgShp" presStyleIdx="3" presStyleCnt="5"/>
      <dgm:spPr/>
    </dgm:pt>
    <dgm:pt modelId="{B60574BD-9379-48BC-A09F-1AD986E00429}" type="pres">
      <dgm:prSet presAssocID="{7691F3F2-8D8E-4F42-A5D5-33BD5098BE04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B"/>
        </a:ext>
      </dgm:extLst>
    </dgm:pt>
    <dgm:pt modelId="{DBA92FC2-06E9-4701-BDF7-20D4818FC330}" type="pres">
      <dgm:prSet presAssocID="{7691F3F2-8D8E-4F42-A5D5-33BD5098BE04}" presName="spaceRect" presStyleCnt="0"/>
      <dgm:spPr/>
    </dgm:pt>
    <dgm:pt modelId="{E4388193-DAB0-48F1-B0AB-39ACC6409ABE}" type="pres">
      <dgm:prSet presAssocID="{7691F3F2-8D8E-4F42-A5D5-33BD5098BE04}" presName="parTx" presStyleLbl="revTx" presStyleIdx="3" presStyleCnt="5">
        <dgm:presLayoutVars>
          <dgm:chMax val="0"/>
          <dgm:chPref val="0"/>
        </dgm:presLayoutVars>
      </dgm:prSet>
      <dgm:spPr/>
    </dgm:pt>
    <dgm:pt modelId="{508617CA-8865-486F-BE50-6927206AF717}" type="pres">
      <dgm:prSet presAssocID="{6CF14FAC-20CA-42F3-9B7F-A6A43DBD377D}" presName="sibTrans" presStyleCnt="0"/>
      <dgm:spPr/>
    </dgm:pt>
    <dgm:pt modelId="{78878966-D1CF-4242-B53F-FC726A98D9D8}" type="pres">
      <dgm:prSet presAssocID="{7D30DC40-F2F1-4587-9B31-5FC929FB9311}" presName="compNode" presStyleCnt="0"/>
      <dgm:spPr/>
    </dgm:pt>
    <dgm:pt modelId="{97988424-DFEF-4329-838B-E88B91F23BA8}" type="pres">
      <dgm:prSet presAssocID="{7D30DC40-F2F1-4587-9B31-5FC929FB9311}" presName="bgRect" presStyleLbl="bgShp" presStyleIdx="4" presStyleCnt="5"/>
      <dgm:spPr/>
    </dgm:pt>
    <dgm:pt modelId="{9B182422-A6D4-4AE8-AE7E-6136AF377DA9}" type="pres">
      <dgm:prSet presAssocID="{7D30DC40-F2F1-4587-9B31-5FC929FB9311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AD93C5CC-5BE6-4A15-A704-A45D7FAB6DFF}" type="pres">
      <dgm:prSet presAssocID="{7D30DC40-F2F1-4587-9B31-5FC929FB9311}" presName="spaceRect" presStyleCnt="0"/>
      <dgm:spPr/>
    </dgm:pt>
    <dgm:pt modelId="{49A09BE6-5D1F-4BCC-BBE4-B7D7EAC5EFC7}" type="pres">
      <dgm:prSet presAssocID="{7D30DC40-F2F1-4587-9B31-5FC929FB9311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77E8BA06-1D7A-4C48-A50F-8E34709D365B}" type="presOf" srcId="{7D30DC40-F2F1-4587-9B31-5FC929FB9311}" destId="{49A09BE6-5D1F-4BCC-BBE4-B7D7EAC5EFC7}" srcOrd="0" destOrd="0" presId="urn:microsoft.com/office/officeart/2018/2/layout/IconVerticalSolidList"/>
    <dgm:cxn modelId="{59A5562C-B3A5-43D0-B067-0CBADBA7D9CC}" type="presOf" srcId="{700C8E3D-B9EF-488A-9F41-E1C813231F06}" destId="{ACD6E7BF-5C31-4EE5-B7BB-ED952A563754}" srcOrd="0" destOrd="0" presId="urn:microsoft.com/office/officeart/2018/2/layout/IconVerticalSolidList"/>
    <dgm:cxn modelId="{68D3FA3C-DC35-4C1D-940A-E8541A34EFAB}" srcId="{4E60AA3F-D958-46C2-BA91-4EBF964DF38B}" destId="{7691F3F2-8D8E-4F42-A5D5-33BD5098BE04}" srcOrd="3" destOrd="0" parTransId="{2ACBA069-D697-49CE-ADE2-2A8DEA2CF68E}" sibTransId="{6CF14FAC-20CA-42F3-9B7F-A6A43DBD377D}"/>
    <dgm:cxn modelId="{0072A33F-F27C-47F1-8F79-5664386CE609}" type="presOf" srcId="{4E60AA3F-D958-46C2-BA91-4EBF964DF38B}" destId="{7742224A-E99A-4A85-BEB8-E365866955D0}" srcOrd="0" destOrd="0" presId="urn:microsoft.com/office/officeart/2018/2/layout/IconVerticalSolidList"/>
    <dgm:cxn modelId="{6E1C514E-8E65-4042-8769-E86E5E7E8D15}" srcId="{4E60AA3F-D958-46C2-BA91-4EBF964DF38B}" destId="{AA4E4F18-F594-4E8D-AD7B-F171AAE86080}" srcOrd="1" destOrd="0" parTransId="{6A3AD53E-1E27-4489-AFD7-486C5FA60AB7}" sibTransId="{E9D289ED-9E4F-4F90-92AA-2846DA52F18A}"/>
    <dgm:cxn modelId="{32874995-CB10-4FC1-ADF1-58C83660297F}" type="presOf" srcId="{EA35B92A-93FF-4600-9D9F-00ED001DD2E8}" destId="{F36DD55B-D2ED-4D0C-8F51-6B0ED92B94B4}" srcOrd="0" destOrd="0" presId="urn:microsoft.com/office/officeart/2018/2/layout/IconVerticalSolidList"/>
    <dgm:cxn modelId="{91E2BEE0-90F3-4249-ABB4-3EDBA46E2C58}" srcId="{4E60AA3F-D958-46C2-BA91-4EBF964DF38B}" destId="{700C8E3D-B9EF-488A-9F41-E1C813231F06}" srcOrd="2" destOrd="0" parTransId="{1291CDDE-FE74-46A4-9D45-D4C59646D621}" sibTransId="{00D517BB-CAE9-47DA-8B4C-DCA996D7468B}"/>
    <dgm:cxn modelId="{1CE70BE9-BC23-4FF0-8479-923A31BC1D7D}" type="presOf" srcId="{AA4E4F18-F594-4E8D-AD7B-F171AAE86080}" destId="{5BE45AD3-E6BE-4930-A0DE-05359B3AC4C6}" srcOrd="0" destOrd="0" presId="urn:microsoft.com/office/officeart/2018/2/layout/IconVerticalSolidList"/>
    <dgm:cxn modelId="{BAFC66ED-A944-4104-8ADA-B6EB1FC0DC31}" srcId="{4E60AA3F-D958-46C2-BA91-4EBF964DF38B}" destId="{7D30DC40-F2F1-4587-9B31-5FC929FB9311}" srcOrd="4" destOrd="0" parTransId="{CF32FEFC-BC0B-472B-9717-010698A295D1}" sibTransId="{BC8414B6-C9FD-4001-B83C-E49B0542CAA2}"/>
    <dgm:cxn modelId="{0FD6ABEF-FAC9-4A75-9E31-A65687EBF1FC}" srcId="{4E60AA3F-D958-46C2-BA91-4EBF964DF38B}" destId="{EA35B92A-93FF-4600-9D9F-00ED001DD2E8}" srcOrd="0" destOrd="0" parTransId="{FC8184D6-27FD-49D3-8C87-35BA40BAAF4A}" sibTransId="{6F916A2D-5BEB-423A-9027-3C37C2B781D5}"/>
    <dgm:cxn modelId="{7E90C0F9-66DF-49BC-A0CC-7736887B9F93}" type="presOf" srcId="{7691F3F2-8D8E-4F42-A5D5-33BD5098BE04}" destId="{E4388193-DAB0-48F1-B0AB-39ACC6409ABE}" srcOrd="0" destOrd="0" presId="urn:microsoft.com/office/officeart/2018/2/layout/IconVerticalSolidList"/>
    <dgm:cxn modelId="{D825E78C-FC97-441D-A884-9E37D2E848A9}" type="presParOf" srcId="{7742224A-E99A-4A85-BEB8-E365866955D0}" destId="{3FA15EC9-A840-4B82-8819-512B869982B9}" srcOrd="0" destOrd="0" presId="urn:microsoft.com/office/officeart/2018/2/layout/IconVerticalSolidList"/>
    <dgm:cxn modelId="{C8ACA775-16EE-45A1-8F42-D697BBB8D2BE}" type="presParOf" srcId="{3FA15EC9-A840-4B82-8819-512B869982B9}" destId="{CC884142-9E0A-4AE6-8FC6-96578343A729}" srcOrd="0" destOrd="0" presId="urn:microsoft.com/office/officeart/2018/2/layout/IconVerticalSolidList"/>
    <dgm:cxn modelId="{48CB4EE1-07E5-40D5-BBE3-8F3451542E8F}" type="presParOf" srcId="{3FA15EC9-A840-4B82-8819-512B869982B9}" destId="{3141F729-6B89-4070-9CD6-F24A22A32B2B}" srcOrd="1" destOrd="0" presId="urn:microsoft.com/office/officeart/2018/2/layout/IconVerticalSolidList"/>
    <dgm:cxn modelId="{420F3A42-2416-476A-AD8D-3829FDC991F5}" type="presParOf" srcId="{3FA15EC9-A840-4B82-8819-512B869982B9}" destId="{2468509C-0C72-4AA4-ABE7-ACC7F1B7761E}" srcOrd="2" destOrd="0" presId="urn:microsoft.com/office/officeart/2018/2/layout/IconVerticalSolidList"/>
    <dgm:cxn modelId="{BC5BC1D2-32A1-4DC5-A1A7-FE9A5C148069}" type="presParOf" srcId="{3FA15EC9-A840-4B82-8819-512B869982B9}" destId="{F36DD55B-D2ED-4D0C-8F51-6B0ED92B94B4}" srcOrd="3" destOrd="0" presId="urn:microsoft.com/office/officeart/2018/2/layout/IconVerticalSolidList"/>
    <dgm:cxn modelId="{1AA0122A-5F73-45D1-8DAA-725CC5A2605A}" type="presParOf" srcId="{7742224A-E99A-4A85-BEB8-E365866955D0}" destId="{702F431E-988F-43A3-9762-C8D35E45BBA5}" srcOrd="1" destOrd="0" presId="urn:microsoft.com/office/officeart/2018/2/layout/IconVerticalSolidList"/>
    <dgm:cxn modelId="{E0A4FCA2-41D5-409E-8F56-29D8B7CA65D8}" type="presParOf" srcId="{7742224A-E99A-4A85-BEB8-E365866955D0}" destId="{90AB9E07-F7EE-4CB5-8C1C-36E5A2A3881C}" srcOrd="2" destOrd="0" presId="urn:microsoft.com/office/officeart/2018/2/layout/IconVerticalSolidList"/>
    <dgm:cxn modelId="{3EA1F476-F5AC-44CF-A059-934FAC8D108D}" type="presParOf" srcId="{90AB9E07-F7EE-4CB5-8C1C-36E5A2A3881C}" destId="{A41CE419-4D06-44FE-86A6-F48EE6D717DA}" srcOrd="0" destOrd="0" presId="urn:microsoft.com/office/officeart/2018/2/layout/IconVerticalSolidList"/>
    <dgm:cxn modelId="{4E4CF197-5330-42E9-B3E6-0305ECD5835F}" type="presParOf" srcId="{90AB9E07-F7EE-4CB5-8C1C-36E5A2A3881C}" destId="{6E46953A-301D-47CF-A335-C55691AFBCCF}" srcOrd="1" destOrd="0" presId="urn:microsoft.com/office/officeart/2018/2/layout/IconVerticalSolidList"/>
    <dgm:cxn modelId="{A6B87C1A-021B-4200-AEA2-72FAB92AAE6E}" type="presParOf" srcId="{90AB9E07-F7EE-4CB5-8C1C-36E5A2A3881C}" destId="{DDD7446D-434F-4A3D-AA3B-A89829B43A91}" srcOrd="2" destOrd="0" presId="urn:microsoft.com/office/officeart/2018/2/layout/IconVerticalSolidList"/>
    <dgm:cxn modelId="{0A315AF9-EAC6-4ADB-B70C-25584F3D4C20}" type="presParOf" srcId="{90AB9E07-F7EE-4CB5-8C1C-36E5A2A3881C}" destId="{5BE45AD3-E6BE-4930-A0DE-05359B3AC4C6}" srcOrd="3" destOrd="0" presId="urn:microsoft.com/office/officeart/2018/2/layout/IconVerticalSolidList"/>
    <dgm:cxn modelId="{7F23C12B-83D9-4EAC-8087-CC77692B924F}" type="presParOf" srcId="{7742224A-E99A-4A85-BEB8-E365866955D0}" destId="{68BE5513-8884-4C9A-BFB8-7B389E8BB36F}" srcOrd="3" destOrd="0" presId="urn:microsoft.com/office/officeart/2018/2/layout/IconVerticalSolidList"/>
    <dgm:cxn modelId="{EE47A48A-E538-48CB-856F-A443E110E0FB}" type="presParOf" srcId="{7742224A-E99A-4A85-BEB8-E365866955D0}" destId="{69A25148-7BE1-4B67-AFBE-D1F53AD72BFF}" srcOrd="4" destOrd="0" presId="urn:microsoft.com/office/officeart/2018/2/layout/IconVerticalSolidList"/>
    <dgm:cxn modelId="{21C3A9EC-8FCA-4748-8513-3985EE71D4B1}" type="presParOf" srcId="{69A25148-7BE1-4B67-AFBE-D1F53AD72BFF}" destId="{BD9B7FDF-8ADC-428C-9A64-80794AC64E69}" srcOrd="0" destOrd="0" presId="urn:microsoft.com/office/officeart/2018/2/layout/IconVerticalSolidList"/>
    <dgm:cxn modelId="{ABBF554F-B48F-4F4E-A744-C55D3A4E35A2}" type="presParOf" srcId="{69A25148-7BE1-4B67-AFBE-D1F53AD72BFF}" destId="{8A65FFE1-4100-4AAC-85C2-6D6ED39836DF}" srcOrd="1" destOrd="0" presId="urn:microsoft.com/office/officeart/2018/2/layout/IconVerticalSolidList"/>
    <dgm:cxn modelId="{9A7B5039-87C4-4C92-8B0F-993D32CD394B}" type="presParOf" srcId="{69A25148-7BE1-4B67-AFBE-D1F53AD72BFF}" destId="{CC14C461-48F9-4C1A-A85F-0356A7948614}" srcOrd="2" destOrd="0" presId="urn:microsoft.com/office/officeart/2018/2/layout/IconVerticalSolidList"/>
    <dgm:cxn modelId="{A407DA0E-CAC6-4615-9A15-0FD199CD0CAB}" type="presParOf" srcId="{69A25148-7BE1-4B67-AFBE-D1F53AD72BFF}" destId="{ACD6E7BF-5C31-4EE5-B7BB-ED952A563754}" srcOrd="3" destOrd="0" presId="urn:microsoft.com/office/officeart/2018/2/layout/IconVerticalSolidList"/>
    <dgm:cxn modelId="{BAD81770-6B9F-4FA8-8A92-97B49AB72C63}" type="presParOf" srcId="{7742224A-E99A-4A85-BEB8-E365866955D0}" destId="{9089A8CE-B2EC-45FC-BB6A-231F0F507F15}" srcOrd="5" destOrd="0" presId="urn:microsoft.com/office/officeart/2018/2/layout/IconVerticalSolidList"/>
    <dgm:cxn modelId="{F1F9A83B-67A1-4316-8E13-E26DD39F521C}" type="presParOf" srcId="{7742224A-E99A-4A85-BEB8-E365866955D0}" destId="{F9997522-BF00-4D6F-BA02-57BD460E381F}" srcOrd="6" destOrd="0" presId="urn:microsoft.com/office/officeart/2018/2/layout/IconVerticalSolidList"/>
    <dgm:cxn modelId="{E33E2521-0F30-49D2-AEA5-7941E6049D9A}" type="presParOf" srcId="{F9997522-BF00-4D6F-BA02-57BD460E381F}" destId="{9BCFD2A6-088E-4BAC-AE49-8E4AA0CC336A}" srcOrd="0" destOrd="0" presId="urn:microsoft.com/office/officeart/2018/2/layout/IconVerticalSolidList"/>
    <dgm:cxn modelId="{608772B0-6FBC-403B-A314-D060C91067F0}" type="presParOf" srcId="{F9997522-BF00-4D6F-BA02-57BD460E381F}" destId="{B60574BD-9379-48BC-A09F-1AD986E00429}" srcOrd="1" destOrd="0" presId="urn:microsoft.com/office/officeart/2018/2/layout/IconVerticalSolidList"/>
    <dgm:cxn modelId="{47EF5550-2E6A-42A8-B190-083C93D97C19}" type="presParOf" srcId="{F9997522-BF00-4D6F-BA02-57BD460E381F}" destId="{DBA92FC2-06E9-4701-BDF7-20D4818FC330}" srcOrd="2" destOrd="0" presId="urn:microsoft.com/office/officeart/2018/2/layout/IconVerticalSolidList"/>
    <dgm:cxn modelId="{2274A985-7AF6-4AC3-A4E4-0A6F48B60146}" type="presParOf" srcId="{F9997522-BF00-4D6F-BA02-57BD460E381F}" destId="{E4388193-DAB0-48F1-B0AB-39ACC6409ABE}" srcOrd="3" destOrd="0" presId="urn:microsoft.com/office/officeart/2018/2/layout/IconVerticalSolidList"/>
    <dgm:cxn modelId="{1BBE67B4-F410-4984-8262-2697E0D4B031}" type="presParOf" srcId="{7742224A-E99A-4A85-BEB8-E365866955D0}" destId="{508617CA-8865-486F-BE50-6927206AF717}" srcOrd="7" destOrd="0" presId="urn:microsoft.com/office/officeart/2018/2/layout/IconVerticalSolidList"/>
    <dgm:cxn modelId="{860EA61E-D76E-4EAD-BB8D-BE6C7A469D2C}" type="presParOf" srcId="{7742224A-E99A-4A85-BEB8-E365866955D0}" destId="{78878966-D1CF-4242-B53F-FC726A98D9D8}" srcOrd="8" destOrd="0" presId="urn:microsoft.com/office/officeart/2018/2/layout/IconVerticalSolidList"/>
    <dgm:cxn modelId="{2DB49EAA-5D50-454E-A2EA-3A1220765254}" type="presParOf" srcId="{78878966-D1CF-4242-B53F-FC726A98D9D8}" destId="{97988424-DFEF-4329-838B-E88B91F23BA8}" srcOrd="0" destOrd="0" presId="urn:microsoft.com/office/officeart/2018/2/layout/IconVerticalSolidList"/>
    <dgm:cxn modelId="{A78FBECC-4F82-451F-9FAA-692BD1E8D4DF}" type="presParOf" srcId="{78878966-D1CF-4242-B53F-FC726A98D9D8}" destId="{9B182422-A6D4-4AE8-AE7E-6136AF377DA9}" srcOrd="1" destOrd="0" presId="urn:microsoft.com/office/officeart/2018/2/layout/IconVerticalSolidList"/>
    <dgm:cxn modelId="{ECA56D1E-D65A-4875-B49E-6E88776D6245}" type="presParOf" srcId="{78878966-D1CF-4242-B53F-FC726A98D9D8}" destId="{AD93C5CC-5BE6-4A15-A704-A45D7FAB6DFF}" srcOrd="2" destOrd="0" presId="urn:microsoft.com/office/officeart/2018/2/layout/IconVerticalSolidList"/>
    <dgm:cxn modelId="{73586978-DA9F-4C16-81C8-263DD88B0D72}" type="presParOf" srcId="{78878966-D1CF-4242-B53F-FC726A98D9D8}" destId="{49A09BE6-5D1F-4BCC-BBE4-B7D7EAC5EFC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3.xml><?xml version="1.0" encoding="utf-8"?>
<dgm:dataModel xmlns:dgm="http://schemas.openxmlformats.org/drawingml/2006/diagram" xmlns:a="http://schemas.openxmlformats.org/drawingml/2006/main">
  <dgm:ptLst>
    <dgm:pt modelId="{F4A7BE9E-4F0B-4F9D-9441-4CBCCB77B7F1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C787E7A9-E200-446E-88C6-952C6407811C}">
      <dgm:prSet/>
      <dgm:spPr/>
      <dgm:t>
        <a:bodyPr/>
        <a:lstStyle/>
        <a:p>
          <a:r>
            <a:rPr lang="en-US"/>
            <a:t>Backup to URL with managed identity</a:t>
          </a:r>
        </a:p>
      </dgm:t>
    </dgm:pt>
    <dgm:pt modelId="{B41F8FFE-F2A4-4E8E-93C6-2A88C796B980}" type="parTrans" cxnId="{2BDF987C-EB39-4FCC-9548-E994CE5400A6}">
      <dgm:prSet/>
      <dgm:spPr/>
      <dgm:t>
        <a:bodyPr/>
        <a:lstStyle/>
        <a:p>
          <a:endParaRPr lang="en-US"/>
        </a:p>
      </dgm:t>
    </dgm:pt>
    <dgm:pt modelId="{C470E60A-69B1-416C-BDD1-E72EC11A4B8C}" type="sibTrans" cxnId="{2BDF987C-EB39-4FCC-9548-E994CE5400A6}">
      <dgm:prSet/>
      <dgm:spPr/>
      <dgm:t>
        <a:bodyPr/>
        <a:lstStyle/>
        <a:p>
          <a:endParaRPr lang="en-US"/>
        </a:p>
      </dgm:t>
    </dgm:pt>
    <dgm:pt modelId="{5F807180-8A43-4811-AABF-E719FF375A17}">
      <dgm:prSet/>
      <dgm:spPr/>
      <dgm:t>
        <a:bodyPr/>
        <a:lstStyle/>
        <a:p>
          <a:r>
            <a:rPr lang="en-US"/>
            <a:t>Managed identity support for EKM (Extensible Key Management)</a:t>
          </a:r>
        </a:p>
      </dgm:t>
    </dgm:pt>
    <dgm:pt modelId="{57306B16-5487-4E5B-B4CD-4E1093BB1B73}" type="parTrans" cxnId="{D0F02611-6AC4-4C7B-BBF5-9AE160CEB484}">
      <dgm:prSet/>
      <dgm:spPr/>
      <dgm:t>
        <a:bodyPr/>
        <a:lstStyle/>
        <a:p>
          <a:endParaRPr lang="en-US"/>
        </a:p>
      </dgm:t>
    </dgm:pt>
    <dgm:pt modelId="{A1ACF602-64BD-4DCA-9EBC-AAE86C702C74}" type="sibTrans" cxnId="{D0F02611-6AC4-4C7B-BBF5-9AE160CEB484}">
      <dgm:prSet/>
      <dgm:spPr/>
      <dgm:t>
        <a:bodyPr/>
        <a:lstStyle/>
        <a:p>
          <a:endParaRPr lang="en-US"/>
        </a:p>
      </dgm:t>
    </dgm:pt>
    <dgm:pt modelId="{9538E51B-0F64-4C75-9F69-1BA2F2802ED0}">
      <dgm:prSet/>
      <dgm:spPr/>
      <dgm:t>
        <a:bodyPr/>
        <a:lstStyle/>
        <a:p>
          <a:r>
            <a:rPr lang="en-US"/>
            <a:t>Managed identity for AI model access</a:t>
          </a:r>
        </a:p>
      </dgm:t>
    </dgm:pt>
    <dgm:pt modelId="{8C047E0B-4C60-493C-9E2A-2D6B0D86C266}" type="parTrans" cxnId="{222AF48E-31ED-4246-A709-AF299D03C4D4}">
      <dgm:prSet/>
      <dgm:spPr/>
      <dgm:t>
        <a:bodyPr/>
        <a:lstStyle/>
        <a:p>
          <a:endParaRPr lang="en-US"/>
        </a:p>
      </dgm:t>
    </dgm:pt>
    <dgm:pt modelId="{84A99EE5-3D7C-4E0C-A8CE-7C10D32820A8}" type="sibTrans" cxnId="{222AF48E-31ED-4246-A709-AF299D03C4D4}">
      <dgm:prSet/>
      <dgm:spPr/>
      <dgm:t>
        <a:bodyPr/>
        <a:lstStyle/>
        <a:p>
          <a:endParaRPr lang="en-US"/>
        </a:p>
      </dgm:t>
    </dgm:pt>
    <dgm:pt modelId="{FD6B3505-0AC0-4646-AC91-83BDD380F712}">
      <dgm:prSet/>
      <dgm:spPr/>
      <dgm:t>
        <a:bodyPr/>
        <a:lstStyle/>
        <a:p>
          <a:r>
            <a:rPr lang="en-US"/>
            <a:t>No more storing secrets in SQL Server for external service calls</a:t>
          </a:r>
        </a:p>
      </dgm:t>
    </dgm:pt>
    <dgm:pt modelId="{ACC98832-0BF2-4931-99FB-EDDEDF33E87C}" type="parTrans" cxnId="{3E330C9E-4BE9-4BCC-9560-40C6E8762C45}">
      <dgm:prSet/>
      <dgm:spPr/>
      <dgm:t>
        <a:bodyPr/>
        <a:lstStyle/>
        <a:p>
          <a:endParaRPr lang="en-US"/>
        </a:p>
      </dgm:t>
    </dgm:pt>
    <dgm:pt modelId="{AF43881B-24DB-42FB-B6BA-C95CD8771C3F}" type="sibTrans" cxnId="{3E330C9E-4BE9-4BCC-9560-40C6E8762C45}">
      <dgm:prSet/>
      <dgm:spPr/>
      <dgm:t>
        <a:bodyPr/>
        <a:lstStyle/>
        <a:p>
          <a:endParaRPr lang="en-US"/>
        </a:p>
      </dgm:t>
    </dgm:pt>
    <dgm:pt modelId="{B594DAB7-4A98-4AB6-88D2-0C4D9F1BF02E}" type="pres">
      <dgm:prSet presAssocID="{F4A7BE9E-4F0B-4F9D-9441-4CBCCB77B7F1}" presName="root" presStyleCnt="0">
        <dgm:presLayoutVars>
          <dgm:dir/>
          <dgm:resizeHandles val="exact"/>
        </dgm:presLayoutVars>
      </dgm:prSet>
      <dgm:spPr/>
    </dgm:pt>
    <dgm:pt modelId="{447A6A95-A823-48C4-A812-C5A5C636C176}" type="pres">
      <dgm:prSet presAssocID="{C787E7A9-E200-446E-88C6-952C6407811C}" presName="compNode" presStyleCnt="0"/>
      <dgm:spPr/>
    </dgm:pt>
    <dgm:pt modelId="{EA3A9A90-C74C-4A8D-93E3-31E0CCEF75A7}" type="pres">
      <dgm:prSet presAssocID="{C787E7A9-E200-446E-88C6-952C6407811C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60C4ACC9-F60C-4210-B687-4E82D16D0D2A}" type="pres">
      <dgm:prSet presAssocID="{C787E7A9-E200-446E-88C6-952C6407811C}" presName="spaceRect" presStyleCnt="0"/>
      <dgm:spPr/>
    </dgm:pt>
    <dgm:pt modelId="{2F15CA02-41FA-48D0-B9B8-6498F93E2601}" type="pres">
      <dgm:prSet presAssocID="{C787E7A9-E200-446E-88C6-952C6407811C}" presName="textRect" presStyleLbl="revTx" presStyleIdx="0" presStyleCnt="4">
        <dgm:presLayoutVars>
          <dgm:chMax val="1"/>
          <dgm:chPref val="1"/>
        </dgm:presLayoutVars>
      </dgm:prSet>
      <dgm:spPr/>
    </dgm:pt>
    <dgm:pt modelId="{91278B12-1C6B-4D3E-AC5D-21666E06244E}" type="pres">
      <dgm:prSet presAssocID="{C470E60A-69B1-416C-BDD1-E72EC11A4B8C}" presName="sibTrans" presStyleCnt="0"/>
      <dgm:spPr/>
    </dgm:pt>
    <dgm:pt modelId="{32F046A3-0E55-4458-A422-CFD0262B052A}" type="pres">
      <dgm:prSet presAssocID="{5F807180-8A43-4811-AABF-E719FF375A17}" presName="compNode" presStyleCnt="0"/>
      <dgm:spPr/>
    </dgm:pt>
    <dgm:pt modelId="{4715D3E9-2B65-4307-92C1-C461C511C315}" type="pres">
      <dgm:prSet presAssocID="{5F807180-8A43-4811-AABF-E719FF375A17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rst Aid Kit"/>
        </a:ext>
      </dgm:extLst>
    </dgm:pt>
    <dgm:pt modelId="{64929527-A881-40F9-8BA4-4418BB0391E9}" type="pres">
      <dgm:prSet presAssocID="{5F807180-8A43-4811-AABF-E719FF375A17}" presName="spaceRect" presStyleCnt="0"/>
      <dgm:spPr/>
    </dgm:pt>
    <dgm:pt modelId="{C37107C7-E9D0-4E07-96D2-4FAFD3475993}" type="pres">
      <dgm:prSet presAssocID="{5F807180-8A43-4811-AABF-E719FF375A17}" presName="textRect" presStyleLbl="revTx" presStyleIdx="1" presStyleCnt="4">
        <dgm:presLayoutVars>
          <dgm:chMax val="1"/>
          <dgm:chPref val="1"/>
        </dgm:presLayoutVars>
      </dgm:prSet>
      <dgm:spPr/>
    </dgm:pt>
    <dgm:pt modelId="{C667B61C-1AB3-484C-BA82-8CD253426022}" type="pres">
      <dgm:prSet presAssocID="{A1ACF602-64BD-4DCA-9EBC-AAE86C702C74}" presName="sibTrans" presStyleCnt="0"/>
      <dgm:spPr/>
    </dgm:pt>
    <dgm:pt modelId="{7A5AC19F-3EDE-41FF-9704-3124B5596F44}" type="pres">
      <dgm:prSet presAssocID="{9538E51B-0F64-4C75-9F69-1BA2F2802ED0}" presName="compNode" presStyleCnt="0"/>
      <dgm:spPr/>
    </dgm:pt>
    <dgm:pt modelId="{255889B6-4C39-4B58-8319-EFA2BE00E97B}" type="pres">
      <dgm:prSet presAssocID="{9538E51B-0F64-4C75-9F69-1BA2F2802ED0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7D0C85CF-68F4-43CA-A2C6-EFF37CAE275D}" type="pres">
      <dgm:prSet presAssocID="{9538E51B-0F64-4C75-9F69-1BA2F2802ED0}" presName="spaceRect" presStyleCnt="0"/>
      <dgm:spPr/>
    </dgm:pt>
    <dgm:pt modelId="{E920D36D-06A8-4613-B275-BB6EA914C792}" type="pres">
      <dgm:prSet presAssocID="{9538E51B-0F64-4C75-9F69-1BA2F2802ED0}" presName="textRect" presStyleLbl="revTx" presStyleIdx="2" presStyleCnt="4">
        <dgm:presLayoutVars>
          <dgm:chMax val="1"/>
          <dgm:chPref val="1"/>
        </dgm:presLayoutVars>
      </dgm:prSet>
      <dgm:spPr/>
    </dgm:pt>
    <dgm:pt modelId="{B85FF016-1EFA-4AA9-A010-776DB8C06EB6}" type="pres">
      <dgm:prSet presAssocID="{84A99EE5-3D7C-4E0C-A8CE-7C10D32820A8}" presName="sibTrans" presStyleCnt="0"/>
      <dgm:spPr/>
    </dgm:pt>
    <dgm:pt modelId="{30B3D0CC-6EAC-45D5-8128-2FB93CF3B779}" type="pres">
      <dgm:prSet presAssocID="{FD6B3505-0AC0-4646-AC91-83BDD380F712}" presName="compNode" presStyleCnt="0"/>
      <dgm:spPr/>
    </dgm:pt>
    <dgm:pt modelId="{AB794F66-4239-4FC0-9DC7-0A149B8620C3}" type="pres">
      <dgm:prSet presAssocID="{FD6B3505-0AC0-4646-AC91-83BDD380F712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4AEFB9D9-608D-47F7-BB8B-1EF46DD9E214}" type="pres">
      <dgm:prSet presAssocID="{FD6B3505-0AC0-4646-AC91-83BDD380F712}" presName="spaceRect" presStyleCnt="0"/>
      <dgm:spPr/>
    </dgm:pt>
    <dgm:pt modelId="{016F3847-5E9A-4611-AEF1-A4DACD471804}" type="pres">
      <dgm:prSet presAssocID="{FD6B3505-0AC0-4646-AC91-83BDD380F712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D0F02611-6AC4-4C7B-BBF5-9AE160CEB484}" srcId="{F4A7BE9E-4F0B-4F9D-9441-4CBCCB77B7F1}" destId="{5F807180-8A43-4811-AABF-E719FF375A17}" srcOrd="1" destOrd="0" parTransId="{57306B16-5487-4E5B-B4CD-4E1093BB1B73}" sibTransId="{A1ACF602-64BD-4DCA-9EBC-AAE86C702C74}"/>
    <dgm:cxn modelId="{EC848C1E-5BA8-491E-A87F-EB5A894DFB76}" type="presOf" srcId="{F4A7BE9E-4F0B-4F9D-9441-4CBCCB77B7F1}" destId="{B594DAB7-4A98-4AB6-88D2-0C4D9F1BF02E}" srcOrd="0" destOrd="0" presId="urn:microsoft.com/office/officeart/2018/2/layout/IconLabelList"/>
    <dgm:cxn modelId="{9998EB3B-8320-47E3-B2E6-623BABDF1E4D}" type="presOf" srcId="{5F807180-8A43-4811-AABF-E719FF375A17}" destId="{C37107C7-E9D0-4E07-96D2-4FAFD3475993}" srcOrd="0" destOrd="0" presId="urn:microsoft.com/office/officeart/2018/2/layout/IconLabelList"/>
    <dgm:cxn modelId="{1CEE3F56-4287-4A54-90A3-6AABF1080157}" type="presOf" srcId="{9538E51B-0F64-4C75-9F69-1BA2F2802ED0}" destId="{E920D36D-06A8-4613-B275-BB6EA914C792}" srcOrd="0" destOrd="0" presId="urn:microsoft.com/office/officeart/2018/2/layout/IconLabelList"/>
    <dgm:cxn modelId="{2BDF987C-EB39-4FCC-9548-E994CE5400A6}" srcId="{F4A7BE9E-4F0B-4F9D-9441-4CBCCB77B7F1}" destId="{C787E7A9-E200-446E-88C6-952C6407811C}" srcOrd="0" destOrd="0" parTransId="{B41F8FFE-F2A4-4E8E-93C6-2A88C796B980}" sibTransId="{C470E60A-69B1-416C-BDD1-E72EC11A4B8C}"/>
    <dgm:cxn modelId="{D0350F84-F239-4A8E-8364-A5C2739D7CB8}" type="presOf" srcId="{C787E7A9-E200-446E-88C6-952C6407811C}" destId="{2F15CA02-41FA-48D0-B9B8-6498F93E2601}" srcOrd="0" destOrd="0" presId="urn:microsoft.com/office/officeart/2018/2/layout/IconLabelList"/>
    <dgm:cxn modelId="{222AF48E-31ED-4246-A709-AF299D03C4D4}" srcId="{F4A7BE9E-4F0B-4F9D-9441-4CBCCB77B7F1}" destId="{9538E51B-0F64-4C75-9F69-1BA2F2802ED0}" srcOrd="2" destOrd="0" parTransId="{8C047E0B-4C60-493C-9E2A-2D6B0D86C266}" sibTransId="{84A99EE5-3D7C-4E0C-A8CE-7C10D32820A8}"/>
    <dgm:cxn modelId="{3E330C9E-4BE9-4BCC-9560-40C6E8762C45}" srcId="{F4A7BE9E-4F0B-4F9D-9441-4CBCCB77B7F1}" destId="{FD6B3505-0AC0-4646-AC91-83BDD380F712}" srcOrd="3" destOrd="0" parTransId="{ACC98832-0BF2-4931-99FB-EDDEDF33E87C}" sibTransId="{AF43881B-24DB-42FB-B6BA-C95CD8771C3F}"/>
    <dgm:cxn modelId="{AE5E4DA9-1ACC-4E27-AF0D-636852DFCAA5}" type="presOf" srcId="{FD6B3505-0AC0-4646-AC91-83BDD380F712}" destId="{016F3847-5E9A-4611-AEF1-A4DACD471804}" srcOrd="0" destOrd="0" presId="urn:microsoft.com/office/officeart/2018/2/layout/IconLabelList"/>
    <dgm:cxn modelId="{1FC589DD-AE82-40E6-8B44-D6FEC3C2191B}" type="presParOf" srcId="{B594DAB7-4A98-4AB6-88D2-0C4D9F1BF02E}" destId="{447A6A95-A823-48C4-A812-C5A5C636C176}" srcOrd="0" destOrd="0" presId="urn:microsoft.com/office/officeart/2018/2/layout/IconLabelList"/>
    <dgm:cxn modelId="{FB64FD9B-25D6-4A10-A1B3-DBE2F11EE4C0}" type="presParOf" srcId="{447A6A95-A823-48C4-A812-C5A5C636C176}" destId="{EA3A9A90-C74C-4A8D-93E3-31E0CCEF75A7}" srcOrd="0" destOrd="0" presId="urn:microsoft.com/office/officeart/2018/2/layout/IconLabelList"/>
    <dgm:cxn modelId="{906D3330-F782-4CF9-B296-F8CE61A9EACD}" type="presParOf" srcId="{447A6A95-A823-48C4-A812-C5A5C636C176}" destId="{60C4ACC9-F60C-4210-B687-4E82D16D0D2A}" srcOrd="1" destOrd="0" presId="urn:microsoft.com/office/officeart/2018/2/layout/IconLabelList"/>
    <dgm:cxn modelId="{B72348A4-0D37-4807-BED8-300D6EE431A7}" type="presParOf" srcId="{447A6A95-A823-48C4-A812-C5A5C636C176}" destId="{2F15CA02-41FA-48D0-B9B8-6498F93E2601}" srcOrd="2" destOrd="0" presId="urn:microsoft.com/office/officeart/2018/2/layout/IconLabelList"/>
    <dgm:cxn modelId="{A993E9CE-BDB5-4787-BBCB-2DBBE0FCB0BB}" type="presParOf" srcId="{B594DAB7-4A98-4AB6-88D2-0C4D9F1BF02E}" destId="{91278B12-1C6B-4D3E-AC5D-21666E06244E}" srcOrd="1" destOrd="0" presId="urn:microsoft.com/office/officeart/2018/2/layout/IconLabelList"/>
    <dgm:cxn modelId="{C0D1D7B0-0FA3-4922-92F1-666B43AADCE9}" type="presParOf" srcId="{B594DAB7-4A98-4AB6-88D2-0C4D9F1BF02E}" destId="{32F046A3-0E55-4458-A422-CFD0262B052A}" srcOrd="2" destOrd="0" presId="urn:microsoft.com/office/officeart/2018/2/layout/IconLabelList"/>
    <dgm:cxn modelId="{AC6C4FCE-05CC-4AB4-A5E3-B1A5C27D5027}" type="presParOf" srcId="{32F046A3-0E55-4458-A422-CFD0262B052A}" destId="{4715D3E9-2B65-4307-92C1-C461C511C315}" srcOrd="0" destOrd="0" presId="urn:microsoft.com/office/officeart/2018/2/layout/IconLabelList"/>
    <dgm:cxn modelId="{8D3C5D7C-CD34-4C09-86A4-632E33F4D3C7}" type="presParOf" srcId="{32F046A3-0E55-4458-A422-CFD0262B052A}" destId="{64929527-A881-40F9-8BA4-4418BB0391E9}" srcOrd="1" destOrd="0" presId="urn:microsoft.com/office/officeart/2018/2/layout/IconLabelList"/>
    <dgm:cxn modelId="{E7197DD1-4450-48EE-BB51-1E29BB66C6DF}" type="presParOf" srcId="{32F046A3-0E55-4458-A422-CFD0262B052A}" destId="{C37107C7-E9D0-4E07-96D2-4FAFD3475993}" srcOrd="2" destOrd="0" presId="urn:microsoft.com/office/officeart/2018/2/layout/IconLabelList"/>
    <dgm:cxn modelId="{CD8F7BEB-9AC0-412C-85B0-456A2FE41825}" type="presParOf" srcId="{B594DAB7-4A98-4AB6-88D2-0C4D9F1BF02E}" destId="{C667B61C-1AB3-484C-BA82-8CD253426022}" srcOrd="3" destOrd="0" presId="urn:microsoft.com/office/officeart/2018/2/layout/IconLabelList"/>
    <dgm:cxn modelId="{D1B3CF11-B473-4350-B0AF-5460649F2B29}" type="presParOf" srcId="{B594DAB7-4A98-4AB6-88D2-0C4D9F1BF02E}" destId="{7A5AC19F-3EDE-41FF-9704-3124B5596F44}" srcOrd="4" destOrd="0" presId="urn:microsoft.com/office/officeart/2018/2/layout/IconLabelList"/>
    <dgm:cxn modelId="{4906BE95-AB32-448C-863C-B1BDF08C08DF}" type="presParOf" srcId="{7A5AC19F-3EDE-41FF-9704-3124B5596F44}" destId="{255889B6-4C39-4B58-8319-EFA2BE00E97B}" srcOrd="0" destOrd="0" presId="urn:microsoft.com/office/officeart/2018/2/layout/IconLabelList"/>
    <dgm:cxn modelId="{BE25FB09-C9EA-4547-8058-4D3DF54ED842}" type="presParOf" srcId="{7A5AC19F-3EDE-41FF-9704-3124B5596F44}" destId="{7D0C85CF-68F4-43CA-A2C6-EFF37CAE275D}" srcOrd="1" destOrd="0" presId="urn:microsoft.com/office/officeart/2018/2/layout/IconLabelList"/>
    <dgm:cxn modelId="{D15DCD70-B198-45C7-B5E9-6B807FE99DE8}" type="presParOf" srcId="{7A5AC19F-3EDE-41FF-9704-3124B5596F44}" destId="{E920D36D-06A8-4613-B275-BB6EA914C792}" srcOrd="2" destOrd="0" presId="urn:microsoft.com/office/officeart/2018/2/layout/IconLabelList"/>
    <dgm:cxn modelId="{E10F5AD4-783C-4EEA-A8ED-85A3F8368E60}" type="presParOf" srcId="{B594DAB7-4A98-4AB6-88D2-0C4D9F1BF02E}" destId="{B85FF016-1EFA-4AA9-A010-776DB8C06EB6}" srcOrd="5" destOrd="0" presId="urn:microsoft.com/office/officeart/2018/2/layout/IconLabelList"/>
    <dgm:cxn modelId="{E546855C-AE7C-496F-BD35-5A744E4510DC}" type="presParOf" srcId="{B594DAB7-4A98-4AB6-88D2-0C4D9F1BF02E}" destId="{30B3D0CC-6EAC-45D5-8128-2FB93CF3B779}" srcOrd="6" destOrd="0" presId="urn:microsoft.com/office/officeart/2018/2/layout/IconLabelList"/>
    <dgm:cxn modelId="{A050C3C6-B743-4527-89FE-B86D81D942B1}" type="presParOf" srcId="{30B3D0CC-6EAC-45D5-8128-2FB93CF3B779}" destId="{AB794F66-4239-4FC0-9DC7-0A149B8620C3}" srcOrd="0" destOrd="0" presId="urn:microsoft.com/office/officeart/2018/2/layout/IconLabelList"/>
    <dgm:cxn modelId="{740580FF-C6D0-4537-B7A0-B4916F0DE543}" type="presParOf" srcId="{30B3D0CC-6EAC-45D5-8128-2FB93CF3B779}" destId="{4AEFB9D9-608D-47F7-BB8B-1EF46DD9E214}" srcOrd="1" destOrd="0" presId="urn:microsoft.com/office/officeart/2018/2/layout/IconLabelList"/>
    <dgm:cxn modelId="{F1A986A9-3A39-4532-9F5E-79AD3788A1E8}" type="presParOf" srcId="{30B3D0CC-6EAC-45D5-8128-2FB93CF3B779}" destId="{016F3847-5E9A-4611-AEF1-A4DACD471804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4.xml><?xml version="1.0" encoding="utf-8"?>
<dgm:dataModel xmlns:dgm="http://schemas.openxmlformats.org/drawingml/2006/diagram" xmlns:a="http://schemas.openxmlformats.org/drawingml/2006/main">
  <dgm:ptLst>
    <dgm:pt modelId="{343C1CD8-F47E-47C1-B1B9-718C99264230}" type="doc">
      <dgm:prSet loTypeId="urn:microsoft.com/office/officeart/2005/8/layout/vList2" loCatId="list" qsTypeId="urn:microsoft.com/office/officeart/2005/8/quickstyle/simple1" qsCatId="simple" csTypeId="urn:microsoft.com/office/officeart/2005/8/colors/colorful3" csCatId="colorful"/>
      <dgm:spPr/>
      <dgm:t>
        <a:bodyPr/>
        <a:lstStyle/>
        <a:p>
          <a:endParaRPr lang="en-US"/>
        </a:p>
      </dgm:t>
    </dgm:pt>
    <dgm:pt modelId="{60F9C04D-C91E-4670-9183-4234052EFD29}">
      <dgm:prSet/>
      <dgm:spPr/>
      <dgm:t>
        <a:bodyPr/>
        <a:lstStyle/>
        <a:p>
          <a:r>
            <a:rPr lang="en-US"/>
            <a:t>Entra logins with non-unique display names</a:t>
          </a:r>
        </a:p>
      </dgm:t>
    </dgm:pt>
    <dgm:pt modelId="{2C316FD3-3F1C-4567-B6CF-DD9C6B43D6C0}" type="parTrans" cxnId="{42448861-4050-427D-AC2C-20AF9A12062B}">
      <dgm:prSet/>
      <dgm:spPr/>
      <dgm:t>
        <a:bodyPr/>
        <a:lstStyle/>
        <a:p>
          <a:endParaRPr lang="en-US"/>
        </a:p>
      </dgm:t>
    </dgm:pt>
    <dgm:pt modelId="{D5C5A99A-2E75-485E-B359-F40DFA182580}" type="sibTrans" cxnId="{42448861-4050-427D-AC2C-20AF9A12062B}">
      <dgm:prSet/>
      <dgm:spPr/>
      <dgm:t>
        <a:bodyPr/>
        <a:lstStyle/>
        <a:p>
          <a:endParaRPr lang="en-US"/>
        </a:p>
      </dgm:t>
    </dgm:pt>
    <dgm:pt modelId="{A37EED46-8DB9-4013-BC0F-B3844C0C4590}">
      <dgm:prSet/>
      <dgm:spPr/>
      <dgm:t>
        <a:bodyPr/>
        <a:lstStyle/>
        <a:p>
          <a:r>
            <a:rPr lang="en-US"/>
            <a:t>Broader Entra integration scenarios</a:t>
          </a:r>
        </a:p>
      </dgm:t>
    </dgm:pt>
    <dgm:pt modelId="{43A32922-C0B3-4FAB-8E07-308740F036AC}" type="parTrans" cxnId="{763CF674-2AFB-4C21-AD9E-993E662C531F}">
      <dgm:prSet/>
      <dgm:spPr/>
      <dgm:t>
        <a:bodyPr/>
        <a:lstStyle/>
        <a:p>
          <a:endParaRPr lang="en-US"/>
        </a:p>
      </dgm:t>
    </dgm:pt>
    <dgm:pt modelId="{F4EF04C4-9371-439F-A154-4FF88C65407C}" type="sibTrans" cxnId="{763CF674-2AFB-4C21-AD9E-993E662C531F}">
      <dgm:prSet/>
      <dgm:spPr/>
      <dgm:t>
        <a:bodyPr/>
        <a:lstStyle/>
        <a:p>
          <a:endParaRPr lang="en-US"/>
        </a:p>
      </dgm:t>
    </dgm:pt>
    <dgm:pt modelId="{0FF81DF3-B8DA-40E0-AA99-16923B506670}">
      <dgm:prSet/>
      <dgm:spPr/>
      <dgm:t>
        <a:bodyPr/>
        <a:lstStyle/>
        <a:p>
          <a:r>
            <a:rPr lang="en-US"/>
            <a:t>Custom password policy on Linux</a:t>
          </a:r>
        </a:p>
      </dgm:t>
    </dgm:pt>
    <dgm:pt modelId="{D013F039-620E-4667-9D8C-8EFAEC464AB0}" type="parTrans" cxnId="{A229852D-E31E-43BF-A67D-AA1532651163}">
      <dgm:prSet/>
      <dgm:spPr/>
      <dgm:t>
        <a:bodyPr/>
        <a:lstStyle/>
        <a:p>
          <a:endParaRPr lang="en-US"/>
        </a:p>
      </dgm:t>
    </dgm:pt>
    <dgm:pt modelId="{6B6817F3-87E8-4895-AEA9-386AC4DF7E24}" type="sibTrans" cxnId="{A229852D-E31E-43BF-A67D-AA1532651163}">
      <dgm:prSet/>
      <dgm:spPr/>
      <dgm:t>
        <a:bodyPr/>
        <a:lstStyle/>
        <a:p>
          <a:endParaRPr lang="en-US"/>
        </a:p>
      </dgm:t>
    </dgm:pt>
    <dgm:pt modelId="{DCAD1B00-92BC-7543-94A7-223AB08944CA}" type="pres">
      <dgm:prSet presAssocID="{343C1CD8-F47E-47C1-B1B9-718C99264230}" presName="linear" presStyleCnt="0">
        <dgm:presLayoutVars>
          <dgm:animLvl val="lvl"/>
          <dgm:resizeHandles val="exact"/>
        </dgm:presLayoutVars>
      </dgm:prSet>
      <dgm:spPr/>
    </dgm:pt>
    <dgm:pt modelId="{934C2652-D394-E94C-B87E-117056FF8928}" type="pres">
      <dgm:prSet presAssocID="{60F9C04D-C91E-4670-9183-4234052EFD29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D726A736-31C5-E741-92C1-EAA4C6B8D8E1}" type="pres">
      <dgm:prSet presAssocID="{D5C5A99A-2E75-485E-B359-F40DFA182580}" presName="spacer" presStyleCnt="0"/>
      <dgm:spPr/>
    </dgm:pt>
    <dgm:pt modelId="{D7C296FE-D4EE-1F4B-B170-F07FDEA6ACDF}" type="pres">
      <dgm:prSet presAssocID="{A37EED46-8DB9-4013-BC0F-B3844C0C4590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BA83DB7B-4373-FF48-B546-5BF60BBD388E}" type="pres">
      <dgm:prSet presAssocID="{F4EF04C4-9371-439F-A154-4FF88C65407C}" presName="spacer" presStyleCnt="0"/>
      <dgm:spPr/>
    </dgm:pt>
    <dgm:pt modelId="{DAA18953-7015-C343-A475-E9AADE2A6D1B}" type="pres">
      <dgm:prSet presAssocID="{0FF81DF3-B8DA-40E0-AA99-16923B506670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56545D04-E14D-0546-ACC5-F67DC35272FE}" type="presOf" srcId="{60F9C04D-C91E-4670-9183-4234052EFD29}" destId="{934C2652-D394-E94C-B87E-117056FF8928}" srcOrd="0" destOrd="0" presId="urn:microsoft.com/office/officeart/2005/8/layout/vList2"/>
    <dgm:cxn modelId="{A229852D-E31E-43BF-A67D-AA1532651163}" srcId="{343C1CD8-F47E-47C1-B1B9-718C99264230}" destId="{0FF81DF3-B8DA-40E0-AA99-16923B506670}" srcOrd="2" destOrd="0" parTransId="{D013F039-620E-4667-9D8C-8EFAEC464AB0}" sibTransId="{6B6817F3-87E8-4895-AEA9-386AC4DF7E24}"/>
    <dgm:cxn modelId="{42448861-4050-427D-AC2C-20AF9A12062B}" srcId="{343C1CD8-F47E-47C1-B1B9-718C99264230}" destId="{60F9C04D-C91E-4670-9183-4234052EFD29}" srcOrd="0" destOrd="0" parTransId="{2C316FD3-3F1C-4567-B6CF-DD9C6B43D6C0}" sibTransId="{D5C5A99A-2E75-485E-B359-F40DFA182580}"/>
    <dgm:cxn modelId="{763CF674-2AFB-4C21-AD9E-993E662C531F}" srcId="{343C1CD8-F47E-47C1-B1B9-718C99264230}" destId="{A37EED46-8DB9-4013-BC0F-B3844C0C4590}" srcOrd="1" destOrd="0" parTransId="{43A32922-C0B3-4FAB-8E07-308740F036AC}" sibTransId="{F4EF04C4-9371-439F-A154-4FF88C65407C}"/>
    <dgm:cxn modelId="{84767F59-8F23-204C-8318-1AC5F0BD5256}" type="presOf" srcId="{0FF81DF3-B8DA-40E0-AA99-16923B506670}" destId="{DAA18953-7015-C343-A475-E9AADE2A6D1B}" srcOrd="0" destOrd="0" presId="urn:microsoft.com/office/officeart/2005/8/layout/vList2"/>
    <dgm:cxn modelId="{1A2DCFC9-716A-7A47-9984-E90CF27AA45D}" type="presOf" srcId="{A37EED46-8DB9-4013-BC0F-B3844C0C4590}" destId="{D7C296FE-D4EE-1F4B-B170-F07FDEA6ACDF}" srcOrd="0" destOrd="0" presId="urn:microsoft.com/office/officeart/2005/8/layout/vList2"/>
    <dgm:cxn modelId="{1B165EED-E7F8-4A41-8F4C-4BE6BF7F0333}" type="presOf" srcId="{343C1CD8-F47E-47C1-B1B9-718C99264230}" destId="{DCAD1B00-92BC-7543-94A7-223AB08944CA}" srcOrd="0" destOrd="0" presId="urn:microsoft.com/office/officeart/2005/8/layout/vList2"/>
    <dgm:cxn modelId="{E560C57A-0A00-2B4F-8C6F-A7F4C5474DD6}" type="presParOf" srcId="{DCAD1B00-92BC-7543-94A7-223AB08944CA}" destId="{934C2652-D394-E94C-B87E-117056FF8928}" srcOrd="0" destOrd="0" presId="urn:microsoft.com/office/officeart/2005/8/layout/vList2"/>
    <dgm:cxn modelId="{C2FBA759-F4F7-8D4C-B6DB-494BBB7CC123}" type="presParOf" srcId="{DCAD1B00-92BC-7543-94A7-223AB08944CA}" destId="{D726A736-31C5-E741-92C1-EAA4C6B8D8E1}" srcOrd="1" destOrd="0" presId="urn:microsoft.com/office/officeart/2005/8/layout/vList2"/>
    <dgm:cxn modelId="{C8E95562-CEAC-E149-90F4-0B123305374C}" type="presParOf" srcId="{DCAD1B00-92BC-7543-94A7-223AB08944CA}" destId="{D7C296FE-D4EE-1F4B-B170-F07FDEA6ACDF}" srcOrd="2" destOrd="0" presId="urn:microsoft.com/office/officeart/2005/8/layout/vList2"/>
    <dgm:cxn modelId="{36A6B982-10A9-404C-8A03-538DD03ECD2E}" type="presParOf" srcId="{DCAD1B00-92BC-7543-94A7-223AB08944CA}" destId="{BA83DB7B-4373-FF48-B546-5BF60BBD388E}" srcOrd="3" destOrd="0" presId="urn:microsoft.com/office/officeart/2005/8/layout/vList2"/>
    <dgm:cxn modelId="{D67EB666-9954-3841-BC87-58E7E92C03F8}" type="presParOf" srcId="{DCAD1B00-92BC-7543-94A7-223AB08944CA}" destId="{DAA18953-7015-C343-A475-E9AADE2A6D1B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5.xml><?xml version="1.0" encoding="utf-8"?>
<dgm:dataModel xmlns:dgm="http://schemas.openxmlformats.org/drawingml/2006/diagram" xmlns:a="http://schemas.openxmlformats.org/drawingml/2006/main">
  <dgm:ptLst>
    <dgm:pt modelId="{F02E6FB0-94EE-421D-AFFD-9508D2611C84}" type="doc">
      <dgm:prSet loTypeId="urn:microsoft.com/office/officeart/2008/layout/LinedList" loCatId="list" qsTypeId="urn:microsoft.com/office/officeart/2005/8/quickstyle/simple1" qsCatId="simple" csTypeId="urn:microsoft.com/office/officeart/2005/8/colors/accent1_3" csCatId="accent1"/>
      <dgm:spPr/>
      <dgm:t>
        <a:bodyPr/>
        <a:lstStyle/>
        <a:p>
          <a:endParaRPr lang="en-US"/>
        </a:p>
      </dgm:t>
    </dgm:pt>
    <dgm:pt modelId="{50E1CE8F-8CA6-4811-A74B-804828837D4B}">
      <dgm:prSet/>
      <dgm:spPr/>
      <dgm:t>
        <a:bodyPr/>
        <a:lstStyle/>
        <a:p>
          <a:r>
            <a:rPr lang="en-US" dirty="0"/>
            <a:t>OAEP support for encryption (replacing legacy PKCS#1 v1.5)</a:t>
          </a:r>
        </a:p>
      </dgm:t>
    </dgm:pt>
    <dgm:pt modelId="{72D86DA3-4531-4B9C-859E-5F96B8B61B3E}" type="parTrans" cxnId="{29D785E3-7AE0-430C-BBC8-7EB7DD4FE524}">
      <dgm:prSet/>
      <dgm:spPr/>
      <dgm:t>
        <a:bodyPr/>
        <a:lstStyle/>
        <a:p>
          <a:endParaRPr lang="en-US"/>
        </a:p>
      </dgm:t>
    </dgm:pt>
    <dgm:pt modelId="{58FB0A86-762C-4A5C-AEA4-F61E62435EF4}" type="sibTrans" cxnId="{29D785E3-7AE0-430C-BBC8-7EB7DD4FE524}">
      <dgm:prSet/>
      <dgm:spPr/>
      <dgm:t>
        <a:bodyPr/>
        <a:lstStyle/>
        <a:p>
          <a:endParaRPr lang="en-US"/>
        </a:p>
      </dgm:t>
    </dgm:pt>
    <dgm:pt modelId="{403C601A-965A-4F1C-8B7B-E9423F09CC7F}">
      <dgm:prSet/>
      <dgm:spPr/>
      <dgm:t>
        <a:bodyPr/>
        <a:lstStyle/>
        <a:p>
          <a:r>
            <a:rPr lang="en-US"/>
            <a:t>PBKDF password hashing — modern key derivation</a:t>
          </a:r>
        </a:p>
      </dgm:t>
    </dgm:pt>
    <dgm:pt modelId="{37AFACA7-5E06-42CF-B75F-B7B157C285A0}" type="parTrans" cxnId="{9CA58616-6940-45F9-8132-27FCBC0D8331}">
      <dgm:prSet/>
      <dgm:spPr/>
      <dgm:t>
        <a:bodyPr/>
        <a:lstStyle/>
        <a:p>
          <a:endParaRPr lang="en-US"/>
        </a:p>
      </dgm:t>
    </dgm:pt>
    <dgm:pt modelId="{F83F26F1-FBC6-4B02-A752-C880FAE6D4B7}" type="sibTrans" cxnId="{9CA58616-6940-45F9-8132-27FCBC0D8331}">
      <dgm:prSet/>
      <dgm:spPr/>
      <dgm:t>
        <a:bodyPr/>
        <a:lstStyle/>
        <a:p>
          <a:endParaRPr lang="en-US"/>
        </a:p>
      </dgm:t>
    </dgm:pt>
    <dgm:pt modelId="{0DF3102C-233F-44B8-83D2-FE195D96BA95}">
      <dgm:prSet/>
      <dgm:spPr/>
      <dgm:t>
        <a:bodyPr/>
        <a:lstStyle/>
        <a:p>
          <a:r>
            <a:rPr lang="en-US"/>
            <a:t>TDS 8.0 / TLS 1.3 support for tools</a:t>
          </a:r>
        </a:p>
      </dgm:t>
    </dgm:pt>
    <dgm:pt modelId="{7DB9AADE-192A-4E14-BF6D-9612B19D98AA}" type="parTrans" cxnId="{FDF224CB-36BC-4D7D-838E-FF65C0D29F3A}">
      <dgm:prSet/>
      <dgm:spPr/>
      <dgm:t>
        <a:bodyPr/>
        <a:lstStyle/>
        <a:p>
          <a:endParaRPr lang="en-US"/>
        </a:p>
      </dgm:t>
    </dgm:pt>
    <dgm:pt modelId="{2F0FCBD3-B6EB-4A62-9782-0D031DE06129}" type="sibTrans" cxnId="{FDF224CB-36BC-4D7D-838E-FF65C0D29F3A}">
      <dgm:prSet/>
      <dgm:spPr/>
      <dgm:t>
        <a:bodyPr/>
        <a:lstStyle/>
        <a:p>
          <a:endParaRPr lang="en-US"/>
        </a:p>
      </dgm:t>
    </dgm:pt>
    <dgm:pt modelId="{28072CFF-2969-4673-B79F-F9CC3059F0A8}">
      <dgm:prSet/>
      <dgm:spPr/>
      <dgm:t>
        <a:bodyPr/>
        <a:lstStyle/>
        <a:p>
          <a:r>
            <a:rPr lang="en-US"/>
            <a:t>Security cache improvements — better application concurrency under security operations</a:t>
          </a:r>
        </a:p>
      </dgm:t>
    </dgm:pt>
    <dgm:pt modelId="{E630D78A-8C65-4155-8B1C-FE08F19DB216}" type="parTrans" cxnId="{FB949081-853F-49B6-9D05-052E90F82E1F}">
      <dgm:prSet/>
      <dgm:spPr/>
      <dgm:t>
        <a:bodyPr/>
        <a:lstStyle/>
        <a:p>
          <a:endParaRPr lang="en-US"/>
        </a:p>
      </dgm:t>
    </dgm:pt>
    <dgm:pt modelId="{1E4CD777-B3A9-4763-A267-1B9093B84927}" type="sibTrans" cxnId="{FB949081-853F-49B6-9D05-052E90F82E1F}">
      <dgm:prSet/>
      <dgm:spPr/>
      <dgm:t>
        <a:bodyPr/>
        <a:lstStyle/>
        <a:p>
          <a:endParaRPr lang="en-US"/>
        </a:p>
      </dgm:t>
    </dgm:pt>
    <dgm:pt modelId="{04762E0F-A55E-DD49-A69C-C0CCB447A1A9}" type="pres">
      <dgm:prSet presAssocID="{F02E6FB0-94EE-421D-AFFD-9508D2611C84}" presName="vert0" presStyleCnt="0">
        <dgm:presLayoutVars>
          <dgm:dir/>
          <dgm:animOne val="branch"/>
          <dgm:animLvl val="lvl"/>
        </dgm:presLayoutVars>
      </dgm:prSet>
      <dgm:spPr/>
    </dgm:pt>
    <dgm:pt modelId="{F45E5BD3-C0EE-1944-B2E1-ADBB8D537358}" type="pres">
      <dgm:prSet presAssocID="{50E1CE8F-8CA6-4811-A74B-804828837D4B}" presName="thickLine" presStyleLbl="alignNode1" presStyleIdx="0" presStyleCnt="4"/>
      <dgm:spPr/>
    </dgm:pt>
    <dgm:pt modelId="{E114155E-E2E6-304B-A8BF-5D9305B8102A}" type="pres">
      <dgm:prSet presAssocID="{50E1CE8F-8CA6-4811-A74B-804828837D4B}" presName="horz1" presStyleCnt="0"/>
      <dgm:spPr/>
    </dgm:pt>
    <dgm:pt modelId="{976F767A-8CE4-EB45-9025-D60EBB189932}" type="pres">
      <dgm:prSet presAssocID="{50E1CE8F-8CA6-4811-A74B-804828837D4B}" presName="tx1" presStyleLbl="revTx" presStyleIdx="0" presStyleCnt="4"/>
      <dgm:spPr/>
    </dgm:pt>
    <dgm:pt modelId="{AF8449E3-F2BF-4C46-8000-A59A35261480}" type="pres">
      <dgm:prSet presAssocID="{50E1CE8F-8CA6-4811-A74B-804828837D4B}" presName="vert1" presStyleCnt="0"/>
      <dgm:spPr/>
    </dgm:pt>
    <dgm:pt modelId="{76689968-BB63-8B48-A2BC-DCBE3E447286}" type="pres">
      <dgm:prSet presAssocID="{403C601A-965A-4F1C-8B7B-E9423F09CC7F}" presName="thickLine" presStyleLbl="alignNode1" presStyleIdx="1" presStyleCnt="4"/>
      <dgm:spPr/>
    </dgm:pt>
    <dgm:pt modelId="{F676D8B2-9C8B-5E4F-B45F-3E029E0122F5}" type="pres">
      <dgm:prSet presAssocID="{403C601A-965A-4F1C-8B7B-E9423F09CC7F}" presName="horz1" presStyleCnt="0"/>
      <dgm:spPr/>
    </dgm:pt>
    <dgm:pt modelId="{F7D8C250-CBD3-AF42-B6B1-345D7BD610E3}" type="pres">
      <dgm:prSet presAssocID="{403C601A-965A-4F1C-8B7B-E9423F09CC7F}" presName="tx1" presStyleLbl="revTx" presStyleIdx="1" presStyleCnt="4"/>
      <dgm:spPr/>
    </dgm:pt>
    <dgm:pt modelId="{2E232900-37C7-5C4F-924D-2001DA8CA706}" type="pres">
      <dgm:prSet presAssocID="{403C601A-965A-4F1C-8B7B-E9423F09CC7F}" presName="vert1" presStyleCnt="0"/>
      <dgm:spPr/>
    </dgm:pt>
    <dgm:pt modelId="{7D72836A-792B-AE49-B40D-63B9360FE875}" type="pres">
      <dgm:prSet presAssocID="{0DF3102C-233F-44B8-83D2-FE195D96BA95}" presName="thickLine" presStyleLbl="alignNode1" presStyleIdx="2" presStyleCnt="4"/>
      <dgm:spPr/>
    </dgm:pt>
    <dgm:pt modelId="{DA6B4612-0097-9F4D-AD4E-991E388CA7CE}" type="pres">
      <dgm:prSet presAssocID="{0DF3102C-233F-44B8-83D2-FE195D96BA95}" presName="horz1" presStyleCnt="0"/>
      <dgm:spPr/>
    </dgm:pt>
    <dgm:pt modelId="{B505CF82-11F4-0848-B0B3-8E605B7DCA90}" type="pres">
      <dgm:prSet presAssocID="{0DF3102C-233F-44B8-83D2-FE195D96BA95}" presName="tx1" presStyleLbl="revTx" presStyleIdx="2" presStyleCnt="4"/>
      <dgm:spPr/>
    </dgm:pt>
    <dgm:pt modelId="{7AB2E868-5B53-9348-8FAE-9F55A25F890B}" type="pres">
      <dgm:prSet presAssocID="{0DF3102C-233F-44B8-83D2-FE195D96BA95}" presName="vert1" presStyleCnt="0"/>
      <dgm:spPr/>
    </dgm:pt>
    <dgm:pt modelId="{998FD326-1885-034D-B630-14A1371A773D}" type="pres">
      <dgm:prSet presAssocID="{28072CFF-2969-4673-B79F-F9CC3059F0A8}" presName="thickLine" presStyleLbl="alignNode1" presStyleIdx="3" presStyleCnt="4"/>
      <dgm:spPr/>
    </dgm:pt>
    <dgm:pt modelId="{945ED4FB-F42A-5645-B4EF-0113C90199DD}" type="pres">
      <dgm:prSet presAssocID="{28072CFF-2969-4673-B79F-F9CC3059F0A8}" presName="horz1" presStyleCnt="0"/>
      <dgm:spPr/>
    </dgm:pt>
    <dgm:pt modelId="{414010C3-5021-6C41-A223-6BF952738818}" type="pres">
      <dgm:prSet presAssocID="{28072CFF-2969-4673-B79F-F9CC3059F0A8}" presName="tx1" presStyleLbl="revTx" presStyleIdx="3" presStyleCnt="4"/>
      <dgm:spPr/>
    </dgm:pt>
    <dgm:pt modelId="{65BC2CC3-3A67-CC40-82AB-8618456F93A6}" type="pres">
      <dgm:prSet presAssocID="{28072CFF-2969-4673-B79F-F9CC3059F0A8}" presName="vert1" presStyleCnt="0"/>
      <dgm:spPr/>
    </dgm:pt>
  </dgm:ptLst>
  <dgm:cxnLst>
    <dgm:cxn modelId="{9CA58616-6940-45F9-8132-27FCBC0D8331}" srcId="{F02E6FB0-94EE-421D-AFFD-9508D2611C84}" destId="{403C601A-965A-4F1C-8B7B-E9423F09CC7F}" srcOrd="1" destOrd="0" parTransId="{37AFACA7-5E06-42CF-B75F-B7B157C285A0}" sibTransId="{F83F26F1-FBC6-4B02-A752-C880FAE6D4B7}"/>
    <dgm:cxn modelId="{AB949C51-4E99-714D-8329-10C5DEB76168}" type="presOf" srcId="{0DF3102C-233F-44B8-83D2-FE195D96BA95}" destId="{B505CF82-11F4-0848-B0B3-8E605B7DCA90}" srcOrd="0" destOrd="0" presId="urn:microsoft.com/office/officeart/2008/layout/LinedList"/>
    <dgm:cxn modelId="{6EA53456-8316-0C4C-BABB-BDA0D65EC780}" type="presOf" srcId="{50E1CE8F-8CA6-4811-A74B-804828837D4B}" destId="{976F767A-8CE4-EB45-9025-D60EBB189932}" srcOrd="0" destOrd="0" presId="urn:microsoft.com/office/officeart/2008/layout/LinedList"/>
    <dgm:cxn modelId="{DDA5427B-7E88-DA43-A3C4-DAD38B88EAE0}" type="presOf" srcId="{28072CFF-2969-4673-B79F-F9CC3059F0A8}" destId="{414010C3-5021-6C41-A223-6BF952738818}" srcOrd="0" destOrd="0" presId="urn:microsoft.com/office/officeart/2008/layout/LinedList"/>
    <dgm:cxn modelId="{FB949081-853F-49B6-9D05-052E90F82E1F}" srcId="{F02E6FB0-94EE-421D-AFFD-9508D2611C84}" destId="{28072CFF-2969-4673-B79F-F9CC3059F0A8}" srcOrd="3" destOrd="0" parTransId="{E630D78A-8C65-4155-8B1C-FE08F19DB216}" sibTransId="{1E4CD777-B3A9-4763-A267-1B9093B84927}"/>
    <dgm:cxn modelId="{A871EC8F-4F0D-C441-BF20-177D41E0AD02}" type="presOf" srcId="{F02E6FB0-94EE-421D-AFFD-9508D2611C84}" destId="{04762E0F-A55E-DD49-A69C-C0CCB447A1A9}" srcOrd="0" destOrd="0" presId="urn:microsoft.com/office/officeart/2008/layout/LinedList"/>
    <dgm:cxn modelId="{96C1ADB6-0DAB-EF4A-8A3E-D203BB96CD4E}" type="presOf" srcId="{403C601A-965A-4F1C-8B7B-E9423F09CC7F}" destId="{F7D8C250-CBD3-AF42-B6B1-345D7BD610E3}" srcOrd="0" destOrd="0" presId="urn:microsoft.com/office/officeart/2008/layout/LinedList"/>
    <dgm:cxn modelId="{FDF224CB-36BC-4D7D-838E-FF65C0D29F3A}" srcId="{F02E6FB0-94EE-421D-AFFD-9508D2611C84}" destId="{0DF3102C-233F-44B8-83D2-FE195D96BA95}" srcOrd="2" destOrd="0" parTransId="{7DB9AADE-192A-4E14-BF6D-9612B19D98AA}" sibTransId="{2F0FCBD3-B6EB-4A62-9782-0D031DE06129}"/>
    <dgm:cxn modelId="{29D785E3-7AE0-430C-BBC8-7EB7DD4FE524}" srcId="{F02E6FB0-94EE-421D-AFFD-9508D2611C84}" destId="{50E1CE8F-8CA6-4811-A74B-804828837D4B}" srcOrd="0" destOrd="0" parTransId="{72D86DA3-4531-4B9C-859E-5F96B8B61B3E}" sibTransId="{58FB0A86-762C-4A5C-AEA4-F61E62435EF4}"/>
    <dgm:cxn modelId="{6C668EE3-327A-8143-A864-934F332283F4}" type="presParOf" srcId="{04762E0F-A55E-DD49-A69C-C0CCB447A1A9}" destId="{F45E5BD3-C0EE-1944-B2E1-ADBB8D537358}" srcOrd="0" destOrd="0" presId="urn:microsoft.com/office/officeart/2008/layout/LinedList"/>
    <dgm:cxn modelId="{740C340F-EF56-0E40-A6D6-69E6FCD49F5D}" type="presParOf" srcId="{04762E0F-A55E-DD49-A69C-C0CCB447A1A9}" destId="{E114155E-E2E6-304B-A8BF-5D9305B8102A}" srcOrd="1" destOrd="0" presId="urn:microsoft.com/office/officeart/2008/layout/LinedList"/>
    <dgm:cxn modelId="{4EC60DA9-FB3B-7E46-ABC7-54EB74E772DB}" type="presParOf" srcId="{E114155E-E2E6-304B-A8BF-5D9305B8102A}" destId="{976F767A-8CE4-EB45-9025-D60EBB189932}" srcOrd="0" destOrd="0" presId="urn:microsoft.com/office/officeart/2008/layout/LinedList"/>
    <dgm:cxn modelId="{4158E50E-36A3-7341-ACBB-E19A8F4D9D13}" type="presParOf" srcId="{E114155E-E2E6-304B-A8BF-5D9305B8102A}" destId="{AF8449E3-F2BF-4C46-8000-A59A35261480}" srcOrd="1" destOrd="0" presId="urn:microsoft.com/office/officeart/2008/layout/LinedList"/>
    <dgm:cxn modelId="{4F022355-156F-974C-9669-EB45DED0C652}" type="presParOf" srcId="{04762E0F-A55E-DD49-A69C-C0CCB447A1A9}" destId="{76689968-BB63-8B48-A2BC-DCBE3E447286}" srcOrd="2" destOrd="0" presId="urn:microsoft.com/office/officeart/2008/layout/LinedList"/>
    <dgm:cxn modelId="{27548163-6B9D-D84C-9192-76B210FEDC6D}" type="presParOf" srcId="{04762E0F-A55E-DD49-A69C-C0CCB447A1A9}" destId="{F676D8B2-9C8B-5E4F-B45F-3E029E0122F5}" srcOrd="3" destOrd="0" presId="urn:microsoft.com/office/officeart/2008/layout/LinedList"/>
    <dgm:cxn modelId="{00891F21-153F-4E4F-8D91-51B4A434A600}" type="presParOf" srcId="{F676D8B2-9C8B-5E4F-B45F-3E029E0122F5}" destId="{F7D8C250-CBD3-AF42-B6B1-345D7BD610E3}" srcOrd="0" destOrd="0" presId="urn:microsoft.com/office/officeart/2008/layout/LinedList"/>
    <dgm:cxn modelId="{E6318800-8206-5B4D-88FF-A4E3BF155613}" type="presParOf" srcId="{F676D8B2-9C8B-5E4F-B45F-3E029E0122F5}" destId="{2E232900-37C7-5C4F-924D-2001DA8CA706}" srcOrd="1" destOrd="0" presId="urn:microsoft.com/office/officeart/2008/layout/LinedList"/>
    <dgm:cxn modelId="{CA0E12DE-74B4-FC4C-85AE-6F467F2A8CBC}" type="presParOf" srcId="{04762E0F-A55E-DD49-A69C-C0CCB447A1A9}" destId="{7D72836A-792B-AE49-B40D-63B9360FE875}" srcOrd="4" destOrd="0" presId="urn:microsoft.com/office/officeart/2008/layout/LinedList"/>
    <dgm:cxn modelId="{B891713D-1956-5645-B7AC-B0F9AB8F37CC}" type="presParOf" srcId="{04762E0F-A55E-DD49-A69C-C0CCB447A1A9}" destId="{DA6B4612-0097-9F4D-AD4E-991E388CA7CE}" srcOrd="5" destOrd="0" presId="urn:microsoft.com/office/officeart/2008/layout/LinedList"/>
    <dgm:cxn modelId="{68A25336-73D1-5C46-B51A-8772CFF250D6}" type="presParOf" srcId="{DA6B4612-0097-9F4D-AD4E-991E388CA7CE}" destId="{B505CF82-11F4-0848-B0B3-8E605B7DCA90}" srcOrd="0" destOrd="0" presId="urn:microsoft.com/office/officeart/2008/layout/LinedList"/>
    <dgm:cxn modelId="{08C8AD7B-F5A9-9444-9055-302758428E53}" type="presParOf" srcId="{DA6B4612-0097-9F4D-AD4E-991E388CA7CE}" destId="{7AB2E868-5B53-9348-8FAE-9F55A25F890B}" srcOrd="1" destOrd="0" presId="urn:microsoft.com/office/officeart/2008/layout/LinedList"/>
    <dgm:cxn modelId="{3D6CC29E-98BD-D744-8FF6-2021FE6D9FCD}" type="presParOf" srcId="{04762E0F-A55E-DD49-A69C-C0CCB447A1A9}" destId="{998FD326-1885-034D-B630-14A1371A773D}" srcOrd="6" destOrd="0" presId="urn:microsoft.com/office/officeart/2008/layout/LinedList"/>
    <dgm:cxn modelId="{0FA8B7E6-A95E-1D41-B1C3-B78D7C230A51}" type="presParOf" srcId="{04762E0F-A55E-DD49-A69C-C0CCB447A1A9}" destId="{945ED4FB-F42A-5645-B4EF-0113C90199DD}" srcOrd="7" destOrd="0" presId="urn:microsoft.com/office/officeart/2008/layout/LinedList"/>
    <dgm:cxn modelId="{66507F33-A896-614B-A144-DEDC6FC9A510}" type="presParOf" srcId="{945ED4FB-F42A-5645-B4EF-0113C90199DD}" destId="{414010C3-5021-6C41-A223-6BF952738818}" srcOrd="0" destOrd="0" presId="urn:microsoft.com/office/officeart/2008/layout/LinedList"/>
    <dgm:cxn modelId="{709DBC75-7D68-BC45-9994-49B4C1A95A8F}" type="presParOf" srcId="{945ED4FB-F42A-5645-B4EF-0113C90199DD}" destId="{65BC2CC3-3A67-CC40-82AB-8618456F93A6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6.xml><?xml version="1.0" encoding="utf-8"?>
<dgm:dataModel xmlns:dgm="http://schemas.openxmlformats.org/drawingml/2006/diagram" xmlns:a="http://schemas.openxmlformats.org/drawingml/2006/main">
  <dgm:ptLst>
    <dgm:pt modelId="{8422D6DF-ADAD-45A6-8795-3B2F74E487E6}" type="doc">
      <dgm:prSet loTypeId="urn:microsoft.com/office/officeart/2018/2/layout/IconVerticalSolidList" loCatId="icon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76E42C01-69E1-4EFA-AB60-7A3E70ED204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Threat detection for SQL Server on-premises via Arc </a:t>
          </a:r>
        </a:p>
      </dgm:t>
    </dgm:pt>
    <dgm:pt modelId="{A444CD6F-C17D-4D40-A54D-18BE2A81AEE9}" type="parTrans" cxnId="{E48877E0-2A01-4F42-B418-116935E8FBD9}">
      <dgm:prSet/>
      <dgm:spPr/>
      <dgm:t>
        <a:bodyPr/>
        <a:lstStyle/>
        <a:p>
          <a:endParaRPr lang="en-US"/>
        </a:p>
      </dgm:t>
    </dgm:pt>
    <dgm:pt modelId="{37EFA22A-D91A-49C5-9376-BD50672C0620}" type="sibTrans" cxnId="{E48877E0-2A01-4F42-B418-116935E8FBD9}">
      <dgm:prSet/>
      <dgm:spPr/>
      <dgm:t>
        <a:bodyPr/>
        <a:lstStyle/>
        <a:p>
          <a:endParaRPr lang="en-US"/>
        </a:p>
      </dgm:t>
    </dgm:pt>
    <dgm:pt modelId="{80B3B961-B92C-419E-8ED4-A89DF9D7747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Vulnerability assessment and recommendations </a:t>
          </a:r>
        </a:p>
      </dgm:t>
    </dgm:pt>
    <dgm:pt modelId="{CD7D1DC4-114D-41D2-A98F-2EBAB297D390}" type="parTrans" cxnId="{91872B95-6975-442D-99AE-1FA1BD9714D4}">
      <dgm:prSet/>
      <dgm:spPr/>
      <dgm:t>
        <a:bodyPr/>
        <a:lstStyle/>
        <a:p>
          <a:endParaRPr lang="en-US"/>
        </a:p>
      </dgm:t>
    </dgm:pt>
    <dgm:pt modelId="{52DFA6D4-2953-41D8-B61C-7C9DE0647844}" type="sibTrans" cxnId="{91872B95-6975-442D-99AE-1FA1BD9714D4}">
      <dgm:prSet/>
      <dgm:spPr/>
      <dgm:t>
        <a:bodyPr/>
        <a:lstStyle/>
        <a:p>
          <a:endParaRPr lang="en-US"/>
        </a:p>
      </dgm:t>
    </dgm:pt>
    <dgm:pt modelId="{5102E8D0-ACCE-4F56-BC4B-27B11A4DEA0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Alerting on suspicious database activities </a:t>
          </a:r>
        </a:p>
      </dgm:t>
    </dgm:pt>
    <dgm:pt modelId="{08DFDA67-FCC2-4F2E-8308-A685F7AEB9CE}" type="parTrans" cxnId="{A48B2113-27BD-4E2D-B6F5-9BDDFCD032B6}">
      <dgm:prSet/>
      <dgm:spPr/>
      <dgm:t>
        <a:bodyPr/>
        <a:lstStyle/>
        <a:p>
          <a:endParaRPr lang="en-US"/>
        </a:p>
      </dgm:t>
    </dgm:pt>
    <dgm:pt modelId="{694E2F4F-C0C3-4470-BE6B-85B228CB04B3}" type="sibTrans" cxnId="{A48B2113-27BD-4E2D-B6F5-9BDDFCD032B6}">
      <dgm:prSet/>
      <dgm:spPr/>
      <dgm:t>
        <a:bodyPr/>
        <a:lstStyle/>
        <a:p>
          <a:endParaRPr lang="en-US"/>
        </a:p>
      </dgm:t>
    </dgm:pt>
    <dgm:pt modelId="{61F55484-D4F4-4C9E-AE5F-7446029A387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Unified security posture management in Azure Portal</a:t>
          </a:r>
        </a:p>
      </dgm:t>
    </dgm:pt>
    <dgm:pt modelId="{A0024185-360E-4E0E-A507-93883E6E8E16}" type="parTrans" cxnId="{8CD13629-6751-46BA-8671-C14843393FE7}">
      <dgm:prSet/>
      <dgm:spPr/>
      <dgm:t>
        <a:bodyPr/>
        <a:lstStyle/>
        <a:p>
          <a:endParaRPr lang="en-US"/>
        </a:p>
      </dgm:t>
    </dgm:pt>
    <dgm:pt modelId="{381369C5-4D01-46C5-92B9-354DC88C370C}" type="sibTrans" cxnId="{8CD13629-6751-46BA-8671-C14843393FE7}">
      <dgm:prSet/>
      <dgm:spPr/>
      <dgm:t>
        <a:bodyPr/>
        <a:lstStyle/>
        <a:p>
          <a:endParaRPr lang="en-US"/>
        </a:p>
      </dgm:t>
    </dgm:pt>
    <dgm:pt modelId="{29BC8BBD-9DCC-4EE2-8D45-DFC3AEA9167A}" type="pres">
      <dgm:prSet presAssocID="{8422D6DF-ADAD-45A6-8795-3B2F74E487E6}" presName="root" presStyleCnt="0">
        <dgm:presLayoutVars>
          <dgm:dir/>
          <dgm:resizeHandles val="exact"/>
        </dgm:presLayoutVars>
      </dgm:prSet>
      <dgm:spPr/>
    </dgm:pt>
    <dgm:pt modelId="{12BF4BC2-77F5-42CD-A8F9-A979177100A5}" type="pres">
      <dgm:prSet presAssocID="{76E42C01-69E1-4EFA-AB60-7A3E70ED2046}" presName="compNode" presStyleCnt="0"/>
      <dgm:spPr/>
    </dgm:pt>
    <dgm:pt modelId="{AD7E6A96-73F7-441A-9A34-36C64CE2C9F4}" type="pres">
      <dgm:prSet presAssocID="{76E42C01-69E1-4EFA-AB60-7A3E70ED2046}" presName="bgRect" presStyleLbl="bgShp" presStyleIdx="0" presStyleCnt="4"/>
      <dgm:spPr/>
    </dgm:pt>
    <dgm:pt modelId="{5DBBFE5D-5A15-4429-B1FE-D2836B22D601}" type="pres">
      <dgm:prSet presAssocID="{76E42C01-69E1-4EFA-AB60-7A3E70ED2046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D9761DDB-78E1-4D43-B80C-B054508B31A6}" type="pres">
      <dgm:prSet presAssocID="{76E42C01-69E1-4EFA-AB60-7A3E70ED2046}" presName="spaceRect" presStyleCnt="0"/>
      <dgm:spPr/>
    </dgm:pt>
    <dgm:pt modelId="{833F56AC-06BC-4869-834F-2DED25F03FCF}" type="pres">
      <dgm:prSet presAssocID="{76E42C01-69E1-4EFA-AB60-7A3E70ED2046}" presName="parTx" presStyleLbl="revTx" presStyleIdx="0" presStyleCnt="4">
        <dgm:presLayoutVars>
          <dgm:chMax val="0"/>
          <dgm:chPref val="0"/>
        </dgm:presLayoutVars>
      </dgm:prSet>
      <dgm:spPr/>
    </dgm:pt>
    <dgm:pt modelId="{D5B9A347-8FC9-425D-AC0F-54BE55A6C39F}" type="pres">
      <dgm:prSet presAssocID="{37EFA22A-D91A-49C5-9376-BD50672C0620}" presName="sibTrans" presStyleCnt="0"/>
      <dgm:spPr/>
    </dgm:pt>
    <dgm:pt modelId="{108FB7AD-5787-490E-95DD-E6CB140A3D19}" type="pres">
      <dgm:prSet presAssocID="{80B3B961-B92C-419E-8ED4-A89DF9D77471}" presName="compNode" presStyleCnt="0"/>
      <dgm:spPr/>
    </dgm:pt>
    <dgm:pt modelId="{245CC273-6E36-441B-8E77-D1D99F20DB8A}" type="pres">
      <dgm:prSet presAssocID="{80B3B961-B92C-419E-8ED4-A89DF9D77471}" presName="bgRect" presStyleLbl="bgShp" presStyleIdx="1" presStyleCnt="4"/>
      <dgm:spPr/>
    </dgm:pt>
    <dgm:pt modelId="{E1288EBE-D4AF-49AA-883A-F75F330D0680}" type="pres">
      <dgm:prSet presAssocID="{80B3B961-B92C-419E-8ED4-A89DF9D77471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BDBDED80-4EA8-4C13-A6C1-00FCED23E949}" type="pres">
      <dgm:prSet presAssocID="{80B3B961-B92C-419E-8ED4-A89DF9D77471}" presName="spaceRect" presStyleCnt="0"/>
      <dgm:spPr/>
    </dgm:pt>
    <dgm:pt modelId="{39E02C56-FD7F-4E73-A069-1B39B88D5E51}" type="pres">
      <dgm:prSet presAssocID="{80B3B961-B92C-419E-8ED4-A89DF9D77471}" presName="parTx" presStyleLbl="revTx" presStyleIdx="1" presStyleCnt="4">
        <dgm:presLayoutVars>
          <dgm:chMax val="0"/>
          <dgm:chPref val="0"/>
        </dgm:presLayoutVars>
      </dgm:prSet>
      <dgm:spPr/>
    </dgm:pt>
    <dgm:pt modelId="{1860A6E6-9DCF-40E3-809D-87644A0EC705}" type="pres">
      <dgm:prSet presAssocID="{52DFA6D4-2953-41D8-B61C-7C9DE0647844}" presName="sibTrans" presStyleCnt="0"/>
      <dgm:spPr/>
    </dgm:pt>
    <dgm:pt modelId="{CEF8F077-B1CC-417F-B2F3-39B5709D544E}" type="pres">
      <dgm:prSet presAssocID="{5102E8D0-ACCE-4F56-BC4B-27B11A4DEA06}" presName="compNode" presStyleCnt="0"/>
      <dgm:spPr/>
    </dgm:pt>
    <dgm:pt modelId="{EE5E1B6A-39B0-4586-8AF1-EC2584D8B03D}" type="pres">
      <dgm:prSet presAssocID="{5102E8D0-ACCE-4F56-BC4B-27B11A4DEA06}" presName="bgRect" presStyleLbl="bgShp" presStyleIdx="2" presStyleCnt="4"/>
      <dgm:spPr/>
    </dgm:pt>
    <dgm:pt modelId="{34F492E9-E081-4E64-874F-F23A1DDA6225}" type="pres">
      <dgm:prSet presAssocID="{5102E8D0-ACCE-4F56-BC4B-27B11A4DEA06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0099B91A-3136-4092-A131-5A3515E701D6}" type="pres">
      <dgm:prSet presAssocID="{5102E8D0-ACCE-4F56-BC4B-27B11A4DEA06}" presName="spaceRect" presStyleCnt="0"/>
      <dgm:spPr/>
    </dgm:pt>
    <dgm:pt modelId="{54AB2CC6-1D57-410A-9F25-E7A8B757F4E2}" type="pres">
      <dgm:prSet presAssocID="{5102E8D0-ACCE-4F56-BC4B-27B11A4DEA06}" presName="parTx" presStyleLbl="revTx" presStyleIdx="2" presStyleCnt="4">
        <dgm:presLayoutVars>
          <dgm:chMax val="0"/>
          <dgm:chPref val="0"/>
        </dgm:presLayoutVars>
      </dgm:prSet>
      <dgm:spPr/>
    </dgm:pt>
    <dgm:pt modelId="{27B86B09-C97A-4694-86A2-E01772CB6427}" type="pres">
      <dgm:prSet presAssocID="{694E2F4F-C0C3-4470-BE6B-85B228CB04B3}" presName="sibTrans" presStyleCnt="0"/>
      <dgm:spPr/>
    </dgm:pt>
    <dgm:pt modelId="{E8F71ABB-9301-457C-B309-683EE5BA31A9}" type="pres">
      <dgm:prSet presAssocID="{61F55484-D4F4-4C9E-AE5F-7446029A387A}" presName="compNode" presStyleCnt="0"/>
      <dgm:spPr/>
    </dgm:pt>
    <dgm:pt modelId="{5879F153-E20A-441E-ABE1-CE7843A9E5D0}" type="pres">
      <dgm:prSet presAssocID="{61F55484-D4F4-4C9E-AE5F-7446029A387A}" presName="bgRect" presStyleLbl="bgShp" presStyleIdx="3" presStyleCnt="4"/>
      <dgm:spPr/>
    </dgm:pt>
    <dgm:pt modelId="{362CBAD2-2C5B-4061-9942-D83EBF82F0D9}" type="pres">
      <dgm:prSet presAssocID="{61F55484-D4F4-4C9E-AE5F-7446029A387A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5CAD73A7-1A64-4C8E-B541-9C269973B097}" type="pres">
      <dgm:prSet presAssocID="{61F55484-D4F4-4C9E-AE5F-7446029A387A}" presName="spaceRect" presStyleCnt="0"/>
      <dgm:spPr/>
    </dgm:pt>
    <dgm:pt modelId="{50B36E02-3280-43FC-8762-0204B294934C}" type="pres">
      <dgm:prSet presAssocID="{61F55484-D4F4-4C9E-AE5F-7446029A387A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FCE83205-B006-40CF-AB97-5116356C3243}" type="presOf" srcId="{8422D6DF-ADAD-45A6-8795-3B2F74E487E6}" destId="{29BC8BBD-9DCC-4EE2-8D45-DFC3AEA9167A}" srcOrd="0" destOrd="0" presId="urn:microsoft.com/office/officeart/2018/2/layout/IconVerticalSolidList"/>
    <dgm:cxn modelId="{A48B2113-27BD-4E2D-B6F5-9BDDFCD032B6}" srcId="{8422D6DF-ADAD-45A6-8795-3B2F74E487E6}" destId="{5102E8D0-ACCE-4F56-BC4B-27B11A4DEA06}" srcOrd="2" destOrd="0" parTransId="{08DFDA67-FCC2-4F2E-8308-A685F7AEB9CE}" sibTransId="{694E2F4F-C0C3-4470-BE6B-85B228CB04B3}"/>
    <dgm:cxn modelId="{8CD13629-6751-46BA-8671-C14843393FE7}" srcId="{8422D6DF-ADAD-45A6-8795-3B2F74E487E6}" destId="{61F55484-D4F4-4C9E-AE5F-7446029A387A}" srcOrd="3" destOrd="0" parTransId="{A0024185-360E-4E0E-A507-93883E6E8E16}" sibTransId="{381369C5-4D01-46C5-92B9-354DC88C370C}"/>
    <dgm:cxn modelId="{A4022D40-A437-4918-A643-2C25A1639C15}" type="presOf" srcId="{80B3B961-B92C-419E-8ED4-A89DF9D77471}" destId="{39E02C56-FD7F-4E73-A069-1B39B88D5E51}" srcOrd="0" destOrd="0" presId="urn:microsoft.com/office/officeart/2018/2/layout/IconVerticalSolidList"/>
    <dgm:cxn modelId="{B10B8054-3FCE-4CB7-9E7D-467A2D20A486}" type="presOf" srcId="{61F55484-D4F4-4C9E-AE5F-7446029A387A}" destId="{50B36E02-3280-43FC-8762-0204B294934C}" srcOrd="0" destOrd="0" presId="urn:microsoft.com/office/officeart/2018/2/layout/IconVerticalSolidList"/>
    <dgm:cxn modelId="{91872B95-6975-442D-99AE-1FA1BD9714D4}" srcId="{8422D6DF-ADAD-45A6-8795-3B2F74E487E6}" destId="{80B3B961-B92C-419E-8ED4-A89DF9D77471}" srcOrd="1" destOrd="0" parTransId="{CD7D1DC4-114D-41D2-A98F-2EBAB297D390}" sibTransId="{52DFA6D4-2953-41D8-B61C-7C9DE0647844}"/>
    <dgm:cxn modelId="{F1DF4A9F-3A6B-4D36-9BDE-D2E9ABACE1DF}" type="presOf" srcId="{5102E8D0-ACCE-4F56-BC4B-27B11A4DEA06}" destId="{54AB2CC6-1D57-410A-9F25-E7A8B757F4E2}" srcOrd="0" destOrd="0" presId="urn:microsoft.com/office/officeart/2018/2/layout/IconVerticalSolidList"/>
    <dgm:cxn modelId="{E48877E0-2A01-4F42-B418-116935E8FBD9}" srcId="{8422D6DF-ADAD-45A6-8795-3B2F74E487E6}" destId="{76E42C01-69E1-4EFA-AB60-7A3E70ED2046}" srcOrd="0" destOrd="0" parTransId="{A444CD6F-C17D-4D40-A54D-18BE2A81AEE9}" sibTransId="{37EFA22A-D91A-49C5-9376-BD50672C0620}"/>
    <dgm:cxn modelId="{13AD0CFF-4BB6-46E9-9338-83B8D7F4449C}" type="presOf" srcId="{76E42C01-69E1-4EFA-AB60-7A3E70ED2046}" destId="{833F56AC-06BC-4869-834F-2DED25F03FCF}" srcOrd="0" destOrd="0" presId="urn:microsoft.com/office/officeart/2018/2/layout/IconVerticalSolidList"/>
    <dgm:cxn modelId="{48CB5CD0-78BE-44C0-AD1A-1734605C37BA}" type="presParOf" srcId="{29BC8BBD-9DCC-4EE2-8D45-DFC3AEA9167A}" destId="{12BF4BC2-77F5-42CD-A8F9-A979177100A5}" srcOrd="0" destOrd="0" presId="urn:microsoft.com/office/officeart/2018/2/layout/IconVerticalSolidList"/>
    <dgm:cxn modelId="{FB9CE93D-1EA8-4268-9135-B2176EB689BD}" type="presParOf" srcId="{12BF4BC2-77F5-42CD-A8F9-A979177100A5}" destId="{AD7E6A96-73F7-441A-9A34-36C64CE2C9F4}" srcOrd="0" destOrd="0" presId="urn:microsoft.com/office/officeart/2018/2/layout/IconVerticalSolidList"/>
    <dgm:cxn modelId="{6E007CBF-5F77-48A6-935C-2C2ACE7625BA}" type="presParOf" srcId="{12BF4BC2-77F5-42CD-A8F9-A979177100A5}" destId="{5DBBFE5D-5A15-4429-B1FE-D2836B22D601}" srcOrd="1" destOrd="0" presId="urn:microsoft.com/office/officeart/2018/2/layout/IconVerticalSolidList"/>
    <dgm:cxn modelId="{732C8C3F-02C9-4EBC-B053-0DB28881B63B}" type="presParOf" srcId="{12BF4BC2-77F5-42CD-A8F9-A979177100A5}" destId="{D9761DDB-78E1-4D43-B80C-B054508B31A6}" srcOrd="2" destOrd="0" presId="urn:microsoft.com/office/officeart/2018/2/layout/IconVerticalSolidList"/>
    <dgm:cxn modelId="{71A0959F-2547-4F21-9EC6-11BC8F165001}" type="presParOf" srcId="{12BF4BC2-77F5-42CD-A8F9-A979177100A5}" destId="{833F56AC-06BC-4869-834F-2DED25F03FCF}" srcOrd="3" destOrd="0" presId="urn:microsoft.com/office/officeart/2018/2/layout/IconVerticalSolidList"/>
    <dgm:cxn modelId="{71658F0F-10E3-47DD-9184-468B513911FB}" type="presParOf" srcId="{29BC8BBD-9DCC-4EE2-8D45-DFC3AEA9167A}" destId="{D5B9A347-8FC9-425D-AC0F-54BE55A6C39F}" srcOrd="1" destOrd="0" presId="urn:microsoft.com/office/officeart/2018/2/layout/IconVerticalSolidList"/>
    <dgm:cxn modelId="{2E6FDB6B-14E5-4EF5-89CF-82AF926F9491}" type="presParOf" srcId="{29BC8BBD-9DCC-4EE2-8D45-DFC3AEA9167A}" destId="{108FB7AD-5787-490E-95DD-E6CB140A3D19}" srcOrd="2" destOrd="0" presId="urn:microsoft.com/office/officeart/2018/2/layout/IconVerticalSolidList"/>
    <dgm:cxn modelId="{C0E4C4C0-0D73-49DB-8261-A12D4FEC6DC6}" type="presParOf" srcId="{108FB7AD-5787-490E-95DD-E6CB140A3D19}" destId="{245CC273-6E36-441B-8E77-D1D99F20DB8A}" srcOrd="0" destOrd="0" presId="urn:microsoft.com/office/officeart/2018/2/layout/IconVerticalSolidList"/>
    <dgm:cxn modelId="{5EE54954-23B9-4923-8684-375602D4192D}" type="presParOf" srcId="{108FB7AD-5787-490E-95DD-E6CB140A3D19}" destId="{E1288EBE-D4AF-49AA-883A-F75F330D0680}" srcOrd="1" destOrd="0" presId="urn:microsoft.com/office/officeart/2018/2/layout/IconVerticalSolidList"/>
    <dgm:cxn modelId="{B1F700A5-B100-474F-91FA-1648B9F3E0AD}" type="presParOf" srcId="{108FB7AD-5787-490E-95DD-E6CB140A3D19}" destId="{BDBDED80-4EA8-4C13-A6C1-00FCED23E949}" srcOrd="2" destOrd="0" presId="urn:microsoft.com/office/officeart/2018/2/layout/IconVerticalSolidList"/>
    <dgm:cxn modelId="{96B914D2-276F-48F2-9BF9-45E80893E5CE}" type="presParOf" srcId="{108FB7AD-5787-490E-95DD-E6CB140A3D19}" destId="{39E02C56-FD7F-4E73-A069-1B39B88D5E51}" srcOrd="3" destOrd="0" presId="urn:microsoft.com/office/officeart/2018/2/layout/IconVerticalSolidList"/>
    <dgm:cxn modelId="{7886FE93-1B55-4C5B-BA57-288053074BA5}" type="presParOf" srcId="{29BC8BBD-9DCC-4EE2-8D45-DFC3AEA9167A}" destId="{1860A6E6-9DCF-40E3-809D-87644A0EC705}" srcOrd="3" destOrd="0" presId="urn:microsoft.com/office/officeart/2018/2/layout/IconVerticalSolidList"/>
    <dgm:cxn modelId="{C955E0E9-6E9D-4896-AFF7-6749357A3AF2}" type="presParOf" srcId="{29BC8BBD-9DCC-4EE2-8D45-DFC3AEA9167A}" destId="{CEF8F077-B1CC-417F-B2F3-39B5709D544E}" srcOrd="4" destOrd="0" presId="urn:microsoft.com/office/officeart/2018/2/layout/IconVerticalSolidList"/>
    <dgm:cxn modelId="{0B2454AE-9F84-44EB-AAEC-9F50977435AD}" type="presParOf" srcId="{CEF8F077-B1CC-417F-B2F3-39B5709D544E}" destId="{EE5E1B6A-39B0-4586-8AF1-EC2584D8B03D}" srcOrd="0" destOrd="0" presId="urn:microsoft.com/office/officeart/2018/2/layout/IconVerticalSolidList"/>
    <dgm:cxn modelId="{F1DE25C2-E743-461B-9411-7011CC0504E4}" type="presParOf" srcId="{CEF8F077-B1CC-417F-B2F3-39B5709D544E}" destId="{34F492E9-E081-4E64-874F-F23A1DDA6225}" srcOrd="1" destOrd="0" presId="urn:microsoft.com/office/officeart/2018/2/layout/IconVerticalSolidList"/>
    <dgm:cxn modelId="{A50D3FCD-2EF6-43DB-813B-F827B329EABD}" type="presParOf" srcId="{CEF8F077-B1CC-417F-B2F3-39B5709D544E}" destId="{0099B91A-3136-4092-A131-5A3515E701D6}" srcOrd="2" destOrd="0" presId="urn:microsoft.com/office/officeart/2018/2/layout/IconVerticalSolidList"/>
    <dgm:cxn modelId="{48270C25-B45D-4A63-8BE7-84E9C257B64F}" type="presParOf" srcId="{CEF8F077-B1CC-417F-B2F3-39B5709D544E}" destId="{54AB2CC6-1D57-410A-9F25-E7A8B757F4E2}" srcOrd="3" destOrd="0" presId="urn:microsoft.com/office/officeart/2018/2/layout/IconVerticalSolidList"/>
    <dgm:cxn modelId="{F0687533-2F3C-4516-9B91-FA3CBEE2E7DC}" type="presParOf" srcId="{29BC8BBD-9DCC-4EE2-8D45-DFC3AEA9167A}" destId="{27B86B09-C97A-4694-86A2-E01772CB6427}" srcOrd="5" destOrd="0" presId="urn:microsoft.com/office/officeart/2018/2/layout/IconVerticalSolidList"/>
    <dgm:cxn modelId="{3F2E0D58-A469-4B01-ADB4-1DAF7D9627D5}" type="presParOf" srcId="{29BC8BBD-9DCC-4EE2-8D45-DFC3AEA9167A}" destId="{E8F71ABB-9301-457C-B309-683EE5BA31A9}" srcOrd="6" destOrd="0" presId="urn:microsoft.com/office/officeart/2018/2/layout/IconVerticalSolidList"/>
    <dgm:cxn modelId="{EF81285E-F4C2-45F7-A762-D9ADF620F1BA}" type="presParOf" srcId="{E8F71ABB-9301-457C-B309-683EE5BA31A9}" destId="{5879F153-E20A-441E-ABE1-CE7843A9E5D0}" srcOrd="0" destOrd="0" presId="urn:microsoft.com/office/officeart/2018/2/layout/IconVerticalSolidList"/>
    <dgm:cxn modelId="{9A1B0CBC-1CF5-4A0B-B379-1AF01673C4A0}" type="presParOf" srcId="{E8F71ABB-9301-457C-B309-683EE5BA31A9}" destId="{362CBAD2-2C5B-4061-9942-D83EBF82F0D9}" srcOrd="1" destOrd="0" presId="urn:microsoft.com/office/officeart/2018/2/layout/IconVerticalSolidList"/>
    <dgm:cxn modelId="{4413FA1C-FF14-4F98-9BD1-4D757510CE4E}" type="presParOf" srcId="{E8F71ABB-9301-457C-B309-683EE5BA31A9}" destId="{5CAD73A7-1A64-4C8E-B541-9C269973B097}" srcOrd="2" destOrd="0" presId="urn:microsoft.com/office/officeart/2018/2/layout/IconVerticalSolidList"/>
    <dgm:cxn modelId="{B5702FA0-C3F2-4D54-B097-A983F3F8F8B6}" type="presParOf" srcId="{E8F71ABB-9301-457C-B309-683EE5BA31A9}" destId="{50B36E02-3280-43FC-8762-0204B294934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7.xml><?xml version="1.0" encoding="utf-8"?>
<dgm:dataModel xmlns:dgm="http://schemas.openxmlformats.org/drawingml/2006/diagram" xmlns:a="http://schemas.openxmlformats.org/drawingml/2006/main">
  <dgm:ptLst>
    <dgm:pt modelId="{84D8D471-0849-4B02-BC1B-783B3280D47F}" type="doc">
      <dgm:prSet loTypeId="urn:microsoft.com/office/officeart/2016/7/layout/VerticalSolidActionList" loCatId="List" qsTypeId="urn:microsoft.com/office/officeart/2005/8/quickstyle/simple1" qsCatId="simple" csTypeId="urn:microsoft.com/office/officeart/2005/8/colors/colorful3" csCatId="colorful"/>
      <dgm:spPr/>
      <dgm:t>
        <a:bodyPr/>
        <a:lstStyle/>
        <a:p>
          <a:endParaRPr lang="en-US"/>
        </a:p>
      </dgm:t>
    </dgm:pt>
    <dgm:pt modelId="{72F8FC4D-8D2B-45B8-9A4A-8C650A48F80E}">
      <dgm:prSet/>
      <dgm:spPr/>
      <dgm:t>
        <a:bodyPr/>
        <a:lstStyle/>
        <a:p>
          <a:r>
            <a:rPr lang="en-US"/>
            <a:t>Improve</a:t>
          </a:r>
        </a:p>
      </dgm:t>
    </dgm:pt>
    <dgm:pt modelId="{DDDB4B2C-B9A0-404B-B5C8-6E1CF1BC2D7C}" type="parTrans" cxnId="{3504162C-17A4-4E6F-86D4-8EB738384A16}">
      <dgm:prSet/>
      <dgm:spPr/>
      <dgm:t>
        <a:bodyPr/>
        <a:lstStyle/>
        <a:p>
          <a:endParaRPr lang="en-US"/>
        </a:p>
      </dgm:t>
    </dgm:pt>
    <dgm:pt modelId="{ED6C62C3-448E-4AF1-8F50-966734EA95A1}" type="sibTrans" cxnId="{3504162C-17A4-4E6F-86D4-8EB738384A16}">
      <dgm:prSet/>
      <dgm:spPr/>
      <dgm:t>
        <a:bodyPr/>
        <a:lstStyle/>
        <a:p>
          <a:endParaRPr lang="en-US"/>
        </a:p>
      </dgm:t>
    </dgm:pt>
    <dgm:pt modelId="{F0F977C5-EB7C-4A06-A093-8EF1289CE40E}">
      <dgm:prSet/>
      <dgm:spPr/>
      <dgm:t>
        <a:bodyPr/>
        <a:lstStyle/>
        <a:p>
          <a:r>
            <a:rPr lang="en-US"/>
            <a:t>Improve Concurrency: Optimized Locking, tempdb governance</a:t>
          </a:r>
        </a:p>
      </dgm:t>
    </dgm:pt>
    <dgm:pt modelId="{A2EB75B2-F460-4E95-AD4E-8016BD8C7533}" type="parTrans" cxnId="{8D41E961-58E7-474E-A116-A462A51A1CC2}">
      <dgm:prSet/>
      <dgm:spPr/>
      <dgm:t>
        <a:bodyPr/>
        <a:lstStyle/>
        <a:p>
          <a:endParaRPr lang="en-US"/>
        </a:p>
      </dgm:t>
    </dgm:pt>
    <dgm:pt modelId="{1CFED200-D523-433C-A1BC-0E2E49530F21}" type="sibTrans" cxnId="{8D41E961-58E7-474E-A116-A462A51A1CC2}">
      <dgm:prSet/>
      <dgm:spPr/>
      <dgm:t>
        <a:bodyPr/>
        <a:lstStyle/>
        <a:p>
          <a:endParaRPr lang="en-US"/>
        </a:p>
      </dgm:t>
    </dgm:pt>
    <dgm:pt modelId="{9B193511-C31D-4B83-A96A-983AC56EF279}">
      <dgm:prSet/>
      <dgm:spPr/>
      <dgm:t>
        <a:bodyPr/>
        <a:lstStyle/>
        <a:p>
          <a:r>
            <a:rPr lang="en-US"/>
            <a:t>Accelerate</a:t>
          </a:r>
        </a:p>
      </dgm:t>
    </dgm:pt>
    <dgm:pt modelId="{0FAA2327-C7B4-4BB3-B177-36711A9AA104}" type="parTrans" cxnId="{76D93A01-65F0-4D10-9BD3-A5E50A01B919}">
      <dgm:prSet/>
      <dgm:spPr/>
      <dgm:t>
        <a:bodyPr/>
        <a:lstStyle/>
        <a:p>
          <a:endParaRPr lang="en-US"/>
        </a:p>
      </dgm:t>
    </dgm:pt>
    <dgm:pt modelId="{C09514E6-8143-40CA-BBF3-9FB89C3F70D6}" type="sibTrans" cxnId="{76D93A01-65F0-4D10-9BD3-A5E50A01B919}">
      <dgm:prSet/>
      <dgm:spPr/>
      <dgm:t>
        <a:bodyPr/>
        <a:lstStyle/>
        <a:p>
          <a:endParaRPr lang="en-US"/>
        </a:p>
      </dgm:t>
    </dgm:pt>
    <dgm:pt modelId="{D14E01C6-D46C-4255-A1D1-BF599CEA201C}">
      <dgm:prSet/>
      <dgm:spPr/>
      <dgm:t>
        <a:bodyPr/>
        <a:lstStyle/>
        <a:p>
          <a:r>
            <a:rPr lang="en-US"/>
            <a:t>Accelerate Performance: IQP enhancements, batch mode, columnstore</a:t>
          </a:r>
        </a:p>
      </dgm:t>
    </dgm:pt>
    <dgm:pt modelId="{3077BE1B-38DC-4A64-A20A-E306AB73B3BE}" type="parTrans" cxnId="{6FD2F2A0-887A-424C-9938-81789BA9310C}">
      <dgm:prSet/>
      <dgm:spPr/>
      <dgm:t>
        <a:bodyPr/>
        <a:lstStyle/>
        <a:p>
          <a:endParaRPr lang="en-US"/>
        </a:p>
      </dgm:t>
    </dgm:pt>
    <dgm:pt modelId="{91A3DE2D-C9CE-4C93-94A7-0F9C1031EC89}" type="sibTrans" cxnId="{6FD2F2A0-887A-424C-9938-81789BA9310C}">
      <dgm:prSet/>
      <dgm:spPr/>
      <dgm:t>
        <a:bodyPr/>
        <a:lstStyle/>
        <a:p>
          <a:endParaRPr lang="en-US"/>
        </a:p>
      </dgm:t>
    </dgm:pt>
    <dgm:pt modelId="{63EDFB15-06C3-4B9E-BFCB-93ADF8C67958}">
      <dgm:prSet/>
      <dgm:spPr/>
      <dgm:t>
        <a:bodyPr/>
        <a:lstStyle/>
        <a:p>
          <a:r>
            <a:rPr lang="en-US"/>
            <a:t>Increase</a:t>
          </a:r>
        </a:p>
      </dgm:t>
    </dgm:pt>
    <dgm:pt modelId="{01B9C251-A27A-458C-B2E5-0E8C1A646FA8}" type="parTrans" cxnId="{2BA7465E-5C98-4DD0-A5CF-7F1CA1CD844B}">
      <dgm:prSet/>
      <dgm:spPr/>
      <dgm:t>
        <a:bodyPr/>
        <a:lstStyle/>
        <a:p>
          <a:endParaRPr lang="en-US"/>
        </a:p>
      </dgm:t>
    </dgm:pt>
    <dgm:pt modelId="{F4AA99D4-A538-479B-96A9-60DAC6BBFBFB}" type="sibTrans" cxnId="{2BA7465E-5C98-4DD0-A5CF-7F1CA1CD844B}">
      <dgm:prSet/>
      <dgm:spPr/>
      <dgm:t>
        <a:bodyPr/>
        <a:lstStyle/>
        <a:p>
          <a:endParaRPr lang="en-US"/>
        </a:p>
      </dgm:t>
    </dgm:pt>
    <dgm:pt modelId="{4CC4DBD0-B4BC-4359-A05A-2EE2B8DB3716}">
      <dgm:prSet/>
      <dgm:spPr/>
      <dgm:t>
        <a:bodyPr/>
        <a:lstStyle/>
        <a:p>
          <a:r>
            <a:rPr lang="en-US"/>
            <a:t>Increase HADR: (covered in Module 6)</a:t>
          </a:r>
        </a:p>
      </dgm:t>
    </dgm:pt>
    <dgm:pt modelId="{D715D5C7-9152-40B8-A146-9E091D189336}" type="parTrans" cxnId="{268BA812-A9F8-45FF-86CB-527CE3779B0B}">
      <dgm:prSet/>
      <dgm:spPr/>
      <dgm:t>
        <a:bodyPr/>
        <a:lstStyle/>
        <a:p>
          <a:endParaRPr lang="en-US"/>
        </a:p>
      </dgm:t>
    </dgm:pt>
    <dgm:pt modelId="{88FD2068-F50C-425C-96CE-B98B58E79762}" type="sibTrans" cxnId="{268BA812-A9F8-45FF-86CB-527CE3779B0B}">
      <dgm:prSet/>
      <dgm:spPr/>
      <dgm:t>
        <a:bodyPr/>
        <a:lstStyle/>
        <a:p>
          <a:endParaRPr lang="en-US"/>
        </a:p>
      </dgm:t>
    </dgm:pt>
    <dgm:pt modelId="{EFBA9C35-67CD-41C6-916D-BA9AA9C59A40}">
      <dgm:prSet/>
      <dgm:spPr/>
      <dgm:t>
        <a:bodyPr/>
        <a:lstStyle/>
        <a:p>
          <a:r>
            <a:rPr lang="en-US"/>
            <a:t>Design</a:t>
          </a:r>
        </a:p>
      </dgm:t>
    </dgm:pt>
    <dgm:pt modelId="{E432B3D3-D0F6-4E07-AD48-8BEC92AA1ADB}" type="parTrans" cxnId="{8FD53C0F-0BE5-432D-878C-90F0CA795AEF}">
      <dgm:prSet/>
      <dgm:spPr/>
      <dgm:t>
        <a:bodyPr/>
        <a:lstStyle/>
        <a:p>
          <a:endParaRPr lang="en-US"/>
        </a:p>
      </dgm:t>
    </dgm:pt>
    <dgm:pt modelId="{EF765E9C-6CBD-45C3-B284-F5642CF5386D}" type="sibTrans" cxnId="{8FD53C0F-0BE5-432D-878C-90F0CA795AEF}">
      <dgm:prSet/>
      <dgm:spPr/>
      <dgm:t>
        <a:bodyPr/>
        <a:lstStyle/>
        <a:p>
          <a:endParaRPr lang="en-US"/>
        </a:p>
      </dgm:t>
    </dgm:pt>
    <dgm:pt modelId="{5B3E22D5-DF39-4F06-B4F2-41C270FD1D4B}">
      <dgm:prSet/>
      <dgm:spPr/>
      <dgm:t>
        <a:bodyPr/>
        <a:lstStyle/>
        <a:p>
          <a:r>
            <a:rPr lang="en-US"/>
            <a:t>Design principle: "Get faster with no code changes required"</a:t>
          </a:r>
        </a:p>
      </dgm:t>
    </dgm:pt>
    <dgm:pt modelId="{5E924C8E-5C35-40A6-BA6C-90370833D5E0}" type="parTrans" cxnId="{9EA20A52-1254-47C5-BCBD-98A549085DE0}">
      <dgm:prSet/>
      <dgm:spPr/>
      <dgm:t>
        <a:bodyPr/>
        <a:lstStyle/>
        <a:p>
          <a:endParaRPr lang="en-US"/>
        </a:p>
      </dgm:t>
    </dgm:pt>
    <dgm:pt modelId="{6FA44FD5-3D61-444D-8BB2-626C394F93DF}" type="sibTrans" cxnId="{9EA20A52-1254-47C5-BCBD-98A549085DE0}">
      <dgm:prSet/>
      <dgm:spPr/>
      <dgm:t>
        <a:bodyPr/>
        <a:lstStyle/>
        <a:p>
          <a:endParaRPr lang="en-US"/>
        </a:p>
      </dgm:t>
    </dgm:pt>
    <dgm:pt modelId="{8FE2C9D7-5261-ED4C-A341-EE17838A9393}" type="pres">
      <dgm:prSet presAssocID="{84D8D471-0849-4B02-BC1B-783B3280D47F}" presName="Name0" presStyleCnt="0">
        <dgm:presLayoutVars>
          <dgm:dir/>
          <dgm:animLvl val="lvl"/>
          <dgm:resizeHandles val="exact"/>
        </dgm:presLayoutVars>
      </dgm:prSet>
      <dgm:spPr/>
    </dgm:pt>
    <dgm:pt modelId="{9CB7E551-7648-2946-ADB9-972359C0B66A}" type="pres">
      <dgm:prSet presAssocID="{72F8FC4D-8D2B-45B8-9A4A-8C650A48F80E}" presName="linNode" presStyleCnt="0"/>
      <dgm:spPr/>
    </dgm:pt>
    <dgm:pt modelId="{84F3777E-2C08-9249-AB15-957125D3891B}" type="pres">
      <dgm:prSet presAssocID="{72F8FC4D-8D2B-45B8-9A4A-8C650A48F80E}" presName="parentText" presStyleLbl="alignNode1" presStyleIdx="0" presStyleCnt="4">
        <dgm:presLayoutVars>
          <dgm:chMax val="1"/>
          <dgm:bulletEnabled/>
        </dgm:presLayoutVars>
      </dgm:prSet>
      <dgm:spPr/>
    </dgm:pt>
    <dgm:pt modelId="{71F956FD-3FD4-5741-A264-06B4AED34AC1}" type="pres">
      <dgm:prSet presAssocID="{72F8FC4D-8D2B-45B8-9A4A-8C650A48F80E}" presName="descendantText" presStyleLbl="alignAccFollowNode1" presStyleIdx="0" presStyleCnt="4">
        <dgm:presLayoutVars>
          <dgm:bulletEnabled/>
        </dgm:presLayoutVars>
      </dgm:prSet>
      <dgm:spPr/>
    </dgm:pt>
    <dgm:pt modelId="{10E17730-5DE7-2A4D-8ECD-ECB6E2B3E841}" type="pres">
      <dgm:prSet presAssocID="{ED6C62C3-448E-4AF1-8F50-966734EA95A1}" presName="sp" presStyleCnt="0"/>
      <dgm:spPr/>
    </dgm:pt>
    <dgm:pt modelId="{F413B2A3-326D-0A45-B221-446E50B6CC7D}" type="pres">
      <dgm:prSet presAssocID="{9B193511-C31D-4B83-A96A-983AC56EF279}" presName="linNode" presStyleCnt="0"/>
      <dgm:spPr/>
    </dgm:pt>
    <dgm:pt modelId="{46712AF6-C5E4-3E4A-A517-89FD1ADAB0F5}" type="pres">
      <dgm:prSet presAssocID="{9B193511-C31D-4B83-A96A-983AC56EF279}" presName="parentText" presStyleLbl="alignNode1" presStyleIdx="1" presStyleCnt="4">
        <dgm:presLayoutVars>
          <dgm:chMax val="1"/>
          <dgm:bulletEnabled/>
        </dgm:presLayoutVars>
      </dgm:prSet>
      <dgm:spPr/>
    </dgm:pt>
    <dgm:pt modelId="{88B50D06-0805-4448-B757-593D6A326910}" type="pres">
      <dgm:prSet presAssocID="{9B193511-C31D-4B83-A96A-983AC56EF279}" presName="descendantText" presStyleLbl="alignAccFollowNode1" presStyleIdx="1" presStyleCnt="4">
        <dgm:presLayoutVars>
          <dgm:bulletEnabled/>
        </dgm:presLayoutVars>
      </dgm:prSet>
      <dgm:spPr/>
    </dgm:pt>
    <dgm:pt modelId="{5348CF5C-3C2C-7640-8484-1C9185C30629}" type="pres">
      <dgm:prSet presAssocID="{C09514E6-8143-40CA-BBF3-9FB89C3F70D6}" presName="sp" presStyleCnt="0"/>
      <dgm:spPr/>
    </dgm:pt>
    <dgm:pt modelId="{B5B732F7-CEC0-A244-965F-27A11F17720B}" type="pres">
      <dgm:prSet presAssocID="{63EDFB15-06C3-4B9E-BFCB-93ADF8C67958}" presName="linNode" presStyleCnt="0"/>
      <dgm:spPr/>
    </dgm:pt>
    <dgm:pt modelId="{E3B12034-7131-844E-99B1-7F068D047E9F}" type="pres">
      <dgm:prSet presAssocID="{63EDFB15-06C3-4B9E-BFCB-93ADF8C67958}" presName="parentText" presStyleLbl="alignNode1" presStyleIdx="2" presStyleCnt="4">
        <dgm:presLayoutVars>
          <dgm:chMax val="1"/>
          <dgm:bulletEnabled/>
        </dgm:presLayoutVars>
      </dgm:prSet>
      <dgm:spPr/>
    </dgm:pt>
    <dgm:pt modelId="{7940E529-59EB-7E4A-AEBF-A75D68E37871}" type="pres">
      <dgm:prSet presAssocID="{63EDFB15-06C3-4B9E-BFCB-93ADF8C67958}" presName="descendantText" presStyleLbl="alignAccFollowNode1" presStyleIdx="2" presStyleCnt="4">
        <dgm:presLayoutVars>
          <dgm:bulletEnabled/>
        </dgm:presLayoutVars>
      </dgm:prSet>
      <dgm:spPr/>
    </dgm:pt>
    <dgm:pt modelId="{74634124-2A5B-574A-8D66-D86D5A22AE49}" type="pres">
      <dgm:prSet presAssocID="{F4AA99D4-A538-479B-96A9-60DAC6BBFBFB}" presName="sp" presStyleCnt="0"/>
      <dgm:spPr/>
    </dgm:pt>
    <dgm:pt modelId="{5CCDE500-2479-D349-A28E-889145F993EC}" type="pres">
      <dgm:prSet presAssocID="{EFBA9C35-67CD-41C6-916D-BA9AA9C59A40}" presName="linNode" presStyleCnt="0"/>
      <dgm:spPr/>
    </dgm:pt>
    <dgm:pt modelId="{C23418AC-0EE1-BD44-BF8B-9184EF66837A}" type="pres">
      <dgm:prSet presAssocID="{EFBA9C35-67CD-41C6-916D-BA9AA9C59A40}" presName="parentText" presStyleLbl="alignNode1" presStyleIdx="3" presStyleCnt="4">
        <dgm:presLayoutVars>
          <dgm:chMax val="1"/>
          <dgm:bulletEnabled/>
        </dgm:presLayoutVars>
      </dgm:prSet>
      <dgm:spPr/>
    </dgm:pt>
    <dgm:pt modelId="{BB310C0F-86CF-054F-A032-DD7AD49DDB39}" type="pres">
      <dgm:prSet presAssocID="{EFBA9C35-67CD-41C6-916D-BA9AA9C59A40}" presName="descendantText" presStyleLbl="alignAccFollowNode1" presStyleIdx="3" presStyleCnt="4">
        <dgm:presLayoutVars>
          <dgm:bulletEnabled/>
        </dgm:presLayoutVars>
      </dgm:prSet>
      <dgm:spPr/>
    </dgm:pt>
  </dgm:ptLst>
  <dgm:cxnLst>
    <dgm:cxn modelId="{76D93A01-65F0-4D10-9BD3-A5E50A01B919}" srcId="{84D8D471-0849-4B02-BC1B-783B3280D47F}" destId="{9B193511-C31D-4B83-A96A-983AC56EF279}" srcOrd="1" destOrd="0" parTransId="{0FAA2327-C7B4-4BB3-B177-36711A9AA104}" sibTransId="{C09514E6-8143-40CA-BBF3-9FB89C3F70D6}"/>
    <dgm:cxn modelId="{8FD53C0F-0BE5-432D-878C-90F0CA795AEF}" srcId="{84D8D471-0849-4B02-BC1B-783B3280D47F}" destId="{EFBA9C35-67CD-41C6-916D-BA9AA9C59A40}" srcOrd="3" destOrd="0" parTransId="{E432B3D3-D0F6-4E07-AD48-8BEC92AA1ADB}" sibTransId="{EF765E9C-6CBD-45C3-B284-F5642CF5386D}"/>
    <dgm:cxn modelId="{268BA812-A9F8-45FF-86CB-527CE3779B0B}" srcId="{63EDFB15-06C3-4B9E-BFCB-93ADF8C67958}" destId="{4CC4DBD0-B4BC-4359-A05A-2EE2B8DB3716}" srcOrd="0" destOrd="0" parTransId="{D715D5C7-9152-40B8-A146-9E091D189336}" sibTransId="{88FD2068-F50C-425C-96CE-B98B58E79762}"/>
    <dgm:cxn modelId="{3504162C-17A4-4E6F-86D4-8EB738384A16}" srcId="{84D8D471-0849-4B02-BC1B-783B3280D47F}" destId="{72F8FC4D-8D2B-45B8-9A4A-8C650A48F80E}" srcOrd="0" destOrd="0" parTransId="{DDDB4B2C-B9A0-404B-B5C8-6E1CF1BC2D7C}" sibTransId="{ED6C62C3-448E-4AF1-8F50-966734EA95A1}"/>
    <dgm:cxn modelId="{CF80053B-6DCF-1E44-9A92-212753310EE5}" type="presOf" srcId="{5B3E22D5-DF39-4F06-B4F2-41C270FD1D4B}" destId="{BB310C0F-86CF-054F-A032-DD7AD49DDB39}" srcOrd="0" destOrd="0" presId="urn:microsoft.com/office/officeart/2016/7/layout/VerticalSolidActionList"/>
    <dgm:cxn modelId="{CA4CF73E-A066-7D4B-A755-60E6E3186916}" type="presOf" srcId="{9B193511-C31D-4B83-A96A-983AC56EF279}" destId="{46712AF6-C5E4-3E4A-A517-89FD1ADAB0F5}" srcOrd="0" destOrd="0" presId="urn:microsoft.com/office/officeart/2016/7/layout/VerticalSolidActionList"/>
    <dgm:cxn modelId="{2BA7465E-5C98-4DD0-A5CF-7F1CA1CD844B}" srcId="{84D8D471-0849-4B02-BC1B-783B3280D47F}" destId="{63EDFB15-06C3-4B9E-BFCB-93ADF8C67958}" srcOrd="2" destOrd="0" parTransId="{01B9C251-A27A-458C-B2E5-0E8C1A646FA8}" sibTransId="{F4AA99D4-A538-479B-96A9-60DAC6BBFBFB}"/>
    <dgm:cxn modelId="{8D41E961-58E7-474E-A116-A462A51A1CC2}" srcId="{72F8FC4D-8D2B-45B8-9A4A-8C650A48F80E}" destId="{F0F977C5-EB7C-4A06-A093-8EF1289CE40E}" srcOrd="0" destOrd="0" parTransId="{A2EB75B2-F460-4E95-AD4E-8016BD8C7533}" sibTransId="{1CFED200-D523-433C-A1BC-0E2E49530F21}"/>
    <dgm:cxn modelId="{27482B64-8B0C-1D4F-BB50-7FB0A02279C9}" type="presOf" srcId="{D14E01C6-D46C-4255-A1D1-BF599CEA201C}" destId="{88B50D06-0805-4448-B757-593D6A326910}" srcOrd="0" destOrd="0" presId="urn:microsoft.com/office/officeart/2016/7/layout/VerticalSolidActionList"/>
    <dgm:cxn modelId="{47500746-5B6D-904D-931B-769960BCD18C}" type="presOf" srcId="{72F8FC4D-8D2B-45B8-9A4A-8C650A48F80E}" destId="{84F3777E-2C08-9249-AB15-957125D3891B}" srcOrd="0" destOrd="0" presId="urn:microsoft.com/office/officeart/2016/7/layout/VerticalSolidActionList"/>
    <dgm:cxn modelId="{2E27B84C-DD53-8A4C-B423-E63A18942420}" type="presOf" srcId="{EFBA9C35-67CD-41C6-916D-BA9AA9C59A40}" destId="{C23418AC-0EE1-BD44-BF8B-9184EF66837A}" srcOrd="0" destOrd="0" presId="urn:microsoft.com/office/officeart/2016/7/layout/VerticalSolidActionList"/>
    <dgm:cxn modelId="{95AF5A4F-FC87-9B43-8DD4-C0C9CAC50A27}" type="presOf" srcId="{63EDFB15-06C3-4B9E-BFCB-93ADF8C67958}" destId="{E3B12034-7131-844E-99B1-7F068D047E9F}" srcOrd="0" destOrd="0" presId="urn:microsoft.com/office/officeart/2016/7/layout/VerticalSolidActionList"/>
    <dgm:cxn modelId="{9EA20A52-1254-47C5-BCBD-98A549085DE0}" srcId="{EFBA9C35-67CD-41C6-916D-BA9AA9C59A40}" destId="{5B3E22D5-DF39-4F06-B4F2-41C270FD1D4B}" srcOrd="0" destOrd="0" parTransId="{5E924C8E-5C35-40A6-BA6C-90370833D5E0}" sibTransId="{6FA44FD5-3D61-444D-8BB2-626C394F93DF}"/>
    <dgm:cxn modelId="{4F6E1781-73AA-5F4F-9D93-CED6F0229049}" type="presOf" srcId="{4CC4DBD0-B4BC-4359-A05A-2EE2B8DB3716}" destId="{7940E529-59EB-7E4A-AEBF-A75D68E37871}" srcOrd="0" destOrd="0" presId="urn:microsoft.com/office/officeart/2016/7/layout/VerticalSolidActionList"/>
    <dgm:cxn modelId="{1721C595-23B0-8A45-85F7-D7E6D75B5C7C}" type="presOf" srcId="{F0F977C5-EB7C-4A06-A093-8EF1289CE40E}" destId="{71F956FD-3FD4-5741-A264-06B4AED34AC1}" srcOrd="0" destOrd="0" presId="urn:microsoft.com/office/officeart/2016/7/layout/VerticalSolidActionList"/>
    <dgm:cxn modelId="{6FD2F2A0-887A-424C-9938-81789BA9310C}" srcId="{9B193511-C31D-4B83-A96A-983AC56EF279}" destId="{D14E01C6-D46C-4255-A1D1-BF599CEA201C}" srcOrd="0" destOrd="0" parTransId="{3077BE1B-38DC-4A64-A20A-E306AB73B3BE}" sibTransId="{91A3DE2D-C9CE-4C93-94A7-0F9C1031EC89}"/>
    <dgm:cxn modelId="{E5B0D1E0-DA71-7843-9419-558DC821AFF0}" type="presOf" srcId="{84D8D471-0849-4B02-BC1B-783B3280D47F}" destId="{8FE2C9D7-5261-ED4C-A341-EE17838A9393}" srcOrd="0" destOrd="0" presId="urn:microsoft.com/office/officeart/2016/7/layout/VerticalSolidActionList"/>
    <dgm:cxn modelId="{160F14F0-3D09-DF47-A769-A6A46780D74C}" type="presParOf" srcId="{8FE2C9D7-5261-ED4C-A341-EE17838A9393}" destId="{9CB7E551-7648-2946-ADB9-972359C0B66A}" srcOrd="0" destOrd="0" presId="urn:microsoft.com/office/officeart/2016/7/layout/VerticalSolidActionList"/>
    <dgm:cxn modelId="{B9876AD1-0318-E54C-B060-CCD8F553D3BE}" type="presParOf" srcId="{9CB7E551-7648-2946-ADB9-972359C0B66A}" destId="{84F3777E-2C08-9249-AB15-957125D3891B}" srcOrd="0" destOrd="0" presId="urn:microsoft.com/office/officeart/2016/7/layout/VerticalSolidActionList"/>
    <dgm:cxn modelId="{6EE4154F-56A6-1C4D-86F7-7CFBC71B09BC}" type="presParOf" srcId="{9CB7E551-7648-2946-ADB9-972359C0B66A}" destId="{71F956FD-3FD4-5741-A264-06B4AED34AC1}" srcOrd="1" destOrd="0" presId="urn:microsoft.com/office/officeart/2016/7/layout/VerticalSolidActionList"/>
    <dgm:cxn modelId="{E3C3C3EC-0761-844D-84B9-DECE0C577605}" type="presParOf" srcId="{8FE2C9D7-5261-ED4C-A341-EE17838A9393}" destId="{10E17730-5DE7-2A4D-8ECD-ECB6E2B3E841}" srcOrd="1" destOrd="0" presId="urn:microsoft.com/office/officeart/2016/7/layout/VerticalSolidActionList"/>
    <dgm:cxn modelId="{39267E1B-EA02-F74F-91DF-3217A5265531}" type="presParOf" srcId="{8FE2C9D7-5261-ED4C-A341-EE17838A9393}" destId="{F413B2A3-326D-0A45-B221-446E50B6CC7D}" srcOrd="2" destOrd="0" presId="urn:microsoft.com/office/officeart/2016/7/layout/VerticalSolidActionList"/>
    <dgm:cxn modelId="{9E734A07-0F96-894E-BD83-FA270E474448}" type="presParOf" srcId="{F413B2A3-326D-0A45-B221-446E50B6CC7D}" destId="{46712AF6-C5E4-3E4A-A517-89FD1ADAB0F5}" srcOrd="0" destOrd="0" presId="urn:microsoft.com/office/officeart/2016/7/layout/VerticalSolidActionList"/>
    <dgm:cxn modelId="{01A6CFD2-3F0B-0744-AFBD-721A9660F253}" type="presParOf" srcId="{F413B2A3-326D-0A45-B221-446E50B6CC7D}" destId="{88B50D06-0805-4448-B757-593D6A326910}" srcOrd="1" destOrd="0" presId="urn:microsoft.com/office/officeart/2016/7/layout/VerticalSolidActionList"/>
    <dgm:cxn modelId="{37F031DC-464B-2143-A48F-AF6138D5DF3A}" type="presParOf" srcId="{8FE2C9D7-5261-ED4C-A341-EE17838A9393}" destId="{5348CF5C-3C2C-7640-8484-1C9185C30629}" srcOrd="3" destOrd="0" presId="urn:microsoft.com/office/officeart/2016/7/layout/VerticalSolidActionList"/>
    <dgm:cxn modelId="{98674EBA-D56A-9841-BF9B-5DFBF24139DA}" type="presParOf" srcId="{8FE2C9D7-5261-ED4C-A341-EE17838A9393}" destId="{B5B732F7-CEC0-A244-965F-27A11F17720B}" srcOrd="4" destOrd="0" presId="urn:microsoft.com/office/officeart/2016/7/layout/VerticalSolidActionList"/>
    <dgm:cxn modelId="{57ADE531-B559-8644-81EE-790CABF162E7}" type="presParOf" srcId="{B5B732F7-CEC0-A244-965F-27A11F17720B}" destId="{E3B12034-7131-844E-99B1-7F068D047E9F}" srcOrd="0" destOrd="0" presId="urn:microsoft.com/office/officeart/2016/7/layout/VerticalSolidActionList"/>
    <dgm:cxn modelId="{F15F9385-043E-EA42-9E6D-5670E857877B}" type="presParOf" srcId="{B5B732F7-CEC0-A244-965F-27A11F17720B}" destId="{7940E529-59EB-7E4A-AEBF-A75D68E37871}" srcOrd="1" destOrd="0" presId="urn:microsoft.com/office/officeart/2016/7/layout/VerticalSolidActionList"/>
    <dgm:cxn modelId="{B7B2FB97-0C58-C243-8ADE-1A105938DBC6}" type="presParOf" srcId="{8FE2C9D7-5261-ED4C-A341-EE17838A9393}" destId="{74634124-2A5B-574A-8D66-D86D5A22AE49}" srcOrd="5" destOrd="0" presId="urn:microsoft.com/office/officeart/2016/7/layout/VerticalSolidActionList"/>
    <dgm:cxn modelId="{EBD8F5CC-B5B8-B042-B721-DA7EAE289427}" type="presParOf" srcId="{8FE2C9D7-5261-ED4C-A341-EE17838A9393}" destId="{5CCDE500-2479-D349-A28E-889145F993EC}" srcOrd="6" destOrd="0" presId="urn:microsoft.com/office/officeart/2016/7/layout/VerticalSolidActionList"/>
    <dgm:cxn modelId="{CCB6AE97-90CE-CA43-B63B-0F8ED7827212}" type="presParOf" srcId="{5CCDE500-2479-D349-A28E-889145F993EC}" destId="{C23418AC-0EE1-BD44-BF8B-9184EF66837A}" srcOrd="0" destOrd="0" presId="urn:microsoft.com/office/officeart/2016/7/layout/VerticalSolidActionList"/>
    <dgm:cxn modelId="{B0A94DDA-246E-7042-A4C9-CDDC4F634CAA}" type="presParOf" srcId="{5CCDE500-2479-D349-A28E-889145F993EC}" destId="{BB310C0F-86CF-054F-A032-DD7AD49DDB39}" srcOrd="1" destOrd="0" presId="urn:microsoft.com/office/officeart/2016/7/layout/VerticalSolid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8.xml><?xml version="1.0" encoding="utf-8"?>
<dgm:dataModel xmlns:dgm="http://schemas.openxmlformats.org/drawingml/2006/diagram" xmlns:a="http://schemas.openxmlformats.org/drawingml/2006/main">
  <dgm:ptLst>
    <dgm:pt modelId="{92D2744A-847E-45C1-BD8A-DDFD3F0E5D1B}" type="doc">
      <dgm:prSet loTypeId="urn:microsoft.com/office/officeart/2018/2/layout/IconVerticalSolidList" loCatId="icon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3B7B90BF-A388-4EB4-B136-B128B959FEC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Traditional lock escalation: row &gt; page &gt; table</a:t>
          </a:r>
        </a:p>
      </dgm:t>
    </dgm:pt>
    <dgm:pt modelId="{4F8904C9-51DA-4226-8EB0-C8445E1FA746}" type="parTrans" cxnId="{6FE35376-A80D-496E-A40E-44353E6AFCFC}">
      <dgm:prSet/>
      <dgm:spPr/>
      <dgm:t>
        <a:bodyPr/>
        <a:lstStyle/>
        <a:p>
          <a:endParaRPr lang="en-US"/>
        </a:p>
      </dgm:t>
    </dgm:pt>
    <dgm:pt modelId="{5D2BFAC7-2CAC-43A6-8F19-981C900E8E62}" type="sibTrans" cxnId="{6FE35376-A80D-496E-A40E-44353E6AFCFC}">
      <dgm:prSet/>
      <dgm:spPr/>
      <dgm:t>
        <a:bodyPr/>
        <a:lstStyle/>
        <a:p>
          <a:endParaRPr lang="en-US"/>
        </a:p>
      </dgm:t>
    </dgm:pt>
    <dgm:pt modelId="{29C5C193-6799-4B84-9A05-073020ECB68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Causes blocking, deadlocks, and unpredictable concurrency</a:t>
          </a:r>
        </a:p>
      </dgm:t>
    </dgm:pt>
    <dgm:pt modelId="{20AF760A-F9BC-4646-A8EB-FFF95CAA1AF3}" type="parTrans" cxnId="{E913C00A-4F3F-45F0-845C-4C954AA63ED1}">
      <dgm:prSet/>
      <dgm:spPr/>
      <dgm:t>
        <a:bodyPr/>
        <a:lstStyle/>
        <a:p>
          <a:endParaRPr lang="en-US"/>
        </a:p>
      </dgm:t>
    </dgm:pt>
    <dgm:pt modelId="{2DC7CC76-2A09-4F8F-83A1-D7A72DAF0075}" type="sibTrans" cxnId="{E913C00A-4F3F-45F0-845C-4C954AA63ED1}">
      <dgm:prSet/>
      <dgm:spPr/>
      <dgm:t>
        <a:bodyPr/>
        <a:lstStyle/>
        <a:p>
          <a:endParaRPr lang="en-US"/>
        </a:p>
      </dgm:t>
    </dgm:pt>
    <dgm:pt modelId="{A8244608-082D-4C05-B04D-4472D2AFC76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Applications forced to design around locking internals</a:t>
          </a:r>
        </a:p>
      </dgm:t>
    </dgm:pt>
    <dgm:pt modelId="{45DD0CCF-0EB5-4F01-81E1-00BA8F9A4D7F}" type="parTrans" cxnId="{99E6CEB9-630C-4BCD-8718-BDC8B07605FB}">
      <dgm:prSet/>
      <dgm:spPr/>
      <dgm:t>
        <a:bodyPr/>
        <a:lstStyle/>
        <a:p>
          <a:endParaRPr lang="en-US"/>
        </a:p>
      </dgm:t>
    </dgm:pt>
    <dgm:pt modelId="{68CA5BCC-2E56-4534-8799-C18E26A70ED7}" type="sibTrans" cxnId="{99E6CEB9-630C-4BCD-8718-BDC8B07605FB}">
      <dgm:prSet/>
      <dgm:spPr/>
      <dgm:t>
        <a:bodyPr/>
        <a:lstStyle/>
        <a:p>
          <a:endParaRPr lang="en-US"/>
        </a:p>
      </dgm:t>
    </dgm:pt>
    <dgm:pt modelId="{D1145600-2BCE-41D4-8D3C-46253842BCC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Lock memory consumption grows with concurrent workloads</a:t>
          </a:r>
        </a:p>
      </dgm:t>
    </dgm:pt>
    <dgm:pt modelId="{E9EA4821-CBE5-4FB0-8A96-2C5ACED4C252}" type="parTrans" cxnId="{0D598EA0-BE53-4926-95B4-88ED279428D6}">
      <dgm:prSet/>
      <dgm:spPr/>
      <dgm:t>
        <a:bodyPr/>
        <a:lstStyle/>
        <a:p>
          <a:endParaRPr lang="en-US"/>
        </a:p>
      </dgm:t>
    </dgm:pt>
    <dgm:pt modelId="{25FD90CC-C5C3-467B-A9D3-29F8605C0CE4}" type="sibTrans" cxnId="{0D598EA0-BE53-4926-95B4-88ED279428D6}">
      <dgm:prSet/>
      <dgm:spPr/>
      <dgm:t>
        <a:bodyPr/>
        <a:lstStyle/>
        <a:p>
          <a:endParaRPr lang="en-US"/>
        </a:p>
      </dgm:t>
    </dgm:pt>
    <dgm:pt modelId="{80F7C5E3-0611-4798-9512-888BC6F77AB0}" type="pres">
      <dgm:prSet presAssocID="{92D2744A-847E-45C1-BD8A-DDFD3F0E5D1B}" presName="root" presStyleCnt="0">
        <dgm:presLayoutVars>
          <dgm:dir/>
          <dgm:resizeHandles val="exact"/>
        </dgm:presLayoutVars>
      </dgm:prSet>
      <dgm:spPr/>
    </dgm:pt>
    <dgm:pt modelId="{75219F57-6FE6-4680-AEC3-031CDB39981E}" type="pres">
      <dgm:prSet presAssocID="{3B7B90BF-A388-4EB4-B136-B128B959FEC4}" presName="compNode" presStyleCnt="0"/>
      <dgm:spPr/>
    </dgm:pt>
    <dgm:pt modelId="{305FFD18-BD8C-44C3-8A87-27C4009BE329}" type="pres">
      <dgm:prSet presAssocID="{3B7B90BF-A388-4EB4-B136-B128B959FEC4}" presName="bgRect" presStyleLbl="bgShp" presStyleIdx="0" presStyleCnt="4"/>
      <dgm:spPr/>
    </dgm:pt>
    <dgm:pt modelId="{CA0305ED-B766-41D2-94BB-732EEAC25BAF}" type="pres">
      <dgm:prSet presAssocID="{3B7B90BF-A388-4EB4-B136-B128B959FEC4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7169365A-B8D6-4FE6-AAAB-BC29B83638B9}" type="pres">
      <dgm:prSet presAssocID="{3B7B90BF-A388-4EB4-B136-B128B959FEC4}" presName="spaceRect" presStyleCnt="0"/>
      <dgm:spPr/>
    </dgm:pt>
    <dgm:pt modelId="{6BA971EA-E911-41B6-A4F6-37C3D68168EE}" type="pres">
      <dgm:prSet presAssocID="{3B7B90BF-A388-4EB4-B136-B128B959FEC4}" presName="parTx" presStyleLbl="revTx" presStyleIdx="0" presStyleCnt="4">
        <dgm:presLayoutVars>
          <dgm:chMax val="0"/>
          <dgm:chPref val="0"/>
        </dgm:presLayoutVars>
      </dgm:prSet>
      <dgm:spPr/>
    </dgm:pt>
    <dgm:pt modelId="{66ED9807-B50B-4FBF-BDC0-FA681BF5F133}" type="pres">
      <dgm:prSet presAssocID="{5D2BFAC7-2CAC-43A6-8F19-981C900E8E62}" presName="sibTrans" presStyleCnt="0"/>
      <dgm:spPr/>
    </dgm:pt>
    <dgm:pt modelId="{101C82B0-2EB3-4ED6-8C4E-D7C39EE5E1E5}" type="pres">
      <dgm:prSet presAssocID="{29C5C193-6799-4B84-9A05-073020ECB685}" presName="compNode" presStyleCnt="0"/>
      <dgm:spPr/>
    </dgm:pt>
    <dgm:pt modelId="{F3CF9BA8-4568-4F9C-9151-EB723AB51073}" type="pres">
      <dgm:prSet presAssocID="{29C5C193-6799-4B84-9A05-073020ECB685}" presName="bgRect" presStyleLbl="bgShp" presStyleIdx="1" presStyleCnt="4"/>
      <dgm:spPr/>
    </dgm:pt>
    <dgm:pt modelId="{A38AE7C5-A529-4CA6-ABD0-0E0CCA6D33F6}" type="pres">
      <dgm:prSet presAssocID="{29C5C193-6799-4B84-9A05-073020ECB685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rrow Circle"/>
        </a:ext>
      </dgm:extLst>
    </dgm:pt>
    <dgm:pt modelId="{AD27CB70-7924-4D07-9FAB-08E4F08CDEAE}" type="pres">
      <dgm:prSet presAssocID="{29C5C193-6799-4B84-9A05-073020ECB685}" presName="spaceRect" presStyleCnt="0"/>
      <dgm:spPr/>
    </dgm:pt>
    <dgm:pt modelId="{89340B6E-6C73-416E-B20C-7EA75A90922F}" type="pres">
      <dgm:prSet presAssocID="{29C5C193-6799-4B84-9A05-073020ECB685}" presName="parTx" presStyleLbl="revTx" presStyleIdx="1" presStyleCnt="4">
        <dgm:presLayoutVars>
          <dgm:chMax val="0"/>
          <dgm:chPref val="0"/>
        </dgm:presLayoutVars>
      </dgm:prSet>
      <dgm:spPr/>
    </dgm:pt>
    <dgm:pt modelId="{2021BEF0-55A4-48B4-9243-1AA253098F89}" type="pres">
      <dgm:prSet presAssocID="{2DC7CC76-2A09-4F8F-83A1-D7A72DAF0075}" presName="sibTrans" presStyleCnt="0"/>
      <dgm:spPr/>
    </dgm:pt>
    <dgm:pt modelId="{7CA33598-30CF-4E6C-B89E-5EA90F5C3E78}" type="pres">
      <dgm:prSet presAssocID="{A8244608-082D-4C05-B04D-4472D2AFC76E}" presName="compNode" presStyleCnt="0"/>
      <dgm:spPr/>
    </dgm:pt>
    <dgm:pt modelId="{28D0D4AD-8FAF-45D6-A601-883976CA34F7}" type="pres">
      <dgm:prSet presAssocID="{A8244608-082D-4C05-B04D-4472D2AFC76E}" presName="bgRect" presStyleLbl="bgShp" presStyleIdx="2" presStyleCnt="4"/>
      <dgm:spPr/>
    </dgm:pt>
    <dgm:pt modelId="{34941F95-60D3-4D90-99E1-98839BE90249}" type="pres">
      <dgm:prSet presAssocID="{A8244608-082D-4C05-B04D-4472D2AFC76E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5B423F3B-C419-419D-9E4A-1A49850E603B}" type="pres">
      <dgm:prSet presAssocID="{A8244608-082D-4C05-B04D-4472D2AFC76E}" presName="spaceRect" presStyleCnt="0"/>
      <dgm:spPr/>
    </dgm:pt>
    <dgm:pt modelId="{F5B18799-9289-4AAE-A66E-3BC21F0405C5}" type="pres">
      <dgm:prSet presAssocID="{A8244608-082D-4C05-B04D-4472D2AFC76E}" presName="parTx" presStyleLbl="revTx" presStyleIdx="2" presStyleCnt="4">
        <dgm:presLayoutVars>
          <dgm:chMax val="0"/>
          <dgm:chPref val="0"/>
        </dgm:presLayoutVars>
      </dgm:prSet>
      <dgm:spPr/>
    </dgm:pt>
    <dgm:pt modelId="{8F9F1A6B-59F8-43DA-A3A0-3CA0C9498BA2}" type="pres">
      <dgm:prSet presAssocID="{68CA5BCC-2E56-4534-8799-C18E26A70ED7}" presName="sibTrans" presStyleCnt="0"/>
      <dgm:spPr/>
    </dgm:pt>
    <dgm:pt modelId="{4567760A-1BAF-4E99-9FD5-992F3A5941AD}" type="pres">
      <dgm:prSet presAssocID="{D1145600-2BCE-41D4-8D3C-46253842BCC1}" presName="compNode" presStyleCnt="0"/>
      <dgm:spPr/>
    </dgm:pt>
    <dgm:pt modelId="{85F187AF-B38B-458F-9BDF-61EB888C65CE}" type="pres">
      <dgm:prSet presAssocID="{D1145600-2BCE-41D4-8D3C-46253842BCC1}" presName="bgRect" presStyleLbl="bgShp" presStyleIdx="3" presStyleCnt="4"/>
      <dgm:spPr/>
    </dgm:pt>
    <dgm:pt modelId="{DF9B8A99-2D9D-406B-85B7-7D9130F6E2FA}" type="pres">
      <dgm:prSet presAssocID="{D1145600-2BCE-41D4-8D3C-46253842BCC1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5B356C72-EFA2-40E6-A86D-367E2D81C374}" type="pres">
      <dgm:prSet presAssocID="{D1145600-2BCE-41D4-8D3C-46253842BCC1}" presName="spaceRect" presStyleCnt="0"/>
      <dgm:spPr/>
    </dgm:pt>
    <dgm:pt modelId="{A082424C-A161-4ADD-A608-7D2FA73B044B}" type="pres">
      <dgm:prSet presAssocID="{D1145600-2BCE-41D4-8D3C-46253842BCC1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E913C00A-4F3F-45F0-845C-4C954AA63ED1}" srcId="{92D2744A-847E-45C1-BD8A-DDFD3F0E5D1B}" destId="{29C5C193-6799-4B84-9A05-073020ECB685}" srcOrd="1" destOrd="0" parTransId="{20AF760A-F9BC-4646-A8EB-FFF95CAA1AF3}" sibTransId="{2DC7CC76-2A09-4F8F-83A1-D7A72DAF0075}"/>
    <dgm:cxn modelId="{1CEC7019-8F56-4335-9CDC-13EB09E8DC82}" type="presOf" srcId="{29C5C193-6799-4B84-9A05-073020ECB685}" destId="{89340B6E-6C73-416E-B20C-7EA75A90922F}" srcOrd="0" destOrd="0" presId="urn:microsoft.com/office/officeart/2018/2/layout/IconVerticalSolidList"/>
    <dgm:cxn modelId="{3FB5FB1C-27A4-4960-9619-D9707BFD3141}" type="presOf" srcId="{92D2744A-847E-45C1-BD8A-DDFD3F0E5D1B}" destId="{80F7C5E3-0611-4798-9512-888BC6F77AB0}" srcOrd="0" destOrd="0" presId="urn:microsoft.com/office/officeart/2018/2/layout/IconVerticalSolidList"/>
    <dgm:cxn modelId="{6FE35376-A80D-496E-A40E-44353E6AFCFC}" srcId="{92D2744A-847E-45C1-BD8A-DDFD3F0E5D1B}" destId="{3B7B90BF-A388-4EB4-B136-B128B959FEC4}" srcOrd="0" destOrd="0" parTransId="{4F8904C9-51DA-4226-8EB0-C8445E1FA746}" sibTransId="{5D2BFAC7-2CAC-43A6-8F19-981C900E8E62}"/>
    <dgm:cxn modelId="{0D598EA0-BE53-4926-95B4-88ED279428D6}" srcId="{92D2744A-847E-45C1-BD8A-DDFD3F0E5D1B}" destId="{D1145600-2BCE-41D4-8D3C-46253842BCC1}" srcOrd="3" destOrd="0" parTransId="{E9EA4821-CBE5-4FB0-8A96-2C5ACED4C252}" sibTransId="{25FD90CC-C5C3-467B-A9D3-29F8605C0CE4}"/>
    <dgm:cxn modelId="{886B3FAC-1A88-4726-B27C-4DBF00C881A7}" type="presOf" srcId="{A8244608-082D-4C05-B04D-4472D2AFC76E}" destId="{F5B18799-9289-4AAE-A66E-3BC21F0405C5}" srcOrd="0" destOrd="0" presId="urn:microsoft.com/office/officeart/2018/2/layout/IconVerticalSolidList"/>
    <dgm:cxn modelId="{99E6CEB9-630C-4BCD-8718-BDC8B07605FB}" srcId="{92D2744A-847E-45C1-BD8A-DDFD3F0E5D1B}" destId="{A8244608-082D-4C05-B04D-4472D2AFC76E}" srcOrd="2" destOrd="0" parTransId="{45DD0CCF-0EB5-4F01-81E1-00BA8F9A4D7F}" sibTransId="{68CA5BCC-2E56-4534-8799-C18E26A70ED7}"/>
    <dgm:cxn modelId="{DFCF5CBC-9BCE-49EE-B940-EF8D6D6FBB1E}" type="presOf" srcId="{3B7B90BF-A388-4EB4-B136-B128B959FEC4}" destId="{6BA971EA-E911-41B6-A4F6-37C3D68168EE}" srcOrd="0" destOrd="0" presId="urn:microsoft.com/office/officeart/2018/2/layout/IconVerticalSolidList"/>
    <dgm:cxn modelId="{E15DD6C1-AA18-40C7-B008-F8054924354D}" type="presOf" srcId="{D1145600-2BCE-41D4-8D3C-46253842BCC1}" destId="{A082424C-A161-4ADD-A608-7D2FA73B044B}" srcOrd="0" destOrd="0" presId="urn:microsoft.com/office/officeart/2018/2/layout/IconVerticalSolidList"/>
    <dgm:cxn modelId="{4D74E1D4-2B7B-4430-8B41-FD91F2C442F1}" type="presParOf" srcId="{80F7C5E3-0611-4798-9512-888BC6F77AB0}" destId="{75219F57-6FE6-4680-AEC3-031CDB39981E}" srcOrd="0" destOrd="0" presId="urn:microsoft.com/office/officeart/2018/2/layout/IconVerticalSolidList"/>
    <dgm:cxn modelId="{48C53D9E-EC05-4FC0-8AC3-D9BBE5CE2B0A}" type="presParOf" srcId="{75219F57-6FE6-4680-AEC3-031CDB39981E}" destId="{305FFD18-BD8C-44C3-8A87-27C4009BE329}" srcOrd="0" destOrd="0" presId="urn:microsoft.com/office/officeart/2018/2/layout/IconVerticalSolidList"/>
    <dgm:cxn modelId="{5769BE92-1B1D-4476-9827-64AFCC8A4829}" type="presParOf" srcId="{75219F57-6FE6-4680-AEC3-031CDB39981E}" destId="{CA0305ED-B766-41D2-94BB-732EEAC25BAF}" srcOrd="1" destOrd="0" presId="urn:microsoft.com/office/officeart/2018/2/layout/IconVerticalSolidList"/>
    <dgm:cxn modelId="{12AD75F0-2DB0-45EA-981F-C8CA4A947E9F}" type="presParOf" srcId="{75219F57-6FE6-4680-AEC3-031CDB39981E}" destId="{7169365A-B8D6-4FE6-AAAB-BC29B83638B9}" srcOrd="2" destOrd="0" presId="urn:microsoft.com/office/officeart/2018/2/layout/IconVerticalSolidList"/>
    <dgm:cxn modelId="{119A881F-BD4E-4ACB-8A93-7B4D0AD49A90}" type="presParOf" srcId="{75219F57-6FE6-4680-AEC3-031CDB39981E}" destId="{6BA971EA-E911-41B6-A4F6-37C3D68168EE}" srcOrd="3" destOrd="0" presId="urn:microsoft.com/office/officeart/2018/2/layout/IconVerticalSolidList"/>
    <dgm:cxn modelId="{D193D972-501D-4D62-958C-49BC0EDBC12A}" type="presParOf" srcId="{80F7C5E3-0611-4798-9512-888BC6F77AB0}" destId="{66ED9807-B50B-4FBF-BDC0-FA681BF5F133}" srcOrd="1" destOrd="0" presId="urn:microsoft.com/office/officeart/2018/2/layout/IconVerticalSolidList"/>
    <dgm:cxn modelId="{A8DCB4A5-2EBA-48A5-964A-F9E04ABE280D}" type="presParOf" srcId="{80F7C5E3-0611-4798-9512-888BC6F77AB0}" destId="{101C82B0-2EB3-4ED6-8C4E-D7C39EE5E1E5}" srcOrd="2" destOrd="0" presId="urn:microsoft.com/office/officeart/2018/2/layout/IconVerticalSolidList"/>
    <dgm:cxn modelId="{7E53858E-4B8D-4707-885E-51617F9DD6C0}" type="presParOf" srcId="{101C82B0-2EB3-4ED6-8C4E-D7C39EE5E1E5}" destId="{F3CF9BA8-4568-4F9C-9151-EB723AB51073}" srcOrd="0" destOrd="0" presId="urn:microsoft.com/office/officeart/2018/2/layout/IconVerticalSolidList"/>
    <dgm:cxn modelId="{AA120646-6146-422C-809F-ABE0A447A9F6}" type="presParOf" srcId="{101C82B0-2EB3-4ED6-8C4E-D7C39EE5E1E5}" destId="{A38AE7C5-A529-4CA6-ABD0-0E0CCA6D33F6}" srcOrd="1" destOrd="0" presId="urn:microsoft.com/office/officeart/2018/2/layout/IconVerticalSolidList"/>
    <dgm:cxn modelId="{7EE5720C-17A1-49BA-B976-D035E476BB56}" type="presParOf" srcId="{101C82B0-2EB3-4ED6-8C4E-D7C39EE5E1E5}" destId="{AD27CB70-7924-4D07-9FAB-08E4F08CDEAE}" srcOrd="2" destOrd="0" presId="urn:microsoft.com/office/officeart/2018/2/layout/IconVerticalSolidList"/>
    <dgm:cxn modelId="{3BF2B793-3855-4C22-8118-D6231F8C7E73}" type="presParOf" srcId="{101C82B0-2EB3-4ED6-8C4E-D7C39EE5E1E5}" destId="{89340B6E-6C73-416E-B20C-7EA75A90922F}" srcOrd="3" destOrd="0" presId="urn:microsoft.com/office/officeart/2018/2/layout/IconVerticalSolidList"/>
    <dgm:cxn modelId="{0039791F-2D29-49FB-9E37-92D830ED4425}" type="presParOf" srcId="{80F7C5E3-0611-4798-9512-888BC6F77AB0}" destId="{2021BEF0-55A4-48B4-9243-1AA253098F89}" srcOrd="3" destOrd="0" presId="urn:microsoft.com/office/officeart/2018/2/layout/IconVerticalSolidList"/>
    <dgm:cxn modelId="{E883D882-BAF6-40F7-B06F-FED8B00F829B}" type="presParOf" srcId="{80F7C5E3-0611-4798-9512-888BC6F77AB0}" destId="{7CA33598-30CF-4E6C-B89E-5EA90F5C3E78}" srcOrd="4" destOrd="0" presId="urn:microsoft.com/office/officeart/2018/2/layout/IconVerticalSolidList"/>
    <dgm:cxn modelId="{DA11028B-7ADA-4454-985D-AE5800988875}" type="presParOf" srcId="{7CA33598-30CF-4E6C-B89E-5EA90F5C3E78}" destId="{28D0D4AD-8FAF-45D6-A601-883976CA34F7}" srcOrd="0" destOrd="0" presId="urn:microsoft.com/office/officeart/2018/2/layout/IconVerticalSolidList"/>
    <dgm:cxn modelId="{43433677-CCFF-4C71-A4CB-93D8E9032A81}" type="presParOf" srcId="{7CA33598-30CF-4E6C-B89E-5EA90F5C3E78}" destId="{34941F95-60D3-4D90-99E1-98839BE90249}" srcOrd="1" destOrd="0" presId="urn:microsoft.com/office/officeart/2018/2/layout/IconVerticalSolidList"/>
    <dgm:cxn modelId="{EB34C165-23AD-4AC9-AB16-7C1810130051}" type="presParOf" srcId="{7CA33598-30CF-4E6C-B89E-5EA90F5C3E78}" destId="{5B423F3B-C419-419D-9E4A-1A49850E603B}" srcOrd="2" destOrd="0" presId="urn:microsoft.com/office/officeart/2018/2/layout/IconVerticalSolidList"/>
    <dgm:cxn modelId="{062D153A-863A-4A22-B316-3F7A98C1A30C}" type="presParOf" srcId="{7CA33598-30CF-4E6C-B89E-5EA90F5C3E78}" destId="{F5B18799-9289-4AAE-A66E-3BC21F0405C5}" srcOrd="3" destOrd="0" presId="urn:microsoft.com/office/officeart/2018/2/layout/IconVerticalSolidList"/>
    <dgm:cxn modelId="{A63AAD28-EDC4-4660-8092-36B6569C3E31}" type="presParOf" srcId="{80F7C5E3-0611-4798-9512-888BC6F77AB0}" destId="{8F9F1A6B-59F8-43DA-A3A0-3CA0C9498BA2}" srcOrd="5" destOrd="0" presId="urn:microsoft.com/office/officeart/2018/2/layout/IconVerticalSolidList"/>
    <dgm:cxn modelId="{02E4CEC2-8DDB-43DB-A62A-594F864A1B72}" type="presParOf" srcId="{80F7C5E3-0611-4798-9512-888BC6F77AB0}" destId="{4567760A-1BAF-4E99-9FD5-992F3A5941AD}" srcOrd="6" destOrd="0" presId="urn:microsoft.com/office/officeart/2018/2/layout/IconVerticalSolidList"/>
    <dgm:cxn modelId="{6AB04B88-20F4-49CC-BFE1-B4DD1107E6AF}" type="presParOf" srcId="{4567760A-1BAF-4E99-9FD5-992F3A5941AD}" destId="{85F187AF-B38B-458F-9BDF-61EB888C65CE}" srcOrd="0" destOrd="0" presId="urn:microsoft.com/office/officeart/2018/2/layout/IconVerticalSolidList"/>
    <dgm:cxn modelId="{D9C7E645-6007-4A10-81E2-C83FFDE16DF4}" type="presParOf" srcId="{4567760A-1BAF-4E99-9FD5-992F3A5941AD}" destId="{DF9B8A99-2D9D-406B-85B7-7D9130F6E2FA}" srcOrd="1" destOrd="0" presId="urn:microsoft.com/office/officeart/2018/2/layout/IconVerticalSolidList"/>
    <dgm:cxn modelId="{2125CC54-3695-4414-88A4-EF2E517D02B1}" type="presParOf" srcId="{4567760A-1BAF-4E99-9FD5-992F3A5941AD}" destId="{5B356C72-EFA2-40E6-A86D-367E2D81C374}" srcOrd="2" destOrd="0" presId="urn:microsoft.com/office/officeart/2018/2/layout/IconVerticalSolidList"/>
    <dgm:cxn modelId="{F9116C32-5829-4182-9F2D-FA129F06A794}" type="presParOf" srcId="{4567760A-1BAF-4E99-9FD5-992F3A5941AD}" destId="{A082424C-A161-4ADD-A608-7D2FA73B044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9.xml><?xml version="1.0" encoding="utf-8"?>
<dgm:dataModel xmlns:dgm="http://schemas.openxmlformats.org/drawingml/2006/diagram" xmlns:a="http://schemas.openxmlformats.org/drawingml/2006/main">
  <dgm:ptLst>
    <dgm:pt modelId="{BAA64C21-67DF-48B5-A7C1-6FAD5FEED50A}" type="doc">
      <dgm:prSet loTypeId="urn:microsoft.com/office/officeart/2008/layout/LinedList" loCatId="list" qsTypeId="urn:microsoft.com/office/officeart/2005/8/quickstyle/simple1" qsCatId="simple" csTypeId="urn:microsoft.com/office/officeart/2005/8/colors/accent1_3" csCatId="accent1"/>
      <dgm:spPr/>
      <dgm:t>
        <a:bodyPr/>
        <a:lstStyle/>
        <a:p>
          <a:endParaRPr lang="en-US"/>
        </a:p>
      </dgm:t>
    </dgm:pt>
    <dgm:pt modelId="{7DF76711-BFC3-4472-93DD-AE4D835A9482}">
      <dgm:prSet/>
      <dgm:spPr/>
      <dgm:t>
        <a:bodyPr/>
        <a:lstStyle/>
        <a:p>
          <a:r>
            <a:rPr lang="en-US"/>
            <a:t>Transaction ID (TID) locking replaces traditional escalation </a:t>
          </a:r>
        </a:p>
      </dgm:t>
    </dgm:pt>
    <dgm:pt modelId="{97F61758-4DC7-4A47-BDEC-47AE57670F38}" type="parTrans" cxnId="{CDB5DC2F-973C-4EA4-B095-1E2FEF39658E}">
      <dgm:prSet/>
      <dgm:spPr/>
      <dgm:t>
        <a:bodyPr/>
        <a:lstStyle/>
        <a:p>
          <a:endParaRPr lang="en-US"/>
        </a:p>
      </dgm:t>
    </dgm:pt>
    <dgm:pt modelId="{EF6C4570-1151-4BB6-A823-2A12902CB3E6}" type="sibTrans" cxnId="{CDB5DC2F-973C-4EA4-B095-1E2FEF39658E}">
      <dgm:prSet/>
      <dgm:spPr/>
      <dgm:t>
        <a:bodyPr/>
        <a:lstStyle/>
        <a:p>
          <a:endParaRPr lang="en-US"/>
        </a:p>
      </dgm:t>
    </dgm:pt>
    <dgm:pt modelId="{BD20D370-4D6D-41F8-9995-7811FC56D829}">
      <dgm:prSet/>
      <dgm:spPr/>
      <dgm:t>
        <a:bodyPr/>
        <a:lstStyle/>
        <a:p>
          <a:r>
            <a:rPr lang="en-US" dirty="0"/>
            <a:t>Hint free lock management built into the engine </a:t>
          </a:r>
        </a:p>
      </dgm:t>
    </dgm:pt>
    <dgm:pt modelId="{34CB2643-0CC5-4F55-A7C9-C6921BBF949C}" type="parTrans" cxnId="{24E15AC6-87E7-409D-A25C-F1CA74E3845A}">
      <dgm:prSet/>
      <dgm:spPr/>
      <dgm:t>
        <a:bodyPr/>
        <a:lstStyle/>
        <a:p>
          <a:endParaRPr lang="en-US"/>
        </a:p>
      </dgm:t>
    </dgm:pt>
    <dgm:pt modelId="{E4C2E341-0404-42BD-ADE5-C8AD2F973865}" type="sibTrans" cxnId="{24E15AC6-87E7-409D-A25C-F1CA74E3845A}">
      <dgm:prSet/>
      <dgm:spPr/>
      <dgm:t>
        <a:bodyPr/>
        <a:lstStyle/>
        <a:p>
          <a:endParaRPr lang="en-US"/>
        </a:p>
      </dgm:t>
    </dgm:pt>
    <dgm:pt modelId="{677BA900-D78E-4BF2-A432-71A9D20BDABE}">
      <dgm:prSet/>
      <dgm:spPr/>
      <dgm:t>
        <a:bodyPr/>
        <a:lstStyle/>
        <a:p>
          <a:r>
            <a:rPr lang="en-US"/>
            <a:t>Already proven in Azure SQL Database </a:t>
          </a:r>
        </a:p>
      </dgm:t>
    </dgm:pt>
    <dgm:pt modelId="{46A1FDB8-77C0-4BE8-8B20-350604919306}" type="parTrans" cxnId="{99E11B19-1FE7-4950-87DE-B06071458F54}">
      <dgm:prSet/>
      <dgm:spPr/>
      <dgm:t>
        <a:bodyPr/>
        <a:lstStyle/>
        <a:p>
          <a:endParaRPr lang="en-US"/>
        </a:p>
      </dgm:t>
    </dgm:pt>
    <dgm:pt modelId="{E27AE00F-D8FA-48A8-ABA2-DA1087D54DE9}" type="sibTrans" cxnId="{99E11B19-1FE7-4950-87DE-B06071458F54}">
      <dgm:prSet/>
      <dgm:spPr/>
      <dgm:t>
        <a:bodyPr/>
        <a:lstStyle/>
        <a:p>
          <a:endParaRPr lang="en-US"/>
        </a:p>
      </dgm:t>
    </dgm:pt>
    <dgm:pt modelId="{4ACAAC26-1BE3-4BA7-BD52-73D760053C92}">
      <dgm:prSet/>
      <dgm:spPr/>
      <dgm:t>
        <a:bodyPr/>
        <a:lstStyle/>
        <a:p>
          <a:r>
            <a:rPr lang="en-US"/>
            <a:t>No application code changes required</a:t>
          </a:r>
        </a:p>
      </dgm:t>
    </dgm:pt>
    <dgm:pt modelId="{13C8BA08-194F-4316-ABC3-48056392EA4E}" type="parTrans" cxnId="{9D766502-5FC4-4AE6-A12C-C6ACF985563C}">
      <dgm:prSet/>
      <dgm:spPr/>
      <dgm:t>
        <a:bodyPr/>
        <a:lstStyle/>
        <a:p>
          <a:endParaRPr lang="en-US"/>
        </a:p>
      </dgm:t>
    </dgm:pt>
    <dgm:pt modelId="{AA3132DE-66BA-4F32-A3DE-43631E364B45}" type="sibTrans" cxnId="{9D766502-5FC4-4AE6-A12C-C6ACF985563C}">
      <dgm:prSet/>
      <dgm:spPr/>
      <dgm:t>
        <a:bodyPr/>
        <a:lstStyle/>
        <a:p>
          <a:endParaRPr lang="en-US"/>
        </a:p>
      </dgm:t>
    </dgm:pt>
    <dgm:pt modelId="{6FC6DCB7-CF1F-2E44-AE77-20B350C7E576}" type="pres">
      <dgm:prSet presAssocID="{BAA64C21-67DF-48B5-A7C1-6FAD5FEED50A}" presName="vert0" presStyleCnt="0">
        <dgm:presLayoutVars>
          <dgm:dir/>
          <dgm:animOne val="branch"/>
          <dgm:animLvl val="lvl"/>
        </dgm:presLayoutVars>
      </dgm:prSet>
      <dgm:spPr/>
    </dgm:pt>
    <dgm:pt modelId="{458FC149-54DC-914C-8A1D-9158FE4028BB}" type="pres">
      <dgm:prSet presAssocID="{7DF76711-BFC3-4472-93DD-AE4D835A9482}" presName="thickLine" presStyleLbl="alignNode1" presStyleIdx="0" presStyleCnt="4"/>
      <dgm:spPr/>
    </dgm:pt>
    <dgm:pt modelId="{80D1A146-51BE-404F-8A26-7A07DC55A6FF}" type="pres">
      <dgm:prSet presAssocID="{7DF76711-BFC3-4472-93DD-AE4D835A9482}" presName="horz1" presStyleCnt="0"/>
      <dgm:spPr/>
    </dgm:pt>
    <dgm:pt modelId="{4A5E28BB-1786-6C45-A80B-4FDF3E66B63D}" type="pres">
      <dgm:prSet presAssocID="{7DF76711-BFC3-4472-93DD-AE4D835A9482}" presName="tx1" presStyleLbl="revTx" presStyleIdx="0" presStyleCnt="4"/>
      <dgm:spPr/>
    </dgm:pt>
    <dgm:pt modelId="{CB094E83-3D6C-BF48-96F1-847B63FDCC77}" type="pres">
      <dgm:prSet presAssocID="{7DF76711-BFC3-4472-93DD-AE4D835A9482}" presName="vert1" presStyleCnt="0"/>
      <dgm:spPr/>
    </dgm:pt>
    <dgm:pt modelId="{6203B188-0CA3-F14C-BA06-F230AB45C914}" type="pres">
      <dgm:prSet presAssocID="{BD20D370-4D6D-41F8-9995-7811FC56D829}" presName="thickLine" presStyleLbl="alignNode1" presStyleIdx="1" presStyleCnt="4"/>
      <dgm:spPr/>
    </dgm:pt>
    <dgm:pt modelId="{0C36A23E-64EE-ED4C-BB7B-C12DC2088DF2}" type="pres">
      <dgm:prSet presAssocID="{BD20D370-4D6D-41F8-9995-7811FC56D829}" presName="horz1" presStyleCnt="0"/>
      <dgm:spPr/>
    </dgm:pt>
    <dgm:pt modelId="{E3FD9EC2-F75A-3443-AB7B-BFA9619678CB}" type="pres">
      <dgm:prSet presAssocID="{BD20D370-4D6D-41F8-9995-7811FC56D829}" presName="tx1" presStyleLbl="revTx" presStyleIdx="1" presStyleCnt="4"/>
      <dgm:spPr/>
    </dgm:pt>
    <dgm:pt modelId="{D45EE712-565D-E34F-91AF-025D47E76884}" type="pres">
      <dgm:prSet presAssocID="{BD20D370-4D6D-41F8-9995-7811FC56D829}" presName="vert1" presStyleCnt="0"/>
      <dgm:spPr/>
    </dgm:pt>
    <dgm:pt modelId="{1FA208F2-A69B-E840-95ED-165EB50AAA6E}" type="pres">
      <dgm:prSet presAssocID="{677BA900-D78E-4BF2-A432-71A9D20BDABE}" presName="thickLine" presStyleLbl="alignNode1" presStyleIdx="2" presStyleCnt="4"/>
      <dgm:spPr/>
    </dgm:pt>
    <dgm:pt modelId="{E0936D91-327D-4B46-9825-A9D17AB87E35}" type="pres">
      <dgm:prSet presAssocID="{677BA900-D78E-4BF2-A432-71A9D20BDABE}" presName="horz1" presStyleCnt="0"/>
      <dgm:spPr/>
    </dgm:pt>
    <dgm:pt modelId="{A1E19084-FFBC-C94C-82BB-76B8BD1D7BC3}" type="pres">
      <dgm:prSet presAssocID="{677BA900-D78E-4BF2-A432-71A9D20BDABE}" presName="tx1" presStyleLbl="revTx" presStyleIdx="2" presStyleCnt="4"/>
      <dgm:spPr/>
    </dgm:pt>
    <dgm:pt modelId="{495E3BBD-5FC2-9344-9972-F55C49F8F831}" type="pres">
      <dgm:prSet presAssocID="{677BA900-D78E-4BF2-A432-71A9D20BDABE}" presName="vert1" presStyleCnt="0"/>
      <dgm:spPr/>
    </dgm:pt>
    <dgm:pt modelId="{FA06112C-AF40-D346-AB9C-E1EE8D7CACD9}" type="pres">
      <dgm:prSet presAssocID="{4ACAAC26-1BE3-4BA7-BD52-73D760053C92}" presName="thickLine" presStyleLbl="alignNode1" presStyleIdx="3" presStyleCnt="4"/>
      <dgm:spPr/>
    </dgm:pt>
    <dgm:pt modelId="{E6F7DF58-D211-2848-99C9-DF1EB242A17E}" type="pres">
      <dgm:prSet presAssocID="{4ACAAC26-1BE3-4BA7-BD52-73D760053C92}" presName="horz1" presStyleCnt="0"/>
      <dgm:spPr/>
    </dgm:pt>
    <dgm:pt modelId="{38E56F89-514E-AC42-A392-492FF34A2D64}" type="pres">
      <dgm:prSet presAssocID="{4ACAAC26-1BE3-4BA7-BD52-73D760053C92}" presName="tx1" presStyleLbl="revTx" presStyleIdx="3" presStyleCnt="4"/>
      <dgm:spPr/>
    </dgm:pt>
    <dgm:pt modelId="{2E632050-D7AF-6D44-A7FD-CCF3C52CA101}" type="pres">
      <dgm:prSet presAssocID="{4ACAAC26-1BE3-4BA7-BD52-73D760053C92}" presName="vert1" presStyleCnt="0"/>
      <dgm:spPr/>
    </dgm:pt>
  </dgm:ptLst>
  <dgm:cxnLst>
    <dgm:cxn modelId="{9D766502-5FC4-4AE6-A12C-C6ACF985563C}" srcId="{BAA64C21-67DF-48B5-A7C1-6FAD5FEED50A}" destId="{4ACAAC26-1BE3-4BA7-BD52-73D760053C92}" srcOrd="3" destOrd="0" parTransId="{13C8BA08-194F-4316-ABC3-48056392EA4E}" sibTransId="{AA3132DE-66BA-4F32-A3DE-43631E364B45}"/>
    <dgm:cxn modelId="{99E11B19-1FE7-4950-87DE-B06071458F54}" srcId="{BAA64C21-67DF-48B5-A7C1-6FAD5FEED50A}" destId="{677BA900-D78E-4BF2-A432-71A9D20BDABE}" srcOrd="2" destOrd="0" parTransId="{46A1FDB8-77C0-4BE8-8B20-350604919306}" sibTransId="{E27AE00F-D8FA-48A8-ABA2-DA1087D54DE9}"/>
    <dgm:cxn modelId="{CDB5DC2F-973C-4EA4-B095-1E2FEF39658E}" srcId="{BAA64C21-67DF-48B5-A7C1-6FAD5FEED50A}" destId="{7DF76711-BFC3-4472-93DD-AE4D835A9482}" srcOrd="0" destOrd="0" parTransId="{97F61758-4DC7-4A47-BDEC-47AE57670F38}" sibTransId="{EF6C4570-1151-4BB6-A823-2A12902CB3E6}"/>
    <dgm:cxn modelId="{791CB149-384D-694A-9260-F6DD8D35F5ED}" type="presOf" srcId="{7DF76711-BFC3-4472-93DD-AE4D835A9482}" destId="{4A5E28BB-1786-6C45-A80B-4FDF3E66B63D}" srcOrd="0" destOrd="0" presId="urn:microsoft.com/office/officeart/2008/layout/LinedList"/>
    <dgm:cxn modelId="{808AE17B-B921-5346-B85E-B39910C83538}" type="presOf" srcId="{4ACAAC26-1BE3-4BA7-BD52-73D760053C92}" destId="{38E56F89-514E-AC42-A392-492FF34A2D64}" srcOrd="0" destOrd="0" presId="urn:microsoft.com/office/officeart/2008/layout/LinedList"/>
    <dgm:cxn modelId="{24E15AC6-87E7-409D-A25C-F1CA74E3845A}" srcId="{BAA64C21-67DF-48B5-A7C1-6FAD5FEED50A}" destId="{BD20D370-4D6D-41F8-9995-7811FC56D829}" srcOrd="1" destOrd="0" parTransId="{34CB2643-0CC5-4F55-A7C9-C6921BBF949C}" sibTransId="{E4C2E341-0404-42BD-ADE5-C8AD2F973865}"/>
    <dgm:cxn modelId="{03A4B5CE-09E7-E94D-BD8E-CE08CEFA6C2D}" type="presOf" srcId="{BD20D370-4D6D-41F8-9995-7811FC56D829}" destId="{E3FD9EC2-F75A-3443-AB7B-BFA9619678CB}" srcOrd="0" destOrd="0" presId="urn:microsoft.com/office/officeart/2008/layout/LinedList"/>
    <dgm:cxn modelId="{63FD3CD0-13E9-0C4B-83DA-FFB847A71450}" type="presOf" srcId="{BAA64C21-67DF-48B5-A7C1-6FAD5FEED50A}" destId="{6FC6DCB7-CF1F-2E44-AE77-20B350C7E576}" srcOrd="0" destOrd="0" presId="urn:microsoft.com/office/officeart/2008/layout/LinedList"/>
    <dgm:cxn modelId="{9BAB4BD6-A6CD-8140-9089-FA1DD6E51D80}" type="presOf" srcId="{677BA900-D78E-4BF2-A432-71A9D20BDABE}" destId="{A1E19084-FFBC-C94C-82BB-76B8BD1D7BC3}" srcOrd="0" destOrd="0" presId="urn:microsoft.com/office/officeart/2008/layout/LinedList"/>
    <dgm:cxn modelId="{EF5EF28A-707E-C94C-82FF-E6E601133F21}" type="presParOf" srcId="{6FC6DCB7-CF1F-2E44-AE77-20B350C7E576}" destId="{458FC149-54DC-914C-8A1D-9158FE4028BB}" srcOrd="0" destOrd="0" presId="urn:microsoft.com/office/officeart/2008/layout/LinedList"/>
    <dgm:cxn modelId="{C23F0016-6C63-7245-8F80-BC3956BE3B78}" type="presParOf" srcId="{6FC6DCB7-CF1F-2E44-AE77-20B350C7E576}" destId="{80D1A146-51BE-404F-8A26-7A07DC55A6FF}" srcOrd="1" destOrd="0" presId="urn:microsoft.com/office/officeart/2008/layout/LinedList"/>
    <dgm:cxn modelId="{1860FB7A-7B83-9E41-B128-84D9BFE0118F}" type="presParOf" srcId="{80D1A146-51BE-404F-8A26-7A07DC55A6FF}" destId="{4A5E28BB-1786-6C45-A80B-4FDF3E66B63D}" srcOrd="0" destOrd="0" presId="urn:microsoft.com/office/officeart/2008/layout/LinedList"/>
    <dgm:cxn modelId="{FB57CCD7-E996-2041-8B99-D04A1C6C504F}" type="presParOf" srcId="{80D1A146-51BE-404F-8A26-7A07DC55A6FF}" destId="{CB094E83-3D6C-BF48-96F1-847B63FDCC77}" srcOrd="1" destOrd="0" presId="urn:microsoft.com/office/officeart/2008/layout/LinedList"/>
    <dgm:cxn modelId="{A7FA8358-4A6F-0D45-994B-BC4A9DED3663}" type="presParOf" srcId="{6FC6DCB7-CF1F-2E44-AE77-20B350C7E576}" destId="{6203B188-0CA3-F14C-BA06-F230AB45C914}" srcOrd="2" destOrd="0" presId="urn:microsoft.com/office/officeart/2008/layout/LinedList"/>
    <dgm:cxn modelId="{6AC6F3B6-D041-6A43-9E00-354FED818B96}" type="presParOf" srcId="{6FC6DCB7-CF1F-2E44-AE77-20B350C7E576}" destId="{0C36A23E-64EE-ED4C-BB7B-C12DC2088DF2}" srcOrd="3" destOrd="0" presId="urn:microsoft.com/office/officeart/2008/layout/LinedList"/>
    <dgm:cxn modelId="{8910AA70-6C93-614B-833E-014905E7B939}" type="presParOf" srcId="{0C36A23E-64EE-ED4C-BB7B-C12DC2088DF2}" destId="{E3FD9EC2-F75A-3443-AB7B-BFA9619678CB}" srcOrd="0" destOrd="0" presId="urn:microsoft.com/office/officeart/2008/layout/LinedList"/>
    <dgm:cxn modelId="{91D05E7D-1374-2444-9068-F37114DE59B8}" type="presParOf" srcId="{0C36A23E-64EE-ED4C-BB7B-C12DC2088DF2}" destId="{D45EE712-565D-E34F-91AF-025D47E76884}" srcOrd="1" destOrd="0" presId="urn:microsoft.com/office/officeart/2008/layout/LinedList"/>
    <dgm:cxn modelId="{C2E394E6-1884-7C47-B23C-8A3B311C441A}" type="presParOf" srcId="{6FC6DCB7-CF1F-2E44-AE77-20B350C7E576}" destId="{1FA208F2-A69B-E840-95ED-165EB50AAA6E}" srcOrd="4" destOrd="0" presId="urn:microsoft.com/office/officeart/2008/layout/LinedList"/>
    <dgm:cxn modelId="{FEBFB79E-E189-734C-84CF-EBB596A236E4}" type="presParOf" srcId="{6FC6DCB7-CF1F-2E44-AE77-20B350C7E576}" destId="{E0936D91-327D-4B46-9825-A9D17AB87E35}" srcOrd="5" destOrd="0" presId="urn:microsoft.com/office/officeart/2008/layout/LinedList"/>
    <dgm:cxn modelId="{4A5A7E02-FF2F-7041-9101-76417619DBEB}" type="presParOf" srcId="{E0936D91-327D-4B46-9825-A9D17AB87E35}" destId="{A1E19084-FFBC-C94C-82BB-76B8BD1D7BC3}" srcOrd="0" destOrd="0" presId="urn:microsoft.com/office/officeart/2008/layout/LinedList"/>
    <dgm:cxn modelId="{96CA576F-08B5-244C-874E-AA796FCC07AC}" type="presParOf" srcId="{E0936D91-327D-4B46-9825-A9D17AB87E35}" destId="{495E3BBD-5FC2-9344-9972-F55C49F8F831}" srcOrd="1" destOrd="0" presId="urn:microsoft.com/office/officeart/2008/layout/LinedList"/>
    <dgm:cxn modelId="{EBC76401-3708-A94B-9DBF-E924DCDC8D8A}" type="presParOf" srcId="{6FC6DCB7-CF1F-2E44-AE77-20B350C7E576}" destId="{FA06112C-AF40-D346-AB9C-E1EE8D7CACD9}" srcOrd="6" destOrd="0" presId="urn:microsoft.com/office/officeart/2008/layout/LinedList"/>
    <dgm:cxn modelId="{24702B66-0C8B-E442-A4A8-B33FE45D016B}" type="presParOf" srcId="{6FC6DCB7-CF1F-2E44-AE77-20B350C7E576}" destId="{E6F7DF58-D211-2848-99C9-DF1EB242A17E}" srcOrd="7" destOrd="0" presId="urn:microsoft.com/office/officeart/2008/layout/LinedList"/>
    <dgm:cxn modelId="{16D01DE0-1C89-5A48-9060-CDDE4B104050}" type="presParOf" srcId="{E6F7DF58-D211-2848-99C9-DF1EB242A17E}" destId="{38E56F89-514E-AC42-A392-492FF34A2D64}" srcOrd="0" destOrd="0" presId="urn:microsoft.com/office/officeart/2008/layout/LinedList"/>
    <dgm:cxn modelId="{E50F81FC-4EDF-2840-AA6B-B974CCA805D6}" type="presParOf" srcId="{E6F7DF58-D211-2848-99C9-DF1EB242A17E}" destId="{2E632050-D7AF-6D44-A7FD-CCF3C52CA101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0.xml><?xml version="1.0" encoding="utf-8"?>
<dgm:dataModel xmlns:dgm="http://schemas.openxmlformats.org/drawingml/2006/diagram" xmlns:a="http://schemas.openxmlformats.org/drawingml/2006/main">
  <dgm:ptLst>
    <dgm:pt modelId="{80B4E1C1-6AB3-4AF9-B427-E5F51BB7AF57}" type="doc">
      <dgm:prSet loTypeId="urn:microsoft.com/office/officeart/2018/2/layout/IconVerticalSolidList" loCatId="icon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021BD4EA-D16F-40F5-9A61-C29579F7053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Dramatically improved concurrency for update-heavy workloads</a:t>
          </a:r>
        </a:p>
      </dgm:t>
    </dgm:pt>
    <dgm:pt modelId="{D40F0703-1D57-4081-B241-B293ECE46708}" type="parTrans" cxnId="{39E1C901-AE50-43A7-BC77-4ADA26F601BB}">
      <dgm:prSet/>
      <dgm:spPr/>
      <dgm:t>
        <a:bodyPr/>
        <a:lstStyle/>
        <a:p>
          <a:endParaRPr lang="en-US"/>
        </a:p>
      </dgm:t>
    </dgm:pt>
    <dgm:pt modelId="{81B888FF-5A2B-401B-A9F1-B74997AA8C44}" type="sibTrans" cxnId="{39E1C901-AE50-43A7-BC77-4ADA26F601BB}">
      <dgm:prSet/>
      <dgm:spPr/>
      <dgm:t>
        <a:bodyPr/>
        <a:lstStyle/>
        <a:p>
          <a:endParaRPr lang="en-US"/>
        </a:p>
      </dgm:t>
    </dgm:pt>
    <dgm:pt modelId="{CE5DC861-E1C0-4036-BA2B-5854ED24F30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Reduced lock memory overhead</a:t>
          </a:r>
        </a:p>
      </dgm:t>
    </dgm:pt>
    <dgm:pt modelId="{0FA8755A-F9B4-4870-9FB3-8388D530E99A}" type="parTrans" cxnId="{07568FC0-9E63-40ED-9BAB-E432073B666D}">
      <dgm:prSet/>
      <dgm:spPr/>
      <dgm:t>
        <a:bodyPr/>
        <a:lstStyle/>
        <a:p>
          <a:endParaRPr lang="en-US"/>
        </a:p>
      </dgm:t>
    </dgm:pt>
    <dgm:pt modelId="{D6CEAE80-446C-44F7-A989-4EF716D31562}" type="sibTrans" cxnId="{07568FC0-9E63-40ED-9BAB-E432073B666D}">
      <dgm:prSet/>
      <dgm:spPr/>
      <dgm:t>
        <a:bodyPr/>
        <a:lstStyle/>
        <a:p>
          <a:endParaRPr lang="en-US"/>
        </a:p>
      </dgm:t>
    </dgm:pt>
    <dgm:pt modelId="{F7BED0B9-ED2A-44FC-A189-4383BB3D9C3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Eliminated lock escalation blocking scenarios</a:t>
          </a:r>
        </a:p>
      </dgm:t>
    </dgm:pt>
    <dgm:pt modelId="{25E618F3-8198-45DC-99EE-834199CF0FA8}" type="parTrans" cxnId="{4FB0D04B-A364-4765-A828-FE9E3DAC3D23}">
      <dgm:prSet/>
      <dgm:spPr/>
      <dgm:t>
        <a:bodyPr/>
        <a:lstStyle/>
        <a:p>
          <a:endParaRPr lang="en-US"/>
        </a:p>
      </dgm:t>
    </dgm:pt>
    <dgm:pt modelId="{413490A6-7F1A-4CD3-8EF8-B634F181DCBF}" type="sibTrans" cxnId="{4FB0D04B-A364-4765-A828-FE9E3DAC3D23}">
      <dgm:prSet/>
      <dgm:spPr/>
      <dgm:t>
        <a:bodyPr/>
        <a:lstStyle/>
        <a:p>
          <a:endParaRPr lang="en-US"/>
        </a:p>
      </dgm:t>
    </dgm:pt>
    <dgm:pt modelId="{A99822C0-B3CF-4C91-9BB7-F4AE875590A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Simpler troubleshooting — fewer locking-related issues</a:t>
          </a:r>
        </a:p>
      </dgm:t>
    </dgm:pt>
    <dgm:pt modelId="{F1539BF5-954A-4B1E-9778-AAB266429145}" type="parTrans" cxnId="{88946129-41FE-4141-B140-0745C58DA1EC}">
      <dgm:prSet/>
      <dgm:spPr/>
      <dgm:t>
        <a:bodyPr/>
        <a:lstStyle/>
        <a:p>
          <a:endParaRPr lang="en-US"/>
        </a:p>
      </dgm:t>
    </dgm:pt>
    <dgm:pt modelId="{3DFE0D27-568C-4C3A-8C98-C4989268E4CC}" type="sibTrans" cxnId="{88946129-41FE-4141-B140-0745C58DA1EC}">
      <dgm:prSet/>
      <dgm:spPr/>
      <dgm:t>
        <a:bodyPr/>
        <a:lstStyle/>
        <a:p>
          <a:endParaRPr lang="en-US"/>
        </a:p>
      </dgm:t>
    </dgm:pt>
    <dgm:pt modelId="{675298D5-2E3D-4913-9148-0374ECDEC62C}" type="pres">
      <dgm:prSet presAssocID="{80B4E1C1-6AB3-4AF9-B427-E5F51BB7AF57}" presName="root" presStyleCnt="0">
        <dgm:presLayoutVars>
          <dgm:dir/>
          <dgm:resizeHandles val="exact"/>
        </dgm:presLayoutVars>
      </dgm:prSet>
      <dgm:spPr/>
    </dgm:pt>
    <dgm:pt modelId="{40B22CC1-7574-4121-BAF7-70FAD52F6615}" type="pres">
      <dgm:prSet presAssocID="{021BD4EA-D16F-40F5-9A61-C29579F7053B}" presName="compNode" presStyleCnt="0"/>
      <dgm:spPr/>
    </dgm:pt>
    <dgm:pt modelId="{D1E6EC80-8CE8-44EE-9CFD-CE139C88B1FA}" type="pres">
      <dgm:prSet presAssocID="{021BD4EA-D16F-40F5-9A61-C29579F7053B}" presName="bgRect" presStyleLbl="bgShp" presStyleIdx="0" presStyleCnt="4"/>
      <dgm:spPr/>
    </dgm:pt>
    <dgm:pt modelId="{428DF12B-2D22-41D5-AB74-D1BC6DC85B10}" type="pres">
      <dgm:prSet presAssocID="{021BD4EA-D16F-40F5-9A61-C29579F7053B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rrow Circle"/>
        </a:ext>
      </dgm:extLst>
    </dgm:pt>
    <dgm:pt modelId="{B8BC2FC0-38A4-4280-9E40-566706FC390B}" type="pres">
      <dgm:prSet presAssocID="{021BD4EA-D16F-40F5-9A61-C29579F7053B}" presName="spaceRect" presStyleCnt="0"/>
      <dgm:spPr/>
    </dgm:pt>
    <dgm:pt modelId="{9C6C007F-339D-4AC4-B433-15981FA696D2}" type="pres">
      <dgm:prSet presAssocID="{021BD4EA-D16F-40F5-9A61-C29579F7053B}" presName="parTx" presStyleLbl="revTx" presStyleIdx="0" presStyleCnt="4">
        <dgm:presLayoutVars>
          <dgm:chMax val="0"/>
          <dgm:chPref val="0"/>
        </dgm:presLayoutVars>
      </dgm:prSet>
      <dgm:spPr/>
    </dgm:pt>
    <dgm:pt modelId="{C5D897BB-6CE0-45A4-BDA7-D3EFF1189519}" type="pres">
      <dgm:prSet presAssocID="{81B888FF-5A2B-401B-A9F1-B74997AA8C44}" presName="sibTrans" presStyleCnt="0"/>
      <dgm:spPr/>
    </dgm:pt>
    <dgm:pt modelId="{8BFE39C2-83E8-4C14-8016-540A0B3FB84F}" type="pres">
      <dgm:prSet presAssocID="{CE5DC861-E1C0-4036-BA2B-5854ED24F307}" presName="compNode" presStyleCnt="0"/>
      <dgm:spPr/>
    </dgm:pt>
    <dgm:pt modelId="{E6570D5F-14E5-4923-8235-1F8BA7696CE0}" type="pres">
      <dgm:prSet presAssocID="{CE5DC861-E1C0-4036-BA2B-5854ED24F307}" presName="bgRect" presStyleLbl="bgShp" presStyleIdx="1" presStyleCnt="4"/>
      <dgm:spPr/>
    </dgm:pt>
    <dgm:pt modelId="{BC1A7A17-7C7B-4093-A9E2-1EA9479E0E99}" type="pres">
      <dgm:prSet presAssocID="{CE5DC861-E1C0-4036-BA2B-5854ED24F307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8168F3FD-9EA7-40FB-BCE6-084257D1B791}" type="pres">
      <dgm:prSet presAssocID="{CE5DC861-E1C0-4036-BA2B-5854ED24F307}" presName="spaceRect" presStyleCnt="0"/>
      <dgm:spPr/>
    </dgm:pt>
    <dgm:pt modelId="{E2D70EF4-8BE1-4E5C-B040-740CF8501742}" type="pres">
      <dgm:prSet presAssocID="{CE5DC861-E1C0-4036-BA2B-5854ED24F307}" presName="parTx" presStyleLbl="revTx" presStyleIdx="1" presStyleCnt="4">
        <dgm:presLayoutVars>
          <dgm:chMax val="0"/>
          <dgm:chPref val="0"/>
        </dgm:presLayoutVars>
      </dgm:prSet>
      <dgm:spPr/>
    </dgm:pt>
    <dgm:pt modelId="{A8D9B9FA-4411-4110-8A3C-3F46D6ED604C}" type="pres">
      <dgm:prSet presAssocID="{D6CEAE80-446C-44F7-A989-4EF716D31562}" presName="sibTrans" presStyleCnt="0"/>
      <dgm:spPr/>
    </dgm:pt>
    <dgm:pt modelId="{0C644411-736F-4CE0-A487-2165DE48804B}" type="pres">
      <dgm:prSet presAssocID="{F7BED0B9-ED2A-44FC-A189-4383BB3D9C3D}" presName="compNode" presStyleCnt="0"/>
      <dgm:spPr/>
    </dgm:pt>
    <dgm:pt modelId="{85A7A09F-B5D2-4D49-854D-351D9B1F65DF}" type="pres">
      <dgm:prSet presAssocID="{F7BED0B9-ED2A-44FC-A189-4383BB3D9C3D}" presName="bgRect" presStyleLbl="bgShp" presStyleIdx="2" presStyleCnt="4"/>
      <dgm:spPr/>
    </dgm:pt>
    <dgm:pt modelId="{F0BD9D43-BB05-43FD-859D-58AFE0AF9C78}" type="pres">
      <dgm:prSet presAssocID="{F7BED0B9-ED2A-44FC-A189-4383BB3D9C3D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39B85827-555D-465B-BCD8-510079BFB7AA}" type="pres">
      <dgm:prSet presAssocID="{F7BED0B9-ED2A-44FC-A189-4383BB3D9C3D}" presName="spaceRect" presStyleCnt="0"/>
      <dgm:spPr/>
    </dgm:pt>
    <dgm:pt modelId="{1C7A7D9F-C09F-4A6A-84E6-78F24207CE92}" type="pres">
      <dgm:prSet presAssocID="{F7BED0B9-ED2A-44FC-A189-4383BB3D9C3D}" presName="parTx" presStyleLbl="revTx" presStyleIdx="2" presStyleCnt="4">
        <dgm:presLayoutVars>
          <dgm:chMax val="0"/>
          <dgm:chPref val="0"/>
        </dgm:presLayoutVars>
      </dgm:prSet>
      <dgm:spPr/>
    </dgm:pt>
    <dgm:pt modelId="{960955A6-9B54-4D20-8C60-9587837FB84A}" type="pres">
      <dgm:prSet presAssocID="{413490A6-7F1A-4CD3-8EF8-B634F181DCBF}" presName="sibTrans" presStyleCnt="0"/>
      <dgm:spPr/>
    </dgm:pt>
    <dgm:pt modelId="{BCD55349-A501-474D-A79D-22CA619F9CDF}" type="pres">
      <dgm:prSet presAssocID="{A99822C0-B3CF-4C91-9BB7-F4AE875590AB}" presName="compNode" presStyleCnt="0"/>
      <dgm:spPr/>
    </dgm:pt>
    <dgm:pt modelId="{1BF15839-E9E8-43D8-9B99-FF2282E4D275}" type="pres">
      <dgm:prSet presAssocID="{A99822C0-B3CF-4C91-9BB7-F4AE875590AB}" presName="bgRect" presStyleLbl="bgShp" presStyleIdx="3" presStyleCnt="4"/>
      <dgm:spPr/>
    </dgm:pt>
    <dgm:pt modelId="{CA6A8D83-42A1-4EC5-889A-B7972D99D6BE}" type="pres">
      <dgm:prSet presAssocID="{A99822C0-B3CF-4C91-9BB7-F4AE875590AB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ools"/>
        </a:ext>
      </dgm:extLst>
    </dgm:pt>
    <dgm:pt modelId="{1095403F-DE92-4B67-BB20-E7358ED59611}" type="pres">
      <dgm:prSet presAssocID="{A99822C0-B3CF-4C91-9BB7-F4AE875590AB}" presName="spaceRect" presStyleCnt="0"/>
      <dgm:spPr/>
    </dgm:pt>
    <dgm:pt modelId="{9F76F497-2050-4D67-8B1D-568406DEC8C5}" type="pres">
      <dgm:prSet presAssocID="{A99822C0-B3CF-4C91-9BB7-F4AE875590AB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39E1C901-AE50-43A7-BC77-4ADA26F601BB}" srcId="{80B4E1C1-6AB3-4AF9-B427-E5F51BB7AF57}" destId="{021BD4EA-D16F-40F5-9A61-C29579F7053B}" srcOrd="0" destOrd="0" parTransId="{D40F0703-1D57-4081-B241-B293ECE46708}" sibTransId="{81B888FF-5A2B-401B-A9F1-B74997AA8C44}"/>
    <dgm:cxn modelId="{0C5DD616-B49A-442B-A4F3-84ED15BFF651}" type="presOf" srcId="{80B4E1C1-6AB3-4AF9-B427-E5F51BB7AF57}" destId="{675298D5-2E3D-4913-9148-0374ECDEC62C}" srcOrd="0" destOrd="0" presId="urn:microsoft.com/office/officeart/2018/2/layout/IconVerticalSolidList"/>
    <dgm:cxn modelId="{88946129-41FE-4141-B140-0745C58DA1EC}" srcId="{80B4E1C1-6AB3-4AF9-B427-E5F51BB7AF57}" destId="{A99822C0-B3CF-4C91-9BB7-F4AE875590AB}" srcOrd="3" destOrd="0" parTransId="{F1539BF5-954A-4B1E-9778-AAB266429145}" sibTransId="{3DFE0D27-568C-4C3A-8C98-C4989268E4CC}"/>
    <dgm:cxn modelId="{D826FA30-9B7A-432A-A772-25CB6BEA855C}" type="presOf" srcId="{A99822C0-B3CF-4C91-9BB7-F4AE875590AB}" destId="{9F76F497-2050-4D67-8B1D-568406DEC8C5}" srcOrd="0" destOrd="0" presId="urn:microsoft.com/office/officeart/2018/2/layout/IconVerticalSolidList"/>
    <dgm:cxn modelId="{D0A3CE66-B659-4523-BC96-B8223D832D26}" type="presOf" srcId="{F7BED0B9-ED2A-44FC-A189-4383BB3D9C3D}" destId="{1C7A7D9F-C09F-4A6A-84E6-78F24207CE92}" srcOrd="0" destOrd="0" presId="urn:microsoft.com/office/officeart/2018/2/layout/IconVerticalSolidList"/>
    <dgm:cxn modelId="{4FB0D04B-A364-4765-A828-FE9E3DAC3D23}" srcId="{80B4E1C1-6AB3-4AF9-B427-E5F51BB7AF57}" destId="{F7BED0B9-ED2A-44FC-A189-4383BB3D9C3D}" srcOrd="2" destOrd="0" parTransId="{25E618F3-8198-45DC-99EE-834199CF0FA8}" sibTransId="{413490A6-7F1A-4CD3-8EF8-B634F181DCBF}"/>
    <dgm:cxn modelId="{137EF890-4EE2-430A-A2C2-16AF03D0912F}" type="presOf" srcId="{021BD4EA-D16F-40F5-9A61-C29579F7053B}" destId="{9C6C007F-339D-4AC4-B433-15981FA696D2}" srcOrd="0" destOrd="0" presId="urn:microsoft.com/office/officeart/2018/2/layout/IconVerticalSolidList"/>
    <dgm:cxn modelId="{07568FC0-9E63-40ED-9BAB-E432073B666D}" srcId="{80B4E1C1-6AB3-4AF9-B427-E5F51BB7AF57}" destId="{CE5DC861-E1C0-4036-BA2B-5854ED24F307}" srcOrd="1" destOrd="0" parTransId="{0FA8755A-F9B4-4870-9FB3-8388D530E99A}" sibTransId="{D6CEAE80-446C-44F7-A989-4EF716D31562}"/>
    <dgm:cxn modelId="{12464CC5-C4E2-4494-A3B1-01E875404BC4}" type="presOf" srcId="{CE5DC861-E1C0-4036-BA2B-5854ED24F307}" destId="{E2D70EF4-8BE1-4E5C-B040-740CF8501742}" srcOrd="0" destOrd="0" presId="urn:microsoft.com/office/officeart/2018/2/layout/IconVerticalSolidList"/>
    <dgm:cxn modelId="{B405C806-1088-400D-A22A-170A59CFBF4A}" type="presParOf" srcId="{675298D5-2E3D-4913-9148-0374ECDEC62C}" destId="{40B22CC1-7574-4121-BAF7-70FAD52F6615}" srcOrd="0" destOrd="0" presId="urn:microsoft.com/office/officeart/2018/2/layout/IconVerticalSolidList"/>
    <dgm:cxn modelId="{843A6E5B-E513-4335-93C0-DD6BA1C065AE}" type="presParOf" srcId="{40B22CC1-7574-4121-BAF7-70FAD52F6615}" destId="{D1E6EC80-8CE8-44EE-9CFD-CE139C88B1FA}" srcOrd="0" destOrd="0" presId="urn:microsoft.com/office/officeart/2018/2/layout/IconVerticalSolidList"/>
    <dgm:cxn modelId="{DE3502BA-B0D3-4815-8913-52B209AD8FA7}" type="presParOf" srcId="{40B22CC1-7574-4121-BAF7-70FAD52F6615}" destId="{428DF12B-2D22-41D5-AB74-D1BC6DC85B10}" srcOrd="1" destOrd="0" presId="urn:microsoft.com/office/officeart/2018/2/layout/IconVerticalSolidList"/>
    <dgm:cxn modelId="{2FCA4ECB-630B-4D7A-9A33-C80BD3A9153E}" type="presParOf" srcId="{40B22CC1-7574-4121-BAF7-70FAD52F6615}" destId="{B8BC2FC0-38A4-4280-9E40-566706FC390B}" srcOrd="2" destOrd="0" presId="urn:microsoft.com/office/officeart/2018/2/layout/IconVerticalSolidList"/>
    <dgm:cxn modelId="{A20337CE-38F9-465A-BBDE-A300DEE80253}" type="presParOf" srcId="{40B22CC1-7574-4121-BAF7-70FAD52F6615}" destId="{9C6C007F-339D-4AC4-B433-15981FA696D2}" srcOrd="3" destOrd="0" presId="urn:microsoft.com/office/officeart/2018/2/layout/IconVerticalSolidList"/>
    <dgm:cxn modelId="{770CEE59-B517-4F38-ACAE-4E10DA1FAD9B}" type="presParOf" srcId="{675298D5-2E3D-4913-9148-0374ECDEC62C}" destId="{C5D897BB-6CE0-45A4-BDA7-D3EFF1189519}" srcOrd="1" destOrd="0" presId="urn:microsoft.com/office/officeart/2018/2/layout/IconVerticalSolidList"/>
    <dgm:cxn modelId="{700E1D16-0905-46A9-9E27-8139B25D6D94}" type="presParOf" srcId="{675298D5-2E3D-4913-9148-0374ECDEC62C}" destId="{8BFE39C2-83E8-4C14-8016-540A0B3FB84F}" srcOrd="2" destOrd="0" presId="urn:microsoft.com/office/officeart/2018/2/layout/IconVerticalSolidList"/>
    <dgm:cxn modelId="{EF52174B-652D-4CBB-92D9-0FFF7F1B806A}" type="presParOf" srcId="{8BFE39C2-83E8-4C14-8016-540A0B3FB84F}" destId="{E6570D5F-14E5-4923-8235-1F8BA7696CE0}" srcOrd="0" destOrd="0" presId="urn:microsoft.com/office/officeart/2018/2/layout/IconVerticalSolidList"/>
    <dgm:cxn modelId="{2237E36A-7F92-4FCC-B052-3BCF72A7A241}" type="presParOf" srcId="{8BFE39C2-83E8-4C14-8016-540A0B3FB84F}" destId="{BC1A7A17-7C7B-4093-A9E2-1EA9479E0E99}" srcOrd="1" destOrd="0" presId="urn:microsoft.com/office/officeart/2018/2/layout/IconVerticalSolidList"/>
    <dgm:cxn modelId="{3AADEC5E-C4C9-4FB9-BD1B-DE30977C9C65}" type="presParOf" srcId="{8BFE39C2-83E8-4C14-8016-540A0B3FB84F}" destId="{8168F3FD-9EA7-40FB-BCE6-084257D1B791}" srcOrd="2" destOrd="0" presId="urn:microsoft.com/office/officeart/2018/2/layout/IconVerticalSolidList"/>
    <dgm:cxn modelId="{33ADF259-5A7C-4D11-AE50-D7AE04B59CDB}" type="presParOf" srcId="{8BFE39C2-83E8-4C14-8016-540A0B3FB84F}" destId="{E2D70EF4-8BE1-4E5C-B040-740CF8501742}" srcOrd="3" destOrd="0" presId="urn:microsoft.com/office/officeart/2018/2/layout/IconVerticalSolidList"/>
    <dgm:cxn modelId="{F157E6E6-6D97-4FE4-9ED3-9F69689ACE11}" type="presParOf" srcId="{675298D5-2E3D-4913-9148-0374ECDEC62C}" destId="{A8D9B9FA-4411-4110-8A3C-3F46D6ED604C}" srcOrd="3" destOrd="0" presId="urn:microsoft.com/office/officeart/2018/2/layout/IconVerticalSolidList"/>
    <dgm:cxn modelId="{6550923A-4ECB-48ED-A7F5-F70972512C40}" type="presParOf" srcId="{675298D5-2E3D-4913-9148-0374ECDEC62C}" destId="{0C644411-736F-4CE0-A487-2165DE48804B}" srcOrd="4" destOrd="0" presId="urn:microsoft.com/office/officeart/2018/2/layout/IconVerticalSolidList"/>
    <dgm:cxn modelId="{B079FDCC-ED10-4E0B-8288-09128563328E}" type="presParOf" srcId="{0C644411-736F-4CE0-A487-2165DE48804B}" destId="{85A7A09F-B5D2-4D49-854D-351D9B1F65DF}" srcOrd="0" destOrd="0" presId="urn:microsoft.com/office/officeart/2018/2/layout/IconVerticalSolidList"/>
    <dgm:cxn modelId="{58DD6558-BF49-4342-BFDC-3DB23FFD89D2}" type="presParOf" srcId="{0C644411-736F-4CE0-A487-2165DE48804B}" destId="{F0BD9D43-BB05-43FD-859D-58AFE0AF9C78}" srcOrd="1" destOrd="0" presId="urn:microsoft.com/office/officeart/2018/2/layout/IconVerticalSolidList"/>
    <dgm:cxn modelId="{4D9CDE69-FFD6-4B2F-BB09-2C1BD5A86362}" type="presParOf" srcId="{0C644411-736F-4CE0-A487-2165DE48804B}" destId="{39B85827-555D-465B-BCD8-510079BFB7AA}" srcOrd="2" destOrd="0" presId="urn:microsoft.com/office/officeart/2018/2/layout/IconVerticalSolidList"/>
    <dgm:cxn modelId="{472FB258-D595-44A0-A79A-E840230D65D6}" type="presParOf" srcId="{0C644411-736F-4CE0-A487-2165DE48804B}" destId="{1C7A7D9F-C09F-4A6A-84E6-78F24207CE92}" srcOrd="3" destOrd="0" presId="urn:microsoft.com/office/officeart/2018/2/layout/IconVerticalSolidList"/>
    <dgm:cxn modelId="{BFC98F71-A872-44DE-8D1F-78D5F443965D}" type="presParOf" srcId="{675298D5-2E3D-4913-9148-0374ECDEC62C}" destId="{960955A6-9B54-4D20-8C60-9587837FB84A}" srcOrd="5" destOrd="0" presId="urn:microsoft.com/office/officeart/2018/2/layout/IconVerticalSolidList"/>
    <dgm:cxn modelId="{082BBADE-CEE9-4980-AB26-412EA6CE7922}" type="presParOf" srcId="{675298D5-2E3D-4913-9148-0374ECDEC62C}" destId="{BCD55349-A501-474D-A79D-22CA619F9CDF}" srcOrd="6" destOrd="0" presId="urn:microsoft.com/office/officeart/2018/2/layout/IconVerticalSolidList"/>
    <dgm:cxn modelId="{4A196759-BF90-42DB-8166-658F1F9A2576}" type="presParOf" srcId="{BCD55349-A501-474D-A79D-22CA619F9CDF}" destId="{1BF15839-E9E8-43D8-9B99-FF2282E4D275}" srcOrd="0" destOrd="0" presId="urn:microsoft.com/office/officeart/2018/2/layout/IconVerticalSolidList"/>
    <dgm:cxn modelId="{41D5EBF9-FF29-4D53-983C-5A4A7E90C86C}" type="presParOf" srcId="{BCD55349-A501-474D-A79D-22CA619F9CDF}" destId="{CA6A8D83-42A1-4EC5-889A-B7972D99D6BE}" srcOrd="1" destOrd="0" presId="urn:microsoft.com/office/officeart/2018/2/layout/IconVerticalSolidList"/>
    <dgm:cxn modelId="{46A633CF-1464-4CF0-A018-4C27F4B7DDBA}" type="presParOf" srcId="{BCD55349-A501-474D-A79D-22CA619F9CDF}" destId="{1095403F-DE92-4B67-BB20-E7358ED59611}" srcOrd="2" destOrd="0" presId="urn:microsoft.com/office/officeart/2018/2/layout/IconVerticalSolidList"/>
    <dgm:cxn modelId="{328E7E70-B1B7-4318-BCA7-35128BA9D178}" type="presParOf" srcId="{BCD55349-A501-474D-A79D-22CA619F9CDF}" destId="{9F76F497-2050-4D67-8B1D-568406DEC8C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1.xml><?xml version="1.0" encoding="utf-8"?>
<dgm:dataModel xmlns:dgm="http://schemas.openxmlformats.org/drawingml/2006/diagram" xmlns:a="http://schemas.openxmlformats.org/drawingml/2006/main">
  <dgm:ptLst>
    <dgm:pt modelId="{63C87254-3658-43E0-9438-BC98CAA2D664}" type="doc">
      <dgm:prSet loTypeId="urn:microsoft.com/office/officeart/2018/2/layout/IconVerticalSolidList" loCatId="icon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FDD9062A-A4D7-4BEF-8B6D-982717A70E2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CE (Cardinality Estimator) feedback for expressions</a:t>
          </a:r>
        </a:p>
      </dgm:t>
    </dgm:pt>
    <dgm:pt modelId="{8A5FD732-AE1F-47FB-9183-F1BD54DB91FC}" type="parTrans" cxnId="{F40361F7-989A-45B0-86D4-AED7AF290DDC}">
      <dgm:prSet/>
      <dgm:spPr/>
      <dgm:t>
        <a:bodyPr/>
        <a:lstStyle/>
        <a:p>
          <a:endParaRPr lang="en-US"/>
        </a:p>
      </dgm:t>
    </dgm:pt>
    <dgm:pt modelId="{76B6E7D7-18FA-4594-A2CE-1DB724DDE5A5}" type="sibTrans" cxnId="{F40361F7-989A-45B0-86D4-AED7AF290DDC}">
      <dgm:prSet/>
      <dgm:spPr/>
      <dgm:t>
        <a:bodyPr/>
        <a:lstStyle/>
        <a:p>
          <a:endParaRPr lang="en-US"/>
        </a:p>
      </dgm:t>
    </dgm:pt>
    <dgm:pt modelId="{8F44822B-7512-4D2C-925A-C6BB93F5E19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Optional parameter plans optimization (building on PSP from 2022)</a:t>
          </a:r>
        </a:p>
      </dgm:t>
    </dgm:pt>
    <dgm:pt modelId="{29A05AEC-0D24-4449-A689-13C11E83DA28}" type="parTrans" cxnId="{0C561B7F-77F6-4B4B-9770-38F2DF2E750E}">
      <dgm:prSet/>
      <dgm:spPr/>
      <dgm:t>
        <a:bodyPr/>
        <a:lstStyle/>
        <a:p>
          <a:endParaRPr lang="en-US"/>
        </a:p>
      </dgm:t>
    </dgm:pt>
    <dgm:pt modelId="{A55E6DD2-13FA-4ACC-82E8-548CAD91336F}" type="sibTrans" cxnId="{0C561B7F-77F6-4B4B-9770-38F2DF2E750E}">
      <dgm:prSet/>
      <dgm:spPr/>
      <dgm:t>
        <a:bodyPr/>
        <a:lstStyle/>
        <a:p>
          <a:endParaRPr lang="en-US"/>
        </a:p>
      </dgm:t>
    </dgm:pt>
    <dgm:pt modelId="{6AB55771-135F-445F-9ED9-14E732466A4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DOP (Degree of Parallelism) feedback — now ON by default</a:t>
          </a:r>
        </a:p>
      </dgm:t>
    </dgm:pt>
    <dgm:pt modelId="{53B388C7-0299-4A24-92DA-A9E6DC7F8531}" type="parTrans" cxnId="{7F922377-A7DA-4E1F-AAED-1958CF1C91F0}">
      <dgm:prSet/>
      <dgm:spPr/>
      <dgm:t>
        <a:bodyPr/>
        <a:lstStyle/>
        <a:p>
          <a:endParaRPr lang="en-US"/>
        </a:p>
      </dgm:t>
    </dgm:pt>
    <dgm:pt modelId="{744EBEF9-0997-4E45-8D33-9A5451B31A0D}" type="sibTrans" cxnId="{7F922377-A7DA-4E1F-AAED-1958CF1C91F0}">
      <dgm:prSet/>
      <dgm:spPr/>
      <dgm:t>
        <a:bodyPr/>
        <a:lstStyle/>
        <a:p>
          <a:endParaRPr lang="en-US"/>
        </a:p>
      </dgm:t>
    </dgm:pt>
    <dgm:pt modelId="{BB1B88C2-C603-43DA-B13B-BC9A46886AD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Key theme: the optimizer learns and adapts, fewer code changes needed</a:t>
          </a:r>
        </a:p>
      </dgm:t>
    </dgm:pt>
    <dgm:pt modelId="{B87AA538-B819-4F53-8E7B-CB0F06C28FE5}" type="parTrans" cxnId="{A9836F09-93BC-4CA0-A448-65AA37E8E96D}">
      <dgm:prSet/>
      <dgm:spPr/>
      <dgm:t>
        <a:bodyPr/>
        <a:lstStyle/>
        <a:p>
          <a:endParaRPr lang="en-US"/>
        </a:p>
      </dgm:t>
    </dgm:pt>
    <dgm:pt modelId="{ADF3A652-5EA6-45AB-9505-E57FF002BB15}" type="sibTrans" cxnId="{A9836F09-93BC-4CA0-A448-65AA37E8E96D}">
      <dgm:prSet/>
      <dgm:spPr/>
      <dgm:t>
        <a:bodyPr/>
        <a:lstStyle/>
        <a:p>
          <a:endParaRPr lang="en-US"/>
        </a:p>
      </dgm:t>
    </dgm:pt>
    <dgm:pt modelId="{6E703012-CF38-4CF3-8578-B06BFD4B2742}" type="pres">
      <dgm:prSet presAssocID="{63C87254-3658-43E0-9438-BC98CAA2D664}" presName="root" presStyleCnt="0">
        <dgm:presLayoutVars>
          <dgm:dir/>
          <dgm:resizeHandles val="exact"/>
        </dgm:presLayoutVars>
      </dgm:prSet>
      <dgm:spPr/>
    </dgm:pt>
    <dgm:pt modelId="{DE270831-1CDE-467E-B3E5-2B02E4C3066B}" type="pres">
      <dgm:prSet presAssocID="{FDD9062A-A4D7-4BEF-8B6D-982717A70E23}" presName="compNode" presStyleCnt="0"/>
      <dgm:spPr/>
    </dgm:pt>
    <dgm:pt modelId="{BD8E26D4-0961-483E-878B-503500EBD486}" type="pres">
      <dgm:prSet presAssocID="{FDD9062A-A4D7-4BEF-8B6D-982717A70E23}" presName="bgRect" presStyleLbl="bgShp" presStyleIdx="0" presStyleCnt="4"/>
      <dgm:spPr/>
    </dgm:pt>
    <dgm:pt modelId="{B862DC90-DFAE-4CC0-8945-73D4A565D999}" type="pres">
      <dgm:prSet presAssocID="{FDD9062A-A4D7-4BEF-8B6D-982717A70E23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p compass"/>
        </a:ext>
      </dgm:extLst>
    </dgm:pt>
    <dgm:pt modelId="{4916F4AE-B155-4541-95E0-3DBAEF715FAB}" type="pres">
      <dgm:prSet presAssocID="{FDD9062A-A4D7-4BEF-8B6D-982717A70E23}" presName="spaceRect" presStyleCnt="0"/>
      <dgm:spPr/>
    </dgm:pt>
    <dgm:pt modelId="{21337343-ADD1-4B04-B65B-F400AF5AF900}" type="pres">
      <dgm:prSet presAssocID="{FDD9062A-A4D7-4BEF-8B6D-982717A70E23}" presName="parTx" presStyleLbl="revTx" presStyleIdx="0" presStyleCnt="4">
        <dgm:presLayoutVars>
          <dgm:chMax val="0"/>
          <dgm:chPref val="0"/>
        </dgm:presLayoutVars>
      </dgm:prSet>
      <dgm:spPr/>
    </dgm:pt>
    <dgm:pt modelId="{B5653D15-286E-42D6-A4DB-F63209551ACB}" type="pres">
      <dgm:prSet presAssocID="{76B6E7D7-18FA-4594-A2CE-1DB724DDE5A5}" presName="sibTrans" presStyleCnt="0"/>
      <dgm:spPr/>
    </dgm:pt>
    <dgm:pt modelId="{610B8802-B525-4514-92E6-CA450F61C200}" type="pres">
      <dgm:prSet presAssocID="{8F44822B-7512-4D2C-925A-C6BB93F5E19C}" presName="compNode" presStyleCnt="0"/>
      <dgm:spPr/>
    </dgm:pt>
    <dgm:pt modelId="{0EF65248-D592-43FD-8403-AE2DCC1C0A94}" type="pres">
      <dgm:prSet presAssocID="{8F44822B-7512-4D2C-925A-C6BB93F5E19C}" presName="bgRect" presStyleLbl="bgShp" presStyleIdx="1" presStyleCnt="4"/>
      <dgm:spPr/>
    </dgm:pt>
    <dgm:pt modelId="{B452EB9B-6D69-41F0-BABF-EF7F0D4D28B5}" type="pres">
      <dgm:prSet presAssocID="{8F44822B-7512-4D2C-925A-C6BB93F5E19C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dd"/>
        </a:ext>
      </dgm:extLst>
    </dgm:pt>
    <dgm:pt modelId="{2F9D76B0-8C16-4ACF-9346-C72C0E7D87B5}" type="pres">
      <dgm:prSet presAssocID="{8F44822B-7512-4D2C-925A-C6BB93F5E19C}" presName="spaceRect" presStyleCnt="0"/>
      <dgm:spPr/>
    </dgm:pt>
    <dgm:pt modelId="{63F4973E-674C-412B-B8ED-9B5EAFF2082C}" type="pres">
      <dgm:prSet presAssocID="{8F44822B-7512-4D2C-925A-C6BB93F5E19C}" presName="parTx" presStyleLbl="revTx" presStyleIdx="1" presStyleCnt="4">
        <dgm:presLayoutVars>
          <dgm:chMax val="0"/>
          <dgm:chPref val="0"/>
        </dgm:presLayoutVars>
      </dgm:prSet>
      <dgm:spPr/>
    </dgm:pt>
    <dgm:pt modelId="{44A836CC-B4CF-4CE8-8863-DBC47A91A843}" type="pres">
      <dgm:prSet presAssocID="{A55E6DD2-13FA-4ACC-82E8-548CAD91336F}" presName="sibTrans" presStyleCnt="0"/>
      <dgm:spPr/>
    </dgm:pt>
    <dgm:pt modelId="{C71D25AB-DCBF-42BC-83C1-66D4E1DC5F1E}" type="pres">
      <dgm:prSet presAssocID="{6AB55771-135F-445F-9ED9-14E732466A41}" presName="compNode" presStyleCnt="0"/>
      <dgm:spPr/>
    </dgm:pt>
    <dgm:pt modelId="{788BA7F9-D918-4FC2-A491-C5177A6DF358}" type="pres">
      <dgm:prSet presAssocID="{6AB55771-135F-445F-9ED9-14E732466A41}" presName="bgRect" presStyleLbl="bgShp" presStyleIdx="2" presStyleCnt="4"/>
      <dgm:spPr/>
    </dgm:pt>
    <dgm:pt modelId="{CEA88FBC-E9CA-417C-9474-EF1D93C636BE}" type="pres">
      <dgm:prSet presAssocID="{6AB55771-135F-445F-9ED9-14E732466A41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2F4E5D0D-B6FA-41C9-9A8F-B4746409A54D}" type="pres">
      <dgm:prSet presAssocID="{6AB55771-135F-445F-9ED9-14E732466A41}" presName="spaceRect" presStyleCnt="0"/>
      <dgm:spPr/>
    </dgm:pt>
    <dgm:pt modelId="{D3DD53CF-E467-4DFF-A005-6F60991D93EB}" type="pres">
      <dgm:prSet presAssocID="{6AB55771-135F-445F-9ED9-14E732466A41}" presName="parTx" presStyleLbl="revTx" presStyleIdx="2" presStyleCnt="4">
        <dgm:presLayoutVars>
          <dgm:chMax val="0"/>
          <dgm:chPref val="0"/>
        </dgm:presLayoutVars>
      </dgm:prSet>
      <dgm:spPr/>
    </dgm:pt>
    <dgm:pt modelId="{E09CB2F3-FDCA-459A-BBCE-308917FEAF64}" type="pres">
      <dgm:prSet presAssocID="{744EBEF9-0997-4E45-8D33-9A5451B31A0D}" presName="sibTrans" presStyleCnt="0"/>
      <dgm:spPr/>
    </dgm:pt>
    <dgm:pt modelId="{AA5CD3FC-8769-4A1D-AE26-AF4C610111B6}" type="pres">
      <dgm:prSet presAssocID="{BB1B88C2-C603-43DA-B13B-BC9A46886ADF}" presName="compNode" presStyleCnt="0"/>
      <dgm:spPr/>
    </dgm:pt>
    <dgm:pt modelId="{14BA376B-2093-476D-B7F1-7CE0832BF1E0}" type="pres">
      <dgm:prSet presAssocID="{BB1B88C2-C603-43DA-B13B-BC9A46886ADF}" presName="bgRect" presStyleLbl="bgShp" presStyleIdx="3" presStyleCnt="4"/>
      <dgm:spPr/>
    </dgm:pt>
    <dgm:pt modelId="{A6A9B4DA-EA38-4880-A061-AE469755400F}" type="pres">
      <dgm:prSet presAssocID="{BB1B88C2-C603-43DA-B13B-BC9A46886ADF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A9EE5484-BFCA-4AC6-97B5-FE74BF7DF02B}" type="pres">
      <dgm:prSet presAssocID="{BB1B88C2-C603-43DA-B13B-BC9A46886ADF}" presName="spaceRect" presStyleCnt="0"/>
      <dgm:spPr/>
    </dgm:pt>
    <dgm:pt modelId="{1D4FAFA1-149E-4711-8C4D-87EA79AA6249}" type="pres">
      <dgm:prSet presAssocID="{BB1B88C2-C603-43DA-B13B-BC9A46886ADF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A9836F09-93BC-4CA0-A448-65AA37E8E96D}" srcId="{63C87254-3658-43E0-9438-BC98CAA2D664}" destId="{BB1B88C2-C603-43DA-B13B-BC9A46886ADF}" srcOrd="3" destOrd="0" parTransId="{B87AA538-B819-4F53-8E7B-CB0F06C28FE5}" sibTransId="{ADF3A652-5EA6-45AB-9505-E57FF002BB15}"/>
    <dgm:cxn modelId="{62EB7C3C-101E-4C9B-88BD-24712E4D412E}" type="presOf" srcId="{6AB55771-135F-445F-9ED9-14E732466A41}" destId="{D3DD53CF-E467-4DFF-A005-6F60991D93EB}" srcOrd="0" destOrd="0" presId="urn:microsoft.com/office/officeart/2018/2/layout/IconVerticalSolidList"/>
    <dgm:cxn modelId="{2E5DF642-5265-4A9A-B2BF-C6C4B8292916}" type="presOf" srcId="{BB1B88C2-C603-43DA-B13B-BC9A46886ADF}" destId="{1D4FAFA1-149E-4711-8C4D-87EA79AA6249}" srcOrd="0" destOrd="0" presId="urn:microsoft.com/office/officeart/2018/2/layout/IconVerticalSolidList"/>
    <dgm:cxn modelId="{B371A047-9430-4BDB-84E7-47F139605ED4}" type="presOf" srcId="{FDD9062A-A4D7-4BEF-8B6D-982717A70E23}" destId="{21337343-ADD1-4B04-B65B-F400AF5AF900}" srcOrd="0" destOrd="0" presId="urn:microsoft.com/office/officeart/2018/2/layout/IconVerticalSolidList"/>
    <dgm:cxn modelId="{6DC18649-F3D9-4287-B572-06283EA6FD7B}" type="presOf" srcId="{8F44822B-7512-4D2C-925A-C6BB93F5E19C}" destId="{63F4973E-674C-412B-B8ED-9B5EAFF2082C}" srcOrd="0" destOrd="0" presId="urn:microsoft.com/office/officeart/2018/2/layout/IconVerticalSolidList"/>
    <dgm:cxn modelId="{7F922377-A7DA-4E1F-AAED-1958CF1C91F0}" srcId="{63C87254-3658-43E0-9438-BC98CAA2D664}" destId="{6AB55771-135F-445F-9ED9-14E732466A41}" srcOrd="2" destOrd="0" parTransId="{53B388C7-0299-4A24-92DA-A9E6DC7F8531}" sibTransId="{744EBEF9-0997-4E45-8D33-9A5451B31A0D}"/>
    <dgm:cxn modelId="{0C561B7F-77F6-4B4B-9770-38F2DF2E750E}" srcId="{63C87254-3658-43E0-9438-BC98CAA2D664}" destId="{8F44822B-7512-4D2C-925A-C6BB93F5E19C}" srcOrd="1" destOrd="0" parTransId="{29A05AEC-0D24-4449-A689-13C11E83DA28}" sibTransId="{A55E6DD2-13FA-4ACC-82E8-548CAD91336F}"/>
    <dgm:cxn modelId="{775B9AD9-B5C3-4CAE-A615-F6ED2262CA3D}" type="presOf" srcId="{63C87254-3658-43E0-9438-BC98CAA2D664}" destId="{6E703012-CF38-4CF3-8578-B06BFD4B2742}" srcOrd="0" destOrd="0" presId="urn:microsoft.com/office/officeart/2018/2/layout/IconVerticalSolidList"/>
    <dgm:cxn modelId="{F40361F7-989A-45B0-86D4-AED7AF290DDC}" srcId="{63C87254-3658-43E0-9438-BC98CAA2D664}" destId="{FDD9062A-A4D7-4BEF-8B6D-982717A70E23}" srcOrd="0" destOrd="0" parTransId="{8A5FD732-AE1F-47FB-9183-F1BD54DB91FC}" sibTransId="{76B6E7D7-18FA-4594-A2CE-1DB724DDE5A5}"/>
    <dgm:cxn modelId="{B82D9F01-DC39-4D62-93F6-CBAF4691C39D}" type="presParOf" srcId="{6E703012-CF38-4CF3-8578-B06BFD4B2742}" destId="{DE270831-1CDE-467E-B3E5-2B02E4C3066B}" srcOrd="0" destOrd="0" presId="urn:microsoft.com/office/officeart/2018/2/layout/IconVerticalSolidList"/>
    <dgm:cxn modelId="{B046F547-1501-412E-AEBF-912C28DBA748}" type="presParOf" srcId="{DE270831-1CDE-467E-B3E5-2B02E4C3066B}" destId="{BD8E26D4-0961-483E-878B-503500EBD486}" srcOrd="0" destOrd="0" presId="urn:microsoft.com/office/officeart/2018/2/layout/IconVerticalSolidList"/>
    <dgm:cxn modelId="{FFEF6EAF-23A4-46D4-97FC-E3996F4BE1A0}" type="presParOf" srcId="{DE270831-1CDE-467E-B3E5-2B02E4C3066B}" destId="{B862DC90-DFAE-4CC0-8945-73D4A565D999}" srcOrd="1" destOrd="0" presId="urn:microsoft.com/office/officeart/2018/2/layout/IconVerticalSolidList"/>
    <dgm:cxn modelId="{27ECF91E-38BD-4ECD-BDAD-75D5F70C3D0F}" type="presParOf" srcId="{DE270831-1CDE-467E-B3E5-2B02E4C3066B}" destId="{4916F4AE-B155-4541-95E0-3DBAEF715FAB}" srcOrd="2" destOrd="0" presId="urn:microsoft.com/office/officeart/2018/2/layout/IconVerticalSolidList"/>
    <dgm:cxn modelId="{6A8E5BAE-184E-44F9-BAF9-47EC222473C9}" type="presParOf" srcId="{DE270831-1CDE-467E-B3E5-2B02E4C3066B}" destId="{21337343-ADD1-4B04-B65B-F400AF5AF900}" srcOrd="3" destOrd="0" presId="urn:microsoft.com/office/officeart/2018/2/layout/IconVerticalSolidList"/>
    <dgm:cxn modelId="{386F0646-BB40-439C-AAD8-8B79ADF69706}" type="presParOf" srcId="{6E703012-CF38-4CF3-8578-B06BFD4B2742}" destId="{B5653D15-286E-42D6-A4DB-F63209551ACB}" srcOrd="1" destOrd="0" presId="urn:microsoft.com/office/officeart/2018/2/layout/IconVerticalSolidList"/>
    <dgm:cxn modelId="{ED5242DF-EBBE-49A4-838D-7D78961A7C13}" type="presParOf" srcId="{6E703012-CF38-4CF3-8578-B06BFD4B2742}" destId="{610B8802-B525-4514-92E6-CA450F61C200}" srcOrd="2" destOrd="0" presId="urn:microsoft.com/office/officeart/2018/2/layout/IconVerticalSolidList"/>
    <dgm:cxn modelId="{33E1CA24-F406-403D-AFC9-5939D70B6003}" type="presParOf" srcId="{610B8802-B525-4514-92E6-CA450F61C200}" destId="{0EF65248-D592-43FD-8403-AE2DCC1C0A94}" srcOrd="0" destOrd="0" presId="urn:microsoft.com/office/officeart/2018/2/layout/IconVerticalSolidList"/>
    <dgm:cxn modelId="{F89B6717-B60C-4080-9061-C4D65064002F}" type="presParOf" srcId="{610B8802-B525-4514-92E6-CA450F61C200}" destId="{B452EB9B-6D69-41F0-BABF-EF7F0D4D28B5}" srcOrd="1" destOrd="0" presId="urn:microsoft.com/office/officeart/2018/2/layout/IconVerticalSolidList"/>
    <dgm:cxn modelId="{4FB5F75B-4FA5-4157-B85D-4F4386638DD8}" type="presParOf" srcId="{610B8802-B525-4514-92E6-CA450F61C200}" destId="{2F9D76B0-8C16-4ACF-9346-C72C0E7D87B5}" srcOrd="2" destOrd="0" presId="urn:microsoft.com/office/officeart/2018/2/layout/IconVerticalSolidList"/>
    <dgm:cxn modelId="{AECFE25E-B8E2-4010-89EB-399AD1BE4055}" type="presParOf" srcId="{610B8802-B525-4514-92E6-CA450F61C200}" destId="{63F4973E-674C-412B-B8ED-9B5EAFF2082C}" srcOrd="3" destOrd="0" presId="urn:microsoft.com/office/officeart/2018/2/layout/IconVerticalSolidList"/>
    <dgm:cxn modelId="{D45EDC3F-CA29-483D-8D04-D69CC270B451}" type="presParOf" srcId="{6E703012-CF38-4CF3-8578-B06BFD4B2742}" destId="{44A836CC-B4CF-4CE8-8863-DBC47A91A843}" srcOrd="3" destOrd="0" presId="urn:microsoft.com/office/officeart/2018/2/layout/IconVerticalSolidList"/>
    <dgm:cxn modelId="{A534634B-BA4D-4047-B11E-00229993F962}" type="presParOf" srcId="{6E703012-CF38-4CF3-8578-B06BFD4B2742}" destId="{C71D25AB-DCBF-42BC-83C1-66D4E1DC5F1E}" srcOrd="4" destOrd="0" presId="urn:microsoft.com/office/officeart/2018/2/layout/IconVerticalSolidList"/>
    <dgm:cxn modelId="{A1D7C0CD-9C9F-4A55-A147-D42E4DA37F45}" type="presParOf" srcId="{C71D25AB-DCBF-42BC-83C1-66D4E1DC5F1E}" destId="{788BA7F9-D918-4FC2-A491-C5177A6DF358}" srcOrd="0" destOrd="0" presId="urn:microsoft.com/office/officeart/2018/2/layout/IconVerticalSolidList"/>
    <dgm:cxn modelId="{AB628E69-00A4-4C2B-9EE9-2909C9524B24}" type="presParOf" srcId="{C71D25AB-DCBF-42BC-83C1-66D4E1DC5F1E}" destId="{CEA88FBC-E9CA-417C-9474-EF1D93C636BE}" srcOrd="1" destOrd="0" presId="urn:microsoft.com/office/officeart/2018/2/layout/IconVerticalSolidList"/>
    <dgm:cxn modelId="{AD968F6C-C29F-40C3-A5AA-909AF6AC553C}" type="presParOf" srcId="{C71D25AB-DCBF-42BC-83C1-66D4E1DC5F1E}" destId="{2F4E5D0D-B6FA-41C9-9A8F-B4746409A54D}" srcOrd="2" destOrd="0" presId="urn:microsoft.com/office/officeart/2018/2/layout/IconVerticalSolidList"/>
    <dgm:cxn modelId="{A4C38980-B8E4-454A-8B10-3EEF2C034A45}" type="presParOf" srcId="{C71D25AB-DCBF-42BC-83C1-66D4E1DC5F1E}" destId="{D3DD53CF-E467-4DFF-A005-6F60991D93EB}" srcOrd="3" destOrd="0" presId="urn:microsoft.com/office/officeart/2018/2/layout/IconVerticalSolidList"/>
    <dgm:cxn modelId="{FFA5025B-3731-4940-BF68-E9F70FA68F13}" type="presParOf" srcId="{6E703012-CF38-4CF3-8578-B06BFD4B2742}" destId="{E09CB2F3-FDCA-459A-BBCE-308917FEAF64}" srcOrd="5" destOrd="0" presId="urn:microsoft.com/office/officeart/2018/2/layout/IconVerticalSolidList"/>
    <dgm:cxn modelId="{28F95D2C-5D0E-4519-98C4-504B7F54E71F}" type="presParOf" srcId="{6E703012-CF38-4CF3-8578-B06BFD4B2742}" destId="{AA5CD3FC-8769-4A1D-AE26-AF4C610111B6}" srcOrd="6" destOrd="0" presId="urn:microsoft.com/office/officeart/2018/2/layout/IconVerticalSolidList"/>
    <dgm:cxn modelId="{7373340B-C0C8-427C-8551-0C20F7BAE6A9}" type="presParOf" srcId="{AA5CD3FC-8769-4A1D-AE26-AF4C610111B6}" destId="{14BA376B-2093-476D-B7F1-7CE0832BF1E0}" srcOrd="0" destOrd="0" presId="urn:microsoft.com/office/officeart/2018/2/layout/IconVerticalSolidList"/>
    <dgm:cxn modelId="{E13B7083-C1EC-4405-BB46-F96522B7E36C}" type="presParOf" srcId="{AA5CD3FC-8769-4A1D-AE26-AF4C610111B6}" destId="{A6A9B4DA-EA38-4880-A061-AE469755400F}" srcOrd="1" destOrd="0" presId="urn:microsoft.com/office/officeart/2018/2/layout/IconVerticalSolidList"/>
    <dgm:cxn modelId="{AB7C3F3A-878B-43A9-893E-986A4412EC37}" type="presParOf" srcId="{AA5CD3FC-8769-4A1D-AE26-AF4C610111B6}" destId="{A9EE5484-BFCA-4AC6-97B5-FE74BF7DF02B}" srcOrd="2" destOrd="0" presId="urn:microsoft.com/office/officeart/2018/2/layout/IconVerticalSolidList"/>
    <dgm:cxn modelId="{9A0D77F3-9108-4568-B0BB-731C48913776}" type="presParOf" srcId="{AA5CD3FC-8769-4A1D-AE26-AF4C610111B6}" destId="{1D4FAFA1-149E-4711-8C4D-87EA79AA624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2.xml><?xml version="1.0" encoding="utf-8"?>
<dgm:dataModel xmlns:dgm="http://schemas.openxmlformats.org/drawingml/2006/diagram" xmlns:a="http://schemas.openxmlformats.org/drawingml/2006/main">
  <dgm:ptLst>
    <dgm:pt modelId="{AE710EEF-89A4-48ED-A52F-59906AEFD09B}" type="doc">
      <dgm:prSet loTypeId="urn:microsoft.com/office/officeart/2005/8/layout/vList2" loCatId="list" qsTypeId="urn:microsoft.com/office/officeart/2005/8/quickstyle/simple1" qsCatId="simple" csTypeId="urn:microsoft.com/office/officeart/2005/8/colors/colorful3" csCatId="colorful"/>
      <dgm:spPr/>
      <dgm:t>
        <a:bodyPr/>
        <a:lstStyle/>
        <a:p>
          <a:endParaRPr lang="en-US"/>
        </a:p>
      </dgm:t>
    </dgm:pt>
    <dgm:pt modelId="{0B0733B9-94C6-44C0-AEF1-CD1088A1369D}">
      <dgm:prSet/>
      <dgm:spPr/>
      <dgm:t>
        <a:bodyPr/>
        <a:lstStyle/>
        <a:p>
          <a:r>
            <a:rPr lang="en-US"/>
            <a:t>Better plan reuse for parameterized queries </a:t>
          </a:r>
        </a:p>
      </dgm:t>
    </dgm:pt>
    <dgm:pt modelId="{C0F1A53F-D6CA-4CF9-B090-E6C0DBF6060D}" type="parTrans" cxnId="{B9693B2D-79C0-41A9-8068-0717DDDEDE44}">
      <dgm:prSet/>
      <dgm:spPr/>
      <dgm:t>
        <a:bodyPr/>
        <a:lstStyle/>
        <a:p>
          <a:endParaRPr lang="en-US"/>
        </a:p>
      </dgm:t>
    </dgm:pt>
    <dgm:pt modelId="{C5A83761-67F3-4686-8CA5-612D73DAD5F4}" type="sibTrans" cxnId="{B9693B2D-79C0-41A9-8068-0717DDDEDE44}">
      <dgm:prSet/>
      <dgm:spPr/>
      <dgm:t>
        <a:bodyPr/>
        <a:lstStyle/>
        <a:p>
          <a:endParaRPr lang="en-US"/>
        </a:p>
      </dgm:t>
    </dgm:pt>
    <dgm:pt modelId="{C74910A7-7066-40D0-8AAA-D5E2039AC43C}">
      <dgm:prSet/>
      <dgm:spPr/>
      <dgm:t>
        <a:bodyPr/>
        <a:lstStyle/>
        <a:p>
          <a:r>
            <a:rPr lang="en-US"/>
            <a:t>Reduces compilation overhead </a:t>
          </a:r>
        </a:p>
      </dgm:t>
    </dgm:pt>
    <dgm:pt modelId="{2F410E9A-39E8-4847-9532-8BFA4BAD939F}" type="parTrans" cxnId="{A4E63120-B099-4D0D-8EEF-180BAEAD7CCA}">
      <dgm:prSet/>
      <dgm:spPr/>
      <dgm:t>
        <a:bodyPr/>
        <a:lstStyle/>
        <a:p>
          <a:endParaRPr lang="en-US"/>
        </a:p>
      </dgm:t>
    </dgm:pt>
    <dgm:pt modelId="{03E3478E-263C-4104-82CD-0259104C2866}" type="sibTrans" cxnId="{A4E63120-B099-4D0D-8EEF-180BAEAD7CCA}">
      <dgm:prSet/>
      <dgm:spPr/>
      <dgm:t>
        <a:bodyPr/>
        <a:lstStyle/>
        <a:p>
          <a:endParaRPr lang="en-US"/>
        </a:p>
      </dgm:t>
    </dgm:pt>
    <dgm:pt modelId="{F3299016-7BCA-4790-88E8-091296C6EFD8}">
      <dgm:prSet/>
      <dgm:spPr/>
      <dgm:t>
        <a:bodyPr/>
        <a:lstStyle/>
        <a:p>
          <a:r>
            <a:rPr lang="en-US"/>
            <a:t>Significant impact for ORM-generated workloads (Entity Framework, Hibernate, etc.) </a:t>
          </a:r>
        </a:p>
      </dgm:t>
    </dgm:pt>
    <dgm:pt modelId="{F113A429-AE83-49FA-955B-75BD9358146C}" type="parTrans" cxnId="{55A61663-9379-4D74-BF73-396BDCDAA918}">
      <dgm:prSet/>
      <dgm:spPr/>
      <dgm:t>
        <a:bodyPr/>
        <a:lstStyle/>
        <a:p>
          <a:endParaRPr lang="en-US"/>
        </a:p>
      </dgm:t>
    </dgm:pt>
    <dgm:pt modelId="{99601532-E14B-4AEE-9985-A6AA426E3127}" type="sibTrans" cxnId="{55A61663-9379-4D74-BF73-396BDCDAA918}">
      <dgm:prSet/>
      <dgm:spPr/>
      <dgm:t>
        <a:bodyPr/>
        <a:lstStyle/>
        <a:p>
          <a:endParaRPr lang="en-US"/>
        </a:p>
      </dgm:t>
    </dgm:pt>
    <dgm:pt modelId="{A1DD0C97-AEC3-4CE3-A49C-8E4986E2A125}">
      <dgm:prSet/>
      <dgm:spPr/>
      <dgm:t>
        <a:bodyPr/>
        <a:lstStyle/>
        <a:p>
          <a:r>
            <a:rPr lang="en-US"/>
            <a:t>No application changes required</a:t>
          </a:r>
        </a:p>
      </dgm:t>
    </dgm:pt>
    <dgm:pt modelId="{7C0BAC94-BA28-466B-81BB-DD6E9A3A3A2D}" type="parTrans" cxnId="{1855E7CB-B45F-4B74-93BE-6D13C5EF73B8}">
      <dgm:prSet/>
      <dgm:spPr/>
      <dgm:t>
        <a:bodyPr/>
        <a:lstStyle/>
        <a:p>
          <a:endParaRPr lang="en-US"/>
        </a:p>
      </dgm:t>
    </dgm:pt>
    <dgm:pt modelId="{A5AF1062-A3A4-4C86-B58B-D54081788CAA}" type="sibTrans" cxnId="{1855E7CB-B45F-4B74-93BE-6D13C5EF73B8}">
      <dgm:prSet/>
      <dgm:spPr/>
      <dgm:t>
        <a:bodyPr/>
        <a:lstStyle/>
        <a:p>
          <a:endParaRPr lang="en-US"/>
        </a:p>
      </dgm:t>
    </dgm:pt>
    <dgm:pt modelId="{FC93D878-6062-0849-8DB7-E24286305758}" type="pres">
      <dgm:prSet presAssocID="{AE710EEF-89A4-48ED-A52F-59906AEFD09B}" presName="linear" presStyleCnt="0">
        <dgm:presLayoutVars>
          <dgm:animLvl val="lvl"/>
          <dgm:resizeHandles val="exact"/>
        </dgm:presLayoutVars>
      </dgm:prSet>
      <dgm:spPr/>
    </dgm:pt>
    <dgm:pt modelId="{01D54B6B-BF31-AA4A-9A81-3DE3DCBA5836}" type="pres">
      <dgm:prSet presAssocID="{0B0733B9-94C6-44C0-AEF1-CD1088A1369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2E773A16-9E26-0246-8E50-F5F676B6860C}" type="pres">
      <dgm:prSet presAssocID="{C5A83761-67F3-4686-8CA5-612D73DAD5F4}" presName="spacer" presStyleCnt="0"/>
      <dgm:spPr/>
    </dgm:pt>
    <dgm:pt modelId="{D1E7EA16-88BB-BF44-9CF6-7819C961D5CD}" type="pres">
      <dgm:prSet presAssocID="{C74910A7-7066-40D0-8AAA-D5E2039AC43C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069A289A-6CCF-E34B-85EB-316A26601592}" type="pres">
      <dgm:prSet presAssocID="{03E3478E-263C-4104-82CD-0259104C2866}" presName="spacer" presStyleCnt="0"/>
      <dgm:spPr/>
    </dgm:pt>
    <dgm:pt modelId="{BB26ED03-995B-C243-AF2B-967745E5A8DA}" type="pres">
      <dgm:prSet presAssocID="{F3299016-7BCA-4790-88E8-091296C6EFD8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B9E44D96-CAB0-CC47-BB85-C478E078D37E}" type="pres">
      <dgm:prSet presAssocID="{99601532-E14B-4AEE-9985-A6AA426E3127}" presName="spacer" presStyleCnt="0"/>
      <dgm:spPr/>
    </dgm:pt>
    <dgm:pt modelId="{047F8276-4492-C04A-B28A-069D4E6E7665}" type="pres">
      <dgm:prSet presAssocID="{A1DD0C97-AEC3-4CE3-A49C-8E4986E2A125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A4E63120-B099-4D0D-8EEF-180BAEAD7CCA}" srcId="{AE710EEF-89A4-48ED-A52F-59906AEFD09B}" destId="{C74910A7-7066-40D0-8AAA-D5E2039AC43C}" srcOrd="1" destOrd="0" parTransId="{2F410E9A-39E8-4847-9532-8BFA4BAD939F}" sibTransId="{03E3478E-263C-4104-82CD-0259104C2866}"/>
    <dgm:cxn modelId="{B9693B2D-79C0-41A9-8068-0717DDDEDE44}" srcId="{AE710EEF-89A4-48ED-A52F-59906AEFD09B}" destId="{0B0733B9-94C6-44C0-AEF1-CD1088A1369D}" srcOrd="0" destOrd="0" parTransId="{C0F1A53F-D6CA-4CF9-B090-E6C0DBF6060D}" sibTransId="{C5A83761-67F3-4686-8CA5-612D73DAD5F4}"/>
    <dgm:cxn modelId="{AEEA195B-700B-8349-82F9-9687BA982CC6}" type="presOf" srcId="{C74910A7-7066-40D0-8AAA-D5E2039AC43C}" destId="{D1E7EA16-88BB-BF44-9CF6-7819C961D5CD}" srcOrd="0" destOrd="0" presId="urn:microsoft.com/office/officeart/2005/8/layout/vList2"/>
    <dgm:cxn modelId="{55A61663-9379-4D74-BF73-396BDCDAA918}" srcId="{AE710EEF-89A4-48ED-A52F-59906AEFD09B}" destId="{F3299016-7BCA-4790-88E8-091296C6EFD8}" srcOrd="2" destOrd="0" parTransId="{F113A429-AE83-49FA-955B-75BD9358146C}" sibTransId="{99601532-E14B-4AEE-9985-A6AA426E3127}"/>
    <dgm:cxn modelId="{F9979049-A271-6040-AF68-BAF77512E324}" type="presOf" srcId="{0B0733B9-94C6-44C0-AEF1-CD1088A1369D}" destId="{01D54B6B-BF31-AA4A-9A81-3DE3DCBA5836}" srcOrd="0" destOrd="0" presId="urn:microsoft.com/office/officeart/2005/8/layout/vList2"/>
    <dgm:cxn modelId="{28672B77-9BC5-1545-8F4C-F6BDC46E7C32}" type="presOf" srcId="{F3299016-7BCA-4790-88E8-091296C6EFD8}" destId="{BB26ED03-995B-C243-AF2B-967745E5A8DA}" srcOrd="0" destOrd="0" presId="urn:microsoft.com/office/officeart/2005/8/layout/vList2"/>
    <dgm:cxn modelId="{388C2983-494B-0F42-8D22-1E1E082380C9}" type="presOf" srcId="{A1DD0C97-AEC3-4CE3-A49C-8E4986E2A125}" destId="{047F8276-4492-C04A-B28A-069D4E6E7665}" srcOrd="0" destOrd="0" presId="urn:microsoft.com/office/officeart/2005/8/layout/vList2"/>
    <dgm:cxn modelId="{EB2AE5AE-DA9D-EC4D-B2FF-4A42C8485DC8}" type="presOf" srcId="{AE710EEF-89A4-48ED-A52F-59906AEFD09B}" destId="{FC93D878-6062-0849-8DB7-E24286305758}" srcOrd="0" destOrd="0" presId="urn:microsoft.com/office/officeart/2005/8/layout/vList2"/>
    <dgm:cxn modelId="{1855E7CB-B45F-4B74-93BE-6D13C5EF73B8}" srcId="{AE710EEF-89A4-48ED-A52F-59906AEFD09B}" destId="{A1DD0C97-AEC3-4CE3-A49C-8E4986E2A125}" srcOrd="3" destOrd="0" parTransId="{7C0BAC94-BA28-466B-81BB-DD6E9A3A3A2D}" sibTransId="{A5AF1062-A3A4-4C86-B58B-D54081788CAA}"/>
    <dgm:cxn modelId="{E9E95661-7E07-A249-BE72-0C7670B89AAC}" type="presParOf" srcId="{FC93D878-6062-0849-8DB7-E24286305758}" destId="{01D54B6B-BF31-AA4A-9A81-3DE3DCBA5836}" srcOrd="0" destOrd="0" presId="urn:microsoft.com/office/officeart/2005/8/layout/vList2"/>
    <dgm:cxn modelId="{36CEB034-2A53-3448-8DF5-81A38889C705}" type="presParOf" srcId="{FC93D878-6062-0849-8DB7-E24286305758}" destId="{2E773A16-9E26-0246-8E50-F5F676B6860C}" srcOrd="1" destOrd="0" presId="urn:microsoft.com/office/officeart/2005/8/layout/vList2"/>
    <dgm:cxn modelId="{5F9BBA7D-9C43-FE4B-A4A9-ABA5852208D8}" type="presParOf" srcId="{FC93D878-6062-0849-8DB7-E24286305758}" destId="{D1E7EA16-88BB-BF44-9CF6-7819C961D5CD}" srcOrd="2" destOrd="0" presId="urn:microsoft.com/office/officeart/2005/8/layout/vList2"/>
    <dgm:cxn modelId="{14438BE6-E21F-A84F-8880-9455623C64C1}" type="presParOf" srcId="{FC93D878-6062-0849-8DB7-E24286305758}" destId="{069A289A-6CCF-E34B-85EB-316A26601592}" srcOrd="3" destOrd="0" presId="urn:microsoft.com/office/officeart/2005/8/layout/vList2"/>
    <dgm:cxn modelId="{03A3243A-1FE6-1948-9449-655FCFAFD81D}" type="presParOf" srcId="{FC93D878-6062-0849-8DB7-E24286305758}" destId="{BB26ED03-995B-C243-AF2B-967745E5A8DA}" srcOrd="4" destOrd="0" presId="urn:microsoft.com/office/officeart/2005/8/layout/vList2"/>
    <dgm:cxn modelId="{368BC7FE-0D12-9A4B-93B7-C3B450E50EBC}" type="presParOf" srcId="{FC93D878-6062-0849-8DB7-E24286305758}" destId="{B9E44D96-CAB0-CC47-BB85-C478E078D37E}" srcOrd="5" destOrd="0" presId="urn:microsoft.com/office/officeart/2005/8/layout/vList2"/>
    <dgm:cxn modelId="{6B2D81C3-EAE0-C949-95F9-DD8289F6C17D}" type="presParOf" srcId="{FC93D878-6062-0849-8DB7-E24286305758}" destId="{047F8276-4492-C04A-B28A-069D4E6E7665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3.xml><?xml version="1.0" encoding="utf-8"?>
<dgm:dataModel xmlns:dgm="http://schemas.openxmlformats.org/drawingml/2006/diagram" xmlns:a="http://schemas.openxmlformats.org/drawingml/2006/main">
  <dgm:ptLst>
    <dgm:pt modelId="{E48DE4AE-81FD-4068-8ACA-82B22EF757A9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7CA359A-8139-48DF-A73F-750E375BC250}">
      <dgm:prSet/>
      <dgm:spPr/>
      <dgm:t>
        <a:bodyPr/>
        <a:lstStyle/>
        <a:p>
          <a:r>
            <a:rPr lang="en-US"/>
            <a:t>Batch mode: processes ~900 rows at a time in columnar arrays (~64KB pages) </a:t>
          </a:r>
        </a:p>
      </dgm:t>
    </dgm:pt>
    <dgm:pt modelId="{95FE7F74-B412-479E-99A8-13B12C8799D5}" type="parTrans" cxnId="{7164D9BA-CD64-4653-BA2F-D9C7C55E5970}">
      <dgm:prSet/>
      <dgm:spPr/>
      <dgm:t>
        <a:bodyPr/>
        <a:lstStyle/>
        <a:p>
          <a:endParaRPr lang="en-US"/>
        </a:p>
      </dgm:t>
    </dgm:pt>
    <dgm:pt modelId="{84B82BBA-EA2A-4507-BA1E-94BD0E53153F}" type="sibTrans" cxnId="{7164D9BA-CD64-4653-BA2F-D9C7C55E5970}">
      <dgm:prSet/>
      <dgm:spPr/>
      <dgm:t>
        <a:bodyPr/>
        <a:lstStyle/>
        <a:p>
          <a:endParaRPr lang="en-US"/>
        </a:p>
      </dgm:t>
    </dgm:pt>
    <dgm:pt modelId="{D9D5112A-EF23-4DE3-B83A-3E36FCEFD9B4}">
      <dgm:prSet/>
      <dgm:spPr/>
      <dgm:t>
        <a:bodyPr/>
        <a:lstStyle/>
        <a:p>
          <a:r>
            <a:rPr lang="en-US"/>
            <a:t>Leverages vectorized CPU execution (SIMD/AVX instructions) </a:t>
          </a:r>
        </a:p>
      </dgm:t>
    </dgm:pt>
    <dgm:pt modelId="{A9FDD1AF-50E0-4842-BFE3-5940C34145FD}" type="parTrans" cxnId="{C9D48DDA-AB31-48C5-B5A9-B5A8DC3EC335}">
      <dgm:prSet/>
      <dgm:spPr/>
      <dgm:t>
        <a:bodyPr/>
        <a:lstStyle/>
        <a:p>
          <a:endParaRPr lang="en-US"/>
        </a:p>
      </dgm:t>
    </dgm:pt>
    <dgm:pt modelId="{85E5E8DC-5756-4D25-B188-00763ABC183F}" type="sibTrans" cxnId="{C9D48DDA-AB31-48C5-B5A9-B5A8DC3EC335}">
      <dgm:prSet/>
      <dgm:spPr/>
      <dgm:t>
        <a:bodyPr/>
        <a:lstStyle/>
        <a:p>
          <a:endParaRPr lang="en-US"/>
        </a:p>
      </dgm:t>
    </dgm:pt>
    <dgm:pt modelId="{23F9E703-FAD7-4994-8FF5-1A6BF5D03EFA}">
      <dgm:prSet/>
      <dgm:spPr/>
      <dgm:t>
        <a:bodyPr/>
        <a:lstStyle/>
        <a:p>
          <a:r>
            <a:rPr lang="en-US"/>
            <a:t>Works for both columnstore AND rowstore SQL Server 2025 further optimizes batch mode for rowstores </a:t>
          </a:r>
        </a:p>
      </dgm:t>
    </dgm:pt>
    <dgm:pt modelId="{C9915FC2-D14D-496B-9BFD-06E60B9C953C}" type="parTrans" cxnId="{17257F53-E216-4BAE-B67B-24373C9E6D86}">
      <dgm:prSet/>
      <dgm:spPr/>
      <dgm:t>
        <a:bodyPr/>
        <a:lstStyle/>
        <a:p>
          <a:endParaRPr lang="en-US"/>
        </a:p>
      </dgm:t>
    </dgm:pt>
    <dgm:pt modelId="{37EBE32D-9051-478D-B192-CA279B8175E9}" type="sibTrans" cxnId="{17257F53-E216-4BAE-B67B-24373C9E6D86}">
      <dgm:prSet/>
      <dgm:spPr/>
      <dgm:t>
        <a:bodyPr/>
        <a:lstStyle/>
        <a:p>
          <a:endParaRPr lang="en-US"/>
        </a:p>
      </dgm:t>
    </dgm:pt>
    <dgm:pt modelId="{F20F1FE5-0354-4954-BA87-1536C5EE8C3E}">
      <dgm:prSet/>
      <dgm:spPr/>
      <dgm:t>
        <a:bodyPr/>
        <a:lstStyle/>
        <a:p>
          <a:r>
            <a:rPr lang="en-US"/>
            <a:t>Especially benefits aggregate queries and large scans</a:t>
          </a:r>
        </a:p>
      </dgm:t>
    </dgm:pt>
    <dgm:pt modelId="{8328AEFB-6445-4EEA-B246-0F83FA47DAFB}" type="parTrans" cxnId="{E9563EEF-6702-4962-BAD9-6178F67C9940}">
      <dgm:prSet/>
      <dgm:spPr/>
      <dgm:t>
        <a:bodyPr/>
        <a:lstStyle/>
        <a:p>
          <a:endParaRPr lang="en-US"/>
        </a:p>
      </dgm:t>
    </dgm:pt>
    <dgm:pt modelId="{3A8ABD13-D68F-4064-AD6B-43F793277BD6}" type="sibTrans" cxnId="{E9563EEF-6702-4962-BAD9-6178F67C9940}">
      <dgm:prSet/>
      <dgm:spPr/>
      <dgm:t>
        <a:bodyPr/>
        <a:lstStyle/>
        <a:p>
          <a:endParaRPr lang="en-US"/>
        </a:p>
      </dgm:t>
    </dgm:pt>
    <dgm:pt modelId="{77316D16-2A20-8342-AEAD-AF37F5E8D98F}" type="pres">
      <dgm:prSet presAssocID="{E48DE4AE-81FD-4068-8ACA-82B22EF757A9}" presName="vert0" presStyleCnt="0">
        <dgm:presLayoutVars>
          <dgm:dir/>
          <dgm:animOne val="branch"/>
          <dgm:animLvl val="lvl"/>
        </dgm:presLayoutVars>
      </dgm:prSet>
      <dgm:spPr/>
    </dgm:pt>
    <dgm:pt modelId="{BF80E5AA-FEEB-004C-8279-F9A9CDDA5C0F}" type="pres">
      <dgm:prSet presAssocID="{97CA359A-8139-48DF-A73F-750E375BC250}" presName="thickLine" presStyleLbl="alignNode1" presStyleIdx="0" presStyleCnt="4"/>
      <dgm:spPr/>
    </dgm:pt>
    <dgm:pt modelId="{2F42F430-E746-784C-B587-A9D5FDBCC2D4}" type="pres">
      <dgm:prSet presAssocID="{97CA359A-8139-48DF-A73F-750E375BC250}" presName="horz1" presStyleCnt="0"/>
      <dgm:spPr/>
    </dgm:pt>
    <dgm:pt modelId="{9B4E25C9-47F9-0A4B-8C88-92474BC043CA}" type="pres">
      <dgm:prSet presAssocID="{97CA359A-8139-48DF-A73F-750E375BC250}" presName="tx1" presStyleLbl="revTx" presStyleIdx="0" presStyleCnt="4"/>
      <dgm:spPr/>
    </dgm:pt>
    <dgm:pt modelId="{262C0382-FE6D-2B42-90E9-5EB5CC19257E}" type="pres">
      <dgm:prSet presAssocID="{97CA359A-8139-48DF-A73F-750E375BC250}" presName="vert1" presStyleCnt="0"/>
      <dgm:spPr/>
    </dgm:pt>
    <dgm:pt modelId="{9E859041-3C8E-504B-ADBE-4A844F120362}" type="pres">
      <dgm:prSet presAssocID="{D9D5112A-EF23-4DE3-B83A-3E36FCEFD9B4}" presName="thickLine" presStyleLbl="alignNode1" presStyleIdx="1" presStyleCnt="4"/>
      <dgm:spPr/>
    </dgm:pt>
    <dgm:pt modelId="{13DCCB08-28B4-5747-BDD1-0F68455E6EBC}" type="pres">
      <dgm:prSet presAssocID="{D9D5112A-EF23-4DE3-B83A-3E36FCEFD9B4}" presName="horz1" presStyleCnt="0"/>
      <dgm:spPr/>
    </dgm:pt>
    <dgm:pt modelId="{9FBA7A66-4DF8-DB49-BCA8-BF8B78448692}" type="pres">
      <dgm:prSet presAssocID="{D9D5112A-EF23-4DE3-B83A-3E36FCEFD9B4}" presName="tx1" presStyleLbl="revTx" presStyleIdx="1" presStyleCnt="4"/>
      <dgm:spPr/>
    </dgm:pt>
    <dgm:pt modelId="{15F45D2E-588C-1347-8636-255D5E604D02}" type="pres">
      <dgm:prSet presAssocID="{D9D5112A-EF23-4DE3-B83A-3E36FCEFD9B4}" presName="vert1" presStyleCnt="0"/>
      <dgm:spPr/>
    </dgm:pt>
    <dgm:pt modelId="{06AD782E-9B24-8941-8081-10DC0E44E080}" type="pres">
      <dgm:prSet presAssocID="{23F9E703-FAD7-4994-8FF5-1A6BF5D03EFA}" presName="thickLine" presStyleLbl="alignNode1" presStyleIdx="2" presStyleCnt="4"/>
      <dgm:spPr/>
    </dgm:pt>
    <dgm:pt modelId="{116855AB-3928-AF48-AEEB-3EFD9FB97B6F}" type="pres">
      <dgm:prSet presAssocID="{23F9E703-FAD7-4994-8FF5-1A6BF5D03EFA}" presName="horz1" presStyleCnt="0"/>
      <dgm:spPr/>
    </dgm:pt>
    <dgm:pt modelId="{E9721B4A-97EC-C549-8B08-B04B6BA069AA}" type="pres">
      <dgm:prSet presAssocID="{23F9E703-FAD7-4994-8FF5-1A6BF5D03EFA}" presName="tx1" presStyleLbl="revTx" presStyleIdx="2" presStyleCnt="4"/>
      <dgm:spPr/>
    </dgm:pt>
    <dgm:pt modelId="{BAE99412-B00E-B545-B38D-37ACEC1334B2}" type="pres">
      <dgm:prSet presAssocID="{23F9E703-FAD7-4994-8FF5-1A6BF5D03EFA}" presName="vert1" presStyleCnt="0"/>
      <dgm:spPr/>
    </dgm:pt>
    <dgm:pt modelId="{82BA9B9A-F871-1D41-8330-8EFACFBD8D5A}" type="pres">
      <dgm:prSet presAssocID="{F20F1FE5-0354-4954-BA87-1536C5EE8C3E}" presName="thickLine" presStyleLbl="alignNode1" presStyleIdx="3" presStyleCnt="4"/>
      <dgm:spPr/>
    </dgm:pt>
    <dgm:pt modelId="{9233C439-897B-2940-BCEB-90A787110036}" type="pres">
      <dgm:prSet presAssocID="{F20F1FE5-0354-4954-BA87-1536C5EE8C3E}" presName="horz1" presStyleCnt="0"/>
      <dgm:spPr/>
    </dgm:pt>
    <dgm:pt modelId="{632641F0-BC9A-4346-915C-AA8A1E4C87CB}" type="pres">
      <dgm:prSet presAssocID="{F20F1FE5-0354-4954-BA87-1536C5EE8C3E}" presName="tx1" presStyleLbl="revTx" presStyleIdx="3" presStyleCnt="4"/>
      <dgm:spPr/>
    </dgm:pt>
    <dgm:pt modelId="{3C6E9126-1355-3545-9EAA-52AA96EC0D89}" type="pres">
      <dgm:prSet presAssocID="{F20F1FE5-0354-4954-BA87-1536C5EE8C3E}" presName="vert1" presStyleCnt="0"/>
      <dgm:spPr/>
    </dgm:pt>
  </dgm:ptLst>
  <dgm:cxnLst>
    <dgm:cxn modelId="{30ACD131-38CF-164F-B8CB-46922A914B15}" type="presOf" srcId="{97CA359A-8139-48DF-A73F-750E375BC250}" destId="{9B4E25C9-47F9-0A4B-8C88-92474BC043CA}" srcOrd="0" destOrd="0" presId="urn:microsoft.com/office/officeart/2008/layout/LinedList"/>
    <dgm:cxn modelId="{E87BCC42-2B15-3845-9278-315ECD332633}" type="presOf" srcId="{F20F1FE5-0354-4954-BA87-1536C5EE8C3E}" destId="{632641F0-BC9A-4346-915C-AA8A1E4C87CB}" srcOrd="0" destOrd="0" presId="urn:microsoft.com/office/officeart/2008/layout/LinedList"/>
    <dgm:cxn modelId="{17257F53-E216-4BAE-B67B-24373C9E6D86}" srcId="{E48DE4AE-81FD-4068-8ACA-82B22EF757A9}" destId="{23F9E703-FAD7-4994-8FF5-1A6BF5D03EFA}" srcOrd="2" destOrd="0" parTransId="{C9915FC2-D14D-496B-9BFD-06E60B9C953C}" sibTransId="{37EBE32D-9051-478D-B192-CA279B8175E9}"/>
    <dgm:cxn modelId="{7883F574-6892-2B41-922D-0663598F866B}" type="presOf" srcId="{E48DE4AE-81FD-4068-8ACA-82B22EF757A9}" destId="{77316D16-2A20-8342-AEAD-AF37F5E8D98F}" srcOrd="0" destOrd="0" presId="urn:microsoft.com/office/officeart/2008/layout/LinedList"/>
    <dgm:cxn modelId="{7164D9BA-CD64-4653-BA2F-D9C7C55E5970}" srcId="{E48DE4AE-81FD-4068-8ACA-82B22EF757A9}" destId="{97CA359A-8139-48DF-A73F-750E375BC250}" srcOrd="0" destOrd="0" parTransId="{95FE7F74-B412-479E-99A8-13B12C8799D5}" sibTransId="{84B82BBA-EA2A-4507-BA1E-94BD0E53153F}"/>
    <dgm:cxn modelId="{0BF51ADA-84DB-6B44-B4CF-EB2089F8221D}" type="presOf" srcId="{D9D5112A-EF23-4DE3-B83A-3E36FCEFD9B4}" destId="{9FBA7A66-4DF8-DB49-BCA8-BF8B78448692}" srcOrd="0" destOrd="0" presId="urn:microsoft.com/office/officeart/2008/layout/LinedList"/>
    <dgm:cxn modelId="{C9D48DDA-AB31-48C5-B5A9-B5A8DC3EC335}" srcId="{E48DE4AE-81FD-4068-8ACA-82B22EF757A9}" destId="{D9D5112A-EF23-4DE3-B83A-3E36FCEFD9B4}" srcOrd="1" destOrd="0" parTransId="{A9FDD1AF-50E0-4842-BFE3-5940C34145FD}" sibTransId="{85E5E8DC-5756-4D25-B188-00763ABC183F}"/>
    <dgm:cxn modelId="{823A6BEA-84A0-854C-BFF5-CF593F66D443}" type="presOf" srcId="{23F9E703-FAD7-4994-8FF5-1A6BF5D03EFA}" destId="{E9721B4A-97EC-C549-8B08-B04B6BA069AA}" srcOrd="0" destOrd="0" presId="urn:microsoft.com/office/officeart/2008/layout/LinedList"/>
    <dgm:cxn modelId="{E9563EEF-6702-4962-BAD9-6178F67C9940}" srcId="{E48DE4AE-81FD-4068-8ACA-82B22EF757A9}" destId="{F20F1FE5-0354-4954-BA87-1536C5EE8C3E}" srcOrd="3" destOrd="0" parTransId="{8328AEFB-6445-4EEA-B246-0F83FA47DAFB}" sibTransId="{3A8ABD13-D68F-4064-AD6B-43F793277BD6}"/>
    <dgm:cxn modelId="{4D1BAC19-863F-BA42-804E-CFE450E1ADA2}" type="presParOf" srcId="{77316D16-2A20-8342-AEAD-AF37F5E8D98F}" destId="{BF80E5AA-FEEB-004C-8279-F9A9CDDA5C0F}" srcOrd="0" destOrd="0" presId="urn:microsoft.com/office/officeart/2008/layout/LinedList"/>
    <dgm:cxn modelId="{1CBCC614-61D7-D747-A2FA-7C3019705E53}" type="presParOf" srcId="{77316D16-2A20-8342-AEAD-AF37F5E8D98F}" destId="{2F42F430-E746-784C-B587-A9D5FDBCC2D4}" srcOrd="1" destOrd="0" presId="urn:microsoft.com/office/officeart/2008/layout/LinedList"/>
    <dgm:cxn modelId="{21FC4166-48EB-0047-884D-3754DE3CF851}" type="presParOf" srcId="{2F42F430-E746-784C-B587-A9D5FDBCC2D4}" destId="{9B4E25C9-47F9-0A4B-8C88-92474BC043CA}" srcOrd="0" destOrd="0" presId="urn:microsoft.com/office/officeart/2008/layout/LinedList"/>
    <dgm:cxn modelId="{80ED5150-626C-754D-89D1-2F8DDC4C3115}" type="presParOf" srcId="{2F42F430-E746-784C-B587-A9D5FDBCC2D4}" destId="{262C0382-FE6D-2B42-90E9-5EB5CC19257E}" srcOrd="1" destOrd="0" presId="urn:microsoft.com/office/officeart/2008/layout/LinedList"/>
    <dgm:cxn modelId="{A19A3571-AA7C-9042-B4C8-DD972AC2D69A}" type="presParOf" srcId="{77316D16-2A20-8342-AEAD-AF37F5E8D98F}" destId="{9E859041-3C8E-504B-ADBE-4A844F120362}" srcOrd="2" destOrd="0" presId="urn:microsoft.com/office/officeart/2008/layout/LinedList"/>
    <dgm:cxn modelId="{A398AB0A-9C25-834A-8162-08DC9E04AFE7}" type="presParOf" srcId="{77316D16-2A20-8342-AEAD-AF37F5E8D98F}" destId="{13DCCB08-28B4-5747-BDD1-0F68455E6EBC}" srcOrd="3" destOrd="0" presId="urn:microsoft.com/office/officeart/2008/layout/LinedList"/>
    <dgm:cxn modelId="{5BFBFD5E-E0E8-824E-9E0F-7DF81F62FD8D}" type="presParOf" srcId="{13DCCB08-28B4-5747-BDD1-0F68455E6EBC}" destId="{9FBA7A66-4DF8-DB49-BCA8-BF8B78448692}" srcOrd="0" destOrd="0" presId="urn:microsoft.com/office/officeart/2008/layout/LinedList"/>
    <dgm:cxn modelId="{B97D5B6D-B28E-B64F-885F-0408F23D23F1}" type="presParOf" srcId="{13DCCB08-28B4-5747-BDD1-0F68455E6EBC}" destId="{15F45D2E-588C-1347-8636-255D5E604D02}" srcOrd="1" destOrd="0" presId="urn:microsoft.com/office/officeart/2008/layout/LinedList"/>
    <dgm:cxn modelId="{B56BAEC5-9EA8-1942-A62A-6EE386DB3D31}" type="presParOf" srcId="{77316D16-2A20-8342-AEAD-AF37F5E8D98F}" destId="{06AD782E-9B24-8941-8081-10DC0E44E080}" srcOrd="4" destOrd="0" presId="urn:microsoft.com/office/officeart/2008/layout/LinedList"/>
    <dgm:cxn modelId="{60F04057-E577-6440-82BD-619274A6E783}" type="presParOf" srcId="{77316D16-2A20-8342-AEAD-AF37F5E8D98F}" destId="{116855AB-3928-AF48-AEEB-3EFD9FB97B6F}" srcOrd="5" destOrd="0" presId="urn:microsoft.com/office/officeart/2008/layout/LinedList"/>
    <dgm:cxn modelId="{598EF86C-2FA2-6C40-9B98-5B0D0AC990E1}" type="presParOf" srcId="{116855AB-3928-AF48-AEEB-3EFD9FB97B6F}" destId="{E9721B4A-97EC-C549-8B08-B04B6BA069AA}" srcOrd="0" destOrd="0" presId="urn:microsoft.com/office/officeart/2008/layout/LinedList"/>
    <dgm:cxn modelId="{BC10050A-B568-6847-9A5B-332EACFA1345}" type="presParOf" srcId="{116855AB-3928-AF48-AEEB-3EFD9FB97B6F}" destId="{BAE99412-B00E-B545-B38D-37ACEC1334B2}" srcOrd="1" destOrd="0" presId="urn:microsoft.com/office/officeart/2008/layout/LinedList"/>
    <dgm:cxn modelId="{6FF68828-48E8-7F49-B401-482D84E7A409}" type="presParOf" srcId="{77316D16-2A20-8342-AEAD-AF37F5E8D98F}" destId="{82BA9B9A-F871-1D41-8330-8EFACFBD8D5A}" srcOrd="6" destOrd="0" presId="urn:microsoft.com/office/officeart/2008/layout/LinedList"/>
    <dgm:cxn modelId="{2B005C86-DF11-DB40-9974-E512476516E5}" type="presParOf" srcId="{77316D16-2A20-8342-AEAD-AF37F5E8D98F}" destId="{9233C439-897B-2940-BCEB-90A787110036}" srcOrd="7" destOrd="0" presId="urn:microsoft.com/office/officeart/2008/layout/LinedList"/>
    <dgm:cxn modelId="{46676E29-694C-114C-9F1D-2AB29A88D9DF}" type="presParOf" srcId="{9233C439-897B-2940-BCEB-90A787110036}" destId="{632641F0-BC9A-4346-915C-AA8A1E4C87CB}" srcOrd="0" destOrd="0" presId="urn:microsoft.com/office/officeart/2008/layout/LinedList"/>
    <dgm:cxn modelId="{9FA4C458-987C-2D4C-AC80-13CBD0B0C849}" type="presParOf" srcId="{9233C439-897B-2940-BCEB-90A787110036}" destId="{3C6E9126-1355-3545-9EAA-52AA96EC0D89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4.xml><?xml version="1.0" encoding="utf-8"?>
<dgm:dataModel xmlns:dgm="http://schemas.openxmlformats.org/drawingml/2006/diagram" xmlns:a="http://schemas.openxmlformats.org/drawingml/2006/main">
  <dgm:ptLst>
    <dgm:pt modelId="{2934D7CD-C50B-4429-9F38-DD3DE0BC9AB1}" type="doc">
      <dgm:prSet loTypeId="urn:microsoft.com/office/officeart/2018/2/layout/IconCircleList" loCatId="icon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3A456B02-67CD-49F2-8998-A422CBDE7E1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Better ordered columnstore indexing </a:t>
          </a:r>
        </a:p>
      </dgm:t>
    </dgm:pt>
    <dgm:pt modelId="{0219E190-FF6D-446C-B50D-86E8516878B0}" type="parTrans" cxnId="{F289474D-06FA-4C8E-9516-4AE0A184CC27}">
      <dgm:prSet/>
      <dgm:spPr/>
      <dgm:t>
        <a:bodyPr/>
        <a:lstStyle/>
        <a:p>
          <a:endParaRPr lang="en-US"/>
        </a:p>
      </dgm:t>
    </dgm:pt>
    <dgm:pt modelId="{89AEB741-1961-4C92-92EE-1A34CA61AB76}" type="sibTrans" cxnId="{F289474D-06FA-4C8E-9516-4AE0A184CC2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A6E0DB14-532A-4267-A5FE-C353B2A9AAA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Columnstore index maintenance improvements </a:t>
          </a:r>
        </a:p>
      </dgm:t>
    </dgm:pt>
    <dgm:pt modelId="{9CE33AF1-FB4E-40D4-8476-76616B3539AE}" type="parTrans" cxnId="{62D56D5D-B9E1-4097-8860-2BA79D841CE7}">
      <dgm:prSet/>
      <dgm:spPr/>
      <dgm:t>
        <a:bodyPr/>
        <a:lstStyle/>
        <a:p>
          <a:endParaRPr lang="en-US"/>
        </a:p>
      </dgm:t>
    </dgm:pt>
    <dgm:pt modelId="{685DF25B-ED04-4CA9-ADAB-84BC0D532226}" type="sibTrans" cxnId="{62D56D5D-B9E1-4097-8860-2BA79D841CE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BA745C21-4584-4004-A487-90C8B64B552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Performance enhancements for columnstore queries </a:t>
          </a:r>
        </a:p>
      </dgm:t>
    </dgm:pt>
    <dgm:pt modelId="{E9AE4592-7397-4B47-A67C-3EBE3EB43E2F}" type="parTrans" cxnId="{02380705-D2EE-4352-AD55-699457E0E909}">
      <dgm:prSet/>
      <dgm:spPr/>
      <dgm:t>
        <a:bodyPr/>
        <a:lstStyle/>
        <a:p>
          <a:endParaRPr lang="en-US"/>
        </a:p>
      </dgm:t>
    </dgm:pt>
    <dgm:pt modelId="{A6F8A46B-F693-45F7-B781-B788AA76658D}" type="sibTrans" cxnId="{02380705-D2EE-4352-AD55-699457E0E909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FF49434-99D1-4ECA-928F-4C33F191C43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Segment elimination improvements</a:t>
          </a:r>
        </a:p>
      </dgm:t>
    </dgm:pt>
    <dgm:pt modelId="{E597F3DB-1477-419F-B89F-D813C3E74205}" type="parTrans" cxnId="{5D4BCD72-CFBA-4BC5-9DB2-6BA00A2BFB20}">
      <dgm:prSet/>
      <dgm:spPr/>
      <dgm:t>
        <a:bodyPr/>
        <a:lstStyle/>
        <a:p>
          <a:endParaRPr lang="en-US"/>
        </a:p>
      </dgm:t>
    </dgm:pt>
    <dgm:pt modelId="{D8AB11BD-A3FC-42B9-99F8-121258A7184C}" type="sibTrans" cxnId="{5D4BCD72-CFBA-4BC5-9DB2-6BA00A2BFB20}">
      <dgm:prSet/>
      <dgm:spPr/>
      <dgm:t>
        <a:bodyPr/>
        <a:lstStyle/>
        <a:p>
          <a:endParaRPr lang="en-US"/>
        </a:p>
      </dgm:t>
    </dgm:pt>
    <dgm:pt modelId="{CF406E0D-0E9D-423F-9AB3-08858C538DD5}" type="pres">
      <dgm:prSet presAssocID="{2934D7CD-C50B-4429-9F38-DD3DE0BC9AB1}" presName="root" presStyleCnt="0">
        <dgm:presLayoutVars>
          <dgm:dir/>
          <dgm:resizeHandles val="exact"/>
        </dgm:presLayoutVars>
      </dgm:prSet>
      <dgm:spPr/>
    </dgm:pt>
    <dgm:pt modelId="{486121BD-BDFF-4098-B31B-7A1C04AE8611}" type="pres">
      <dgm:prSet presAssocID="{2934D7CD-C50B-4429-9F38-DD3DE0BC9AB1}" presName="container" presStyleCnt="0">
        <dgm:presLayoutVars>
          <dgm:dir/>
          <dgm:resizeHandles val="exact"/>
        </dgm:presLayoutVars>
      </dgm:prSet>
      <dgm:spPr/>
    </dgm:pt>
    <dgm:pt modelId="{9241ABE5-EBF3-495D-817C-78125ED0B5A2}" type="pres">
      <dgm:prSet presAssocID="{3A456B02-67CD-49F2-8998-A422CBDE7E1F}" presName="compNode" presStyleCnt="0"/>
      <dgm:spPr/>
    </dgm:pt>
    <dgm:pt modelId="{0F222CA5-D8E7-4AAD-9FCD-DA5CC314835E}" type="pres">
      <dgm:prSet presAssocID="{3A456B02-67CD-49F2-8998-A422CBDE7E1F}" presName="iconBgRect" presStyleLbl="bgShp" presStyleIdx="0" presStyleCnt="4"/>
      <dgm:spPr/>
    </dgm:pt>
    <dgm:pt modelId="{2CC48BFF-F5E9-4E8B-878F-829DF2F437BD}" type="pres">
      <dgm:prSet presAssocID="{3A456B02-67CD-49F2-8998-A422CBDE7E1F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ibbon"/>
        </a:ext>
      </dgm:extLst>
    </dgm:pt>
    <dgm:pt modelId="{45F97108-F175-45FF-95F1-C3FCAF3CE934}" type="pres">
      <dgm:prSet presAssocID="{3A456B02-67CD-49F2-8998-A422CBDE7E1F}" presName="spaceRect" presStyleCnt="0"/>
      <dgm:spPr/>
    </dgm:pt>
    <dgm:pt modelId="{7DCE7057-C2F4-4DDD-AB6D-6A22784A3985}" type="pres">
      <dgm:prSet presAssocID="{3A456B02-67CD-49F2-8998-A422CBDE7E1F}" presName="textRect" presStyleLbl="revTx" presStyleIdx="0" presStyleCnt="4">
        <dgm:presLayoutVars>
          <dgm:chMax val="1"/>
          <dgm:chPref val="1"/>
        </dgm:presLayoutVars>
      </dgm:prSet>
      <dgm:spPr/>
    </dgm:pt>
    <dgm:pt modelId="{BBAC4240-7B88-42F2-8303-64DD073B6DCE}" type="pres">
      <dgm:prSet presAssocID="{89AEB741-1961-4C92-92EE-1A34CA61AB76}" presName="sibTrans" presStyleLbl="sibTrans2D1" presStyleIdx="0" presStyleCnt="0"/>
      <dgm:spPr/>
    </dgm:pt>
    <dgm:pt modelId="{B53775F7-2A02-4ADC-B650-5C4B3FA0FE23}" type="pres">
      <dgm:prSet presAssocID="{A6E0DB14-532A-4267-A5FE-C353B2A9AAA6}" presName="compNode" presStyleCnt="0"/>
      <dgm:spPr/>
    </dgm:pt>
    <dgm:pt modelId="{3E10E936-6F08-4F03-B622-8F85F90CE471}" type="pres">
      <dgm:prSet presAssocID="{A6E0DB14-532A-4267-A5FE-C353B2A9AAA6}" presName="iconBgRect" presStyleLbl="bgShp" presStyleIdx="1" presStyleCnt="4"/>
      <dgm:spPr/>
    </dgm:pt>
    <dgm:pt modelId="{3F22F8C2-5A11-482F-A6C6-07BEF23F0E1B}" type="pres">
      <dgm:prSet presAssocID="{A6E0DB14-532A-4267-A5FE-C353B2A9AAA6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ools"/>
        </a:ext>
      </dgm:extLst>
    </dgm:pt>
    <dgm:pt modelId="{24272879-3FAB-48C7-B2BB-2F692C0C8FAF}" type="pres">
      <dgm:prSet presAssocID="{A6E0DB14-532A-4267-A5FE-C353B2A9AAA6}" presName="spaceRect" presStyleCnt="0"/>
      <dgm:spPr/>
    </dgm:pt>
    <dgm:pt modelId="{38979011-0012-4C47-878C-DF3E5DA8BB9A}" type="pres">
      <dgm:prSet presAssocID="{A6E0DB14-532A-4267-A5FE-C353B2A9AAA6}" presName="textRect" presStyleLbl="revTx" presStyleIdx="1" presStyleCnt="4">
        <dgm:presLayoutVars>
          <dgm:chMax val="1"/>
          <dgm:chPref val="1"/>
        </dgm:presLayoutVars>
      </dgm:prSet>
      <dgm:spPr/>
    </dgm:pt>
    <dgm:pt modelId="{3CADAD7E-B9D4-4552-A391-3A06B35ABBCE}" type="pres">
      <dgm:prSet presAssocID="{685DF25B-ED04-4CA9-ADAB-84BC0D532226}" presName="sibTrans" presStyleLbl="sibTrans2D1" presStyleIdx="0" presStyleCnt="0"/>
      <dgm:spPr/>
    </dgm:pt>
    <dgm:pt modelId="{429DC540-7DAB-488C-A501-AFC45CE9C82F}" type="pres">
      <dgm:prSet presAssocID="{BA745C21-4584-4004-A487-90C8B64B5527}" presName="compNode" presStyleCnt="0"/>
      <dgm:spPr/>
    </dgm:pt>
    <dgm:pt modelId="{06F18021-60B5-4067-8E3C-EF67E67E8FD1}" type="pres">
      <dgm:prSet presAssocID="{BA745C21-4584-4004-A487-90C8B64B5527}" presName="iconBgRect" presStyleLbl="bgShp" presStyleIdx="2" presStyleCnt="4"/>
      <dgm:spPr/>
    </dgm:pt>
    <dgm:pt modelId="{D318F886-EDFC-48D4-83F9-3D64AAB5DF4B}" type="pres">
      <dgm:prSet presAssocID="{BA745C21-4584-4004-A487-90C8B64B5527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D2BBD468-F0D1-4947-8615-39A003732D31}" type="pres">
      <dgm:prSet presAssocID="{BA745C21-4584-4004-A487-90C8B64B5527}" presName="spaceRect" presStyleCnt="0"/>
      <dgm:spPr/>
    </dgm:pt>
    <dgm:pt modelId="{C280490D-4F9C-4446-A7EB-BD0E99141DD8}" type="pres">
      <dgm:prSet presAssocID="{BA745C21-4584-4004-A487-90C8B64B5527}" presName="textRect" presStyleLbl="revTx" presStyleIdx="2" presStyleCnt="4">
        <dgm:presLayoutVars>
          <dgm:chMax val="1"/>
          <dgm:chPref val="1"/>
        </dgm:presLayoutVars>
      </dgm:prSet>
      <dgm:spPr/>
    </dgm:pt>
    <dgm:pt modelId="{DDB2E62B-905F-4DD0-8024-F7E012AD7488}" type="pres">
      <dgm:prSet presAssocID="{A6F8A46B-F693-45F7-B781-B788AA76658D}" presName="sibTrans" presStyleLbl="sibTrans2D1" presStyleIdx="0" presStyleCnt="0"/>
      <dgm:spPr/>
    </dgm:pt>
    <dgm:pt modelId="{D8914A83-2BFE-4017-A414-B1B22BA707B9}" type="pres">
      <dgm:prSet presAssocID="{8FF49434-99D1-4ECA-928F-4C33F191C437}" presName="compNode" presStyleCnt="0"/>
      <dgm:spPr/>
    </dgm:pt>
    <dgm:pt modelId="{4F3080EC-CAA4-4117-A994-3D0C683BD667}" type="pres">
      <dgm:prSet presAssocID="{8FF49434-99D1-4ECA-928F-4C33F191C437}" presName="iconBgRect" presStyleLbl="bgShp" presStyleIdx="3" presStyleCnt="4"/>
      <dgm:spPr/>
    </dgm:pt>
    <dgm:pt modelId="{E7F4AFAC-EC54-4B17-848D-A03624CEF49C}" type="pres">
      <dgm:prSet presAssocID="{8FF49434-99D1-4ECA-928F-4C33F191C437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7D20C2AF-14A4-425C-8A4E-370E16ED906C}" type="pres">
      <dgm:prSet presAssocID="{8FF49434-99D1-4ECA-928F-4C33F191C437}" presName="spaceRect" presStyleCnt="0"/>
      <dgm:spPr/>
    </dgm:pt>
    <dgm:pt modelId="{F1440439-4F58-4601-A922-CA625BA0ED88}" type="pres">
      <dgm:prSet presAssocID="{8FF49434-99D1-4ECA-928F-4C33F191C437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02380705-D2EE-4352-AD55-699457E0E909}" srcId="{2934D7CD-C50B-4429-9F38-DD3DE0BC9AB1}" destId="{BA745C21-4584-4004-A487-90C8B64B5527}" srcOrd="2" destOrd="0" parTransId="{E9AE4592-7397-4B47-A67C-3EBE3EB43E2F}" sibTransId="{A6F8A46B-F693-45F7-B781-B788AA76658D}"/>
    <dgm:cxn modelId="{62D56D5D-B9E1-4097-8860-2BA79D841CE7}" srcId="{2934D7CD-C50B-4429-9F38-DD3DE0BC9AB1}" destId="{A6E0DB14-532A-4267-A5FE-C353B2A9AAA6}" srcOrd="1" destOrd="0" parTransId="{9CE33AF1-FB4E-40D4-8476-76616B3539AE}" sibTransId="{685DF25B-ED04-4CA9-ADAB-84BC0D532226}"/>
    <dgm:cxn modelId="{3B6A8B41-E860-422A-A37B-090177E7E964}" type="presOf" srcId="{685DF25B-ED04-4CA9-ADAB-84BC0D532226}" destId="{3CADAD7E-B9D4-4552-A391-3A06B35ABBCE}" srcOrd="0" destOrd="0" presId="urn:microsoft.com/office/officeart/2018/2/layout/IconCircleList"/>
    <dgm:cxn modelId="{F289474D-06FA-4C8E-9516-4AE0A184CC27}" srcId="{2934D7CD-C50B-4429-9F38-DD3DE0BC9AB1}" destId="{3A456B02-67CD-49F2-8998-A422CBDE7E1F}" srcOrd="0" destOrd="0" parTransId="{0219E190-FF6D-446C-B50D-86E8516878B0}" sibTransId="{89AEB741-1961-4C92-92EE-1A34CA61AB76}"/>
    <dgm:cxn modelId="{5D4BCD72-CFBA-4BC5-9DB2-6BA00A2BFB20}" srcId="{2934D7CD-C50B-4429-9F38-DD3DE0BC9AB1}" destId="{8FF49434-99D1-4ECA-928F-4C33F191C437}" srcOrd="3" destOrd="0" parTransId="{E597F3DB-1477-419F-B89F-D813C3E74205}" sibTransId="{D8AB11BD-A3FC-42B9-99F8-121258A7184C}"/>
    <dgm:cxn modelId="{0B8A5274-C168-4526-ACDB-E8CDEE0E80DE}" type="presOf" srcId="{A6F8A46B-F693-45F7-B781-B788AA76658D}" destId="{DDB2E62B-905F-4DD0-8024-F7E012AD7488}" srcOrd="0" destOrd="0" presId="urn:microsoft.com/office/officeart/2018/2/layout/IconCircleList"/>
    <dgm:cxn modelId="{FD7A6B99-81B7-4DD4-A66B-4781EB2EF0F9}" type="presOf" srcId="{2934D7CD-C50B-4429-9F38-DD3DE0BC9AB1}" destId="{CF406E0D-0E9D-423F-9AB3-08858C538DD5}" srcOrd="0" destOrd="0" presId="urn:microsoft.com/office/officeart/2018/2/layout/IconCircleList"/>
    <dgm:cxn modelId="{770396B0-F123-4126-89DD-C78A0090B217}" type="presOf" srcId="{A6E0DB14-532A-4267-A5FE-C353B2A9AAA6}" destId="{38979011-0012-4C47-878C-DF3E5DA8BB9A}" srcOrd="0" destOrd="0" presId="urn:microsoft.com/office/officeart/2018/2/layout/IconCircleList"/>
    <dgm:cxn modelId="{20B853C6-2FE3-4E23-960B-09E683436D65}" type="presOf" srcId="{3A456B02-67CD-49F2-8998-A422CBDE7E1F}" destId="{7DCE7057-C2F4-4DDD-AB6D-6A22784A3985}" srcOrd="0" destOrd="0" presId="urn:microsoft.com/office/officeart/2018/2/layout/IconCircleList"/>
    <dgm:cxn modelId="{440311D5-0C87-4F53-8B0D-BCD432BC2C24}" type="presOf" srcId="{8FF49434-99D1-4ECA-928F-4C33F191C437}" destId="{F1440439-4F58-4601-A922-CA625BA0ED88}" srcOrd="0" destOrd="0" presId="urn:microsoft.com/office/officeart/2018/2/layout/IconCircleList"/>
    <dgm:cxn modelId="{0B5F96ED-51BF-41ED-9E71-300A79EFBDF3}" type="presOf" srcId="{BA745C21-4584-4004-A487-90C8B64B5527}" destId="{C280490D-4F9C-4446-A7EB-BD0E99141DD8}" srcOrd="0" destOrd="0" presId="urn:microsoft.com/office/officeart/2018/2/layout/IconCircleList"/>
    <dgm:cxn modelId="{0A3B81F0-717C-42F1-8909-76BF031AB3CC}" type="presOf" srcId="{89AEB741-1961-4C92-92EE-1A34CA61AB76}" destId="{BBAC4240-7B88-42F2-8303-64DD073B6DCE}" srcOrd="0" destOrd="0" presId="urn:microsoft.com/office/officeart/2018/2/layout/IconCircleList"/>
    <dgm:cxn modelId="{2CE307DE-07CE-4897-B31A-52489383EDE4}" type="presParOf" srcId="{CF406E0D-0E9D-423F-9AB3-08858C538DD5}" destId="{486121BD-BDFF-4098-B31B-7A1C04AE8611}" srcOrd="0" destOrd="0" presId="urn:microsoft.com/office/officeart/2018/2/layout/IconCircleList"/>
    <dgm:cxn modelId="{F2652D1E-2F14-4839-B838-6A6E6F738406}" type="presParOf" srcId="{486121BD-BDFF-4098-B31B-7A1C04AE8611}" destId="{9241ABE5-EBF3-495D-817C-78125ED0B5A2}" srcOrd="0" destOrd="0" presId="urn:microsoft.com/office/officeart/2018/2/layout/IconCircleList"/>
    <dgm:cxn modelId="{B02DD645-7AA5-495F-9936-BE914932E2C3}" type="presParOf" srcId="{9241ABE5-EBF3-495D-817C-78125ED0B5A2}" destId="{0F222CA5-D8E7-4AAD-9FCD-DA5CC314835E}" srcOrd="0" destOrd="0" presId="urn:microsoft.com/office/officeart/2018/2/layout/IconCircleList"/>
    <dgm:cxn modelId="{1C0E9ED0-0F9A-4F30-8CFA-4E8F601DE28D}" type="presParOf" srcId="{9241ABE5-EBF3-495D-817C-78125ED0B5A2}" destId="{2CC48BFF-F5E9-4E8B-878F-829DF2F437BD}" srcOrd="1" destOrd="0" presId="urn:microsoft.com/office/officeart/2018/2/layout/IconCircleList"/>
    <dgm:cxn modelId="{805CFFDA-83F9-4B7A-B576-44E9E5D57413}" type="presParOf" srcId="{9241ABE5-EBF3-495D-817C-78125ED0B5A2}" destId="{45F97108-F175-45FF-95F1-C3FCAF3CE934}" srcOrd="2" destOrd="0" presId="urn:microsoft.com/office/officeart/2018/2/layout/IconCircleList"/>
    <dgm:cxn modelId="{79DF5613-318A-49D4-8617-368B906F4A6D}" type="presParOf" srcId="{9241ABE5-EBF3-495D-817C-78125ED0B5A2}" destId="{7DCE7057-C2F4-4DDD-AB6D-6A22784A3985}" srcOrd="3" destOrd="0" presId="urn:microsoft.com/office/officeart/2018/2/layout/IconCircleList"/>
    <dgm:cxn modelId="{FA1115AF-7ED3-4CD5-A5BC-CBD24CF83103}" type="presParOf" srcId="{486121BD-BDFF-4098-B31B-7A1C04AE8611}" destId="{BBAC4240-7B88-42F2-8303-64DD073B6DCE}" srcOrd="1" destOrd="0" presId="urn:microsoft.com/office/officeart/2018/2/layout/IconCircleList"/>
    <dgm:cxn modelId="{E5065E68-F345-4DAE-901E-783070D33298}" type="presParOf" srcId="{486121BD-BDFF-4098-B31B-7A1C04AE8611}" destId="{B53775F7-2A02-4ADC-B650-5C4B3FA0FE23}" srcOrd="2" destOrd="0" presId="urn:microsoft.com/office/officeart/2018/2/layout/IconCircleList"/>
    <dgm:cxn modelId="{50D10672-B4F1-4321-BE3B-1EC1F55967B2}" type="presParOf" srcId="{B53775F7-2A02-4ADC-B650-5C4B3FA0FE23}" destId="{3E10E936-6F08-4F03-B622-8F85F90CE471}" srcOrd="0" destOrd="0" presId="urn:microsoft.com/office/officeart/2018/2/layout/IconCircleList"/>
    <dgm:cxn modelId="{F46ED7CA-5EDB-495A-8850-40193F11B93D}" type="presParOf" srcId="{B53775F7-2A02-4ADC-B650-5C4B3FA0FE23}" destId="{3F22F8C2-5A11-482F-A6C6-07BEF23F0E1B}" srcOrd="1" destOrd="0" presId="urn:microsoft.com/office/officeart/2018/2/layout/IconCircleList"/>
    <dgm:cxn modelId="{721EC554-763D-409A-AB01-7A8799AB98F1}" type="presParOf" srcId="{B53775F7-2A02-4ADC-B650-5C4B3FA0FE23}" destId="{24272879-3FAB-48C7-B2BB-2F692C0C8FAF}" srcOrd="2" destOrd="0" presId="urn:microsoft.com/office/officeart/2018/2/layout/IconCircleList"/>
    <dgm:cxn modelId="{8B6AFF88-3F7F-4CA1-9DB8-D6BE8AA4CDBC}" type="presParOf" srcId="{B53775F7-2A02-4ADC-B650-5C4B3FA0FE23}" destId="{38979011-0012-4C47-878C-DF3E5DA8BB9A}" srcOrd="3" destOrd="0" presId="urn:microsoft.com/office/officeart/2018/2/layout/IconCircleList"/>
    <dgm:cxn modelId="{8BB959FA-DEE0-4DFF-874B-D79FE4621515}" type="presParOf" srcId="{486121BD-BDFF-4098-B31B-7A1C04AE8611}" destId="{3CADAD7E-B9D4-4552-A391-3A06B35ABBCE}" srcOrd="3" destOrd="0" presId="urn:microsoft.com/office/officeart/2018/2/layout/IconCircleList"/>
    <dgm:cxn modelId="{BD9BCBBE-A15A-46EE-B4EE-2E7610037212}" type="presParOf" srcId="{486121BD-BDFF-4098-B31B-7A1C04AE8611}" destId="{429DC540-7DAB-488C-A501-AFC45CE9C82F}" srcOrd="4" destOrd="0" presId="urn:microsoft.com/office/officeart/2018/2/layout/IconCircleList"/>
    <dgm:cxn modelId="{14F887CB-D84A-44D7-B638-80B8826E3FEE}" type="presParOf" srcId="{429DC540-7DAB-488C-A501-AFC45CE9C82F}" destId="{06F18021-60B5-4067-8E3C-EF67E67E8FD1}" srcOrd="0" destOrd="0" presId="urn:microsoft.com/office/officeart/2018/2/layout/IconCircleList"/>
    <dgm:cxn modelId="{A3F78818-4773-40CE-AC00-08E55B870AAE}" type="presParOf" srcId="{429DC540-7DAB-488C-A501-AFC45CE9C82F}" destId="{D318F886-EDFC-48D4-83F9-3D64AAB5DF4B}" srcOrd="1" destOrd="0" presId="urn:microsoft.com/office/officeart/2018/2/layout/IconCircleList"/>
    <dgm:cxn modelId="{D4801BBA-0575-41D3-A3F8-2F0AB3DC9BF1}" type="presParOf" srcId="{429DC540-7DAB-488C-A501-AFC45CE9C82F}" destId="{D2BBD468-F0D1-4947-8615-39A003732D31}" srcOrd="2" destOrd="0" presId="urn:microsoft.com/office/officeart/2018/2/layout/IconCircleList"/>
    <dgm:cxn modelId="{76F0E974-79E4-495F-8778-7B1963ED7D4D}" type="presParOf" srcId="{429DC540-7DAB-488C-A501-AFC45CE9C82F}" destId="{C280490D-4F9C-4446-A7EB-BD0E99141DD8}" srcOrd="3" destOrd="0" presId="urn:microsoft.com/office/officeart/2018/2/layout/IconCircleList"/>
    <dgm:cxn modelId="{6CDDA16B-7DD0-4BA6-8D92-3728D349672F}" type="presParOf" srcId="{486121BD-BDFF-4098-B31B-7A1C04AE8611}" destId="{DDB2E62B-905F-4DD0-8024-F7E012AD7488}" srcOrd="5" destOrd="0" presId="urn:microsoft.com/office/officeart/2018/2/layout/IconCircleList"/>
    <dgm:cxn modelId="{B0F5E75F-81B2-4DDF-A936-1285984EEFAC}" type="presParOf" srcId="{486121BD-BDFF-4098-B31B-7A1C04AE8611}" destId="{D8914A83-2BFE-4017-A414-B1B22BA707B9}" srcOrd="6" destOrd="0" presId="urn:microsoft.com/office/officeart/2018/2/layout/IconCircleList"/>
    <dgm:cxn modelId="{A1DFEFBB-2035-4B3D-B834-59C32CA19AF0}" type="presParOf" srcId="{D8914A83-2BFE-4017-A414-B1B22BA707B9}" destId="{4F3080EC-CAA4-4117-A994-3D0C683BD667}" srcOrd="0" destOrd="0" presId="urn:microsoft.com/office/officeart/2018/2/layout/IconCircleList"/>
    <dgm:cxn modelId="{C09A4319-A59B-43AA-B278-877F7091A7D9}" type="presParOf" srcId="{D8914A83-2BFE-4017-A414-B1B22BA707B9}" destId="{E7F4AFAC-EC54-4B17-848D-A03624CEF49C}" srcOrd="1" destOrd="0" presId="urn:microsoft.com/office/officeart/2018/2/layout/IconCircleList"/>
    <dgm:cxn modelId="{1A2E1525-C0D1-4644-8AD3-B688AC7978E7}" type="presParOf" srcId="{D8914A83-2BFE-4017-A414-B1B22BA707B9}" destId="{7D20C2AF-14A4-425C-8A4E-370E16ED906C}" srcOrd="2" destOrd="0" presId="urn:microsoft.com/office/officeart/2018/2/layout/IconCircleList"/>
    <dgm:cxn modelId="{B87C6B55-79C3-4A82-9376-05605ABD9880}" type="presParOf" srcId="{D8914A83-2BFE-4017-A414-B1B22BA707B9}" destId="{F1440439-4F58-4601-A922-CA625BA0ED88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5.xml><?xml version="1.0" encoding="utf-8"?>
<dgm:dataModel xmlns:dgm="http://schemas.openxmlformats.org/drawingml/2006/diagram" xmlns:a="http://schemas.openxmlformats.org/drawingml/2006/main">
  <dgm:ptLst>
    <dgm:pt modelId="{5982A4D2-C9CC-482A-A07C-5C0F9634F5CE}" type="doc">
      <dgm:prSet loTypeId="urn:microsoft.com/office/officeart/2005/8/layout/vList2" loCatId="list" qsTypeId="urn:microsoft.com/office/officeart/2005/8/quickstyle/simple1" qsCatId="simple" csTypeId="urn:microsoft.com/office/officeart/2005/8/colors/colorful3" csCatId="colorful"/>
      <dgm:spPr/>
      <dgm:t>
        <a:bodyPr/>
        <a:lstStyle/>
        <a:p>
          <a:endParaRPr lang="en-US"/>
        </a:p>
      </dgm:t>
    </dgm:pt>
    <dgm:pt modelId="{513E4B31-9D4E-44AF-9738-D5DFF950071B}">
      <dgm:prSet/>
      <dgm:spPr/>
      <dgm:t>
        <a:bodyPr/>
        <a:lstStyle/>
        <a:p>
          <a:r>
            <a:rPr lang="en-US"/>
            <a:t>Control tempdb space consumption using Resource Governor workload groups</a:t>
          </a:r>
        </a:p>
      </dgm:t>
    </dgm:pt>
    <dgm:pt modelId="{D521BA02-A816-4AF3-9A2B-D950AABE8A9F}" type="parTrans" cxnId="{9979C7CD-87C2-45DD-B5B7-B57CC6DF1F50}">
      <dgm:prSet/>
      <dgm:spPr/>
      <dgm:t>
        <a:bodyPr/>
        <a:lstStyle/>
        <a:p>
          <a:endParaRPr lang="en-US"/>
        </a:p>
      </dgm:t>
    </dgm:pt>
    <dgm:pt modelId="{5C72BBF3-CF0A-4008-83AF-E2680F3A168F}" type="sibTrans" cxnId="{9979C7CD-87C2-45DD-B5B7-B57CC6DF1F50}">
      <dgm:prSet/>
      <dgm:spPr/>
      <dgm:t>
        <a:bodyPr/>
        <a:lstStyle/>
        <a:p>
          <a:endParaRPr lang="en-US"/>
        </a:p>
      </dgm:t>
    </dgm:pt>
    <dgm:pt modelId="{C62C93D2-CFCE-454D-8415-D8D08352C418}">
      <dgm:prSet/>
      <dgm:spPr/>
      <dgm:t>
        <a:bodyPr/>
        <a:lstStyle/>
        <a:p>
          <a:r>
            <a:rPr lang="en-US"/>
            <a:t>Prevent runaway queries from exhausting tempdb</a:t>
          </a:r>
        </a:p>
      </dgm:t>
    </dgm:pt>
    <dgm:pt modelId="{FED39391-B6F1-488A-A562-A4FC1B2C3849}" type="parTrans" cxnId="{F1A0B6B7-A272-4AF0-8B2D-49F4A4222483}">
      <dgm:prSet/>
      <dgm:spPr/>
      <dgm:t>
        <a:bodyPr/>
        <a:lstStyle/>
        <a:p>
          <a:endParaRPr lang="en-US"/>
        </a:p>
      </dgm:t>
    </dgm:pt>
    <dgm:pt modelId="{AD669D5B-ED38-4AD8-A277-2EC2A1CF845E}" type="sibTrans" cxnId="{F1A0B6B7-A272-4AF0-8B2D-49F4A4222483}">
      <dgm:prSet/>
      <dgm:spPr/>
      <dgm:t>
        <a:bodyPr/>
        <a:lstStyle/>
        <a:p>
          <a:endParaRPr lang="en-US"/>
        </a:p>
      </dgm:t>
    </dgm:pt>
    <dgm:pt modelId="{FA906B70-9B69-4E55-8D8A-96CA688C16BE}">
      <dgm:prSet/>
      <dgm:spPr/>
      <dgm:t>
        <a:bodyPr/>
        <a:lstStyle/>
        <a:p>
          <a:r>
            <a:rPr lang="en-US"/>
            <a:t>Per-group tempdb space limits</a:t>
          </a:r>
        </a:p>
      </dgm:t>
    </dgm:pt>
    <dgm:pt modelId="{60F76156-9ED5-484B-BCA2-A44B301A8064}" type="parTrans" cxnId="{47CED20C-39A1-43E2-8D3D-F6A86C41516D}">
      <dgm:prSet/>
      <dgm:spPr/>
      <dgm:t>
        <a:bodyPr/>
        <a:lstStyle/>
        <a:p>
          <a:endParaRPr lang="en-US"/>
        </a:p>
      </dgm:t>
    </dgm:pt>
    <dgm:pt modelId="{05DF615B-A014-44BA-AC5F-09686486E24F}" type="sibTrans" cxnId="{47CED20C-39A1-43E2-8D3D-F6A86C41516D}">
      <dgm:prSet/>
      <dgm:spPr/>
      <dgm:t>
        <a:bodyPr/>
        <a:lstStyle/>
        <a:p>
          <a:endParaRPr lang="en-US"/>
        </a:p>
      </dgm:t>
    </dgm:pt>
    <dgm:pt modelId="{E5C97E45-2466-4066-ADA6-43486B9514CD}">
      <dgm:prSet/>
      <dgm:spPr/>
      <dgm:t>
        <a:bodyPr/>
        <a:lstStyle/>
        <a:p>
          <a:r>
            <a:rPr lang="en-US"/>
            <a:t>Full Resource Governor now available in Standard Edition!</a:t>
          </a:r>
        </a:p>
      </dgm:t>
    </dgm:pt>
    <dgm:pt modelId="{FA562230-CA42-4046-B1DB-A33695F86164}" type="parTrans" cxnId="{19A30280-8C87-4DD7-B72E-68ECE4B8C16E}">
      <dgm:prSet/>
      <dgm:spPr/>
      <dgm:t>
        <a:bodyPr/>
        <a:lstStyle/>
        <a:p>
          <a:endParaRPr lang="en-US"/>
        </a:p>
      </dgm:t>
    </dgm:pt>
    <dgm:pt modelId="{2F4BF86F-3660-448C-A3D0-BE91CFC03564}" type="sibTrans" cxnId="{19A30280-8C87-4DD7-B72E-68ECE4B8C16E}">
      <dgm:prSet/>
      <dgm:spPr/>
      <dgm:t>
        <a:bodyPr/>
        <a:lstStyle/>
        <a:p>
          <a:endParaRPr lang="en-US"/>
        </a:p>
      </dgm:t>
    </dgm:pt>
    <dgm:pt modelId="{7B3767BB-3AC5-8B43-B325-D2D15B6A8C0A}" type="pres">
      <dgm:prSet presAssocID="{5982A4D2-C9CC-482A-A07C-5C0F9634F5CE}" presName="linear" presStyleCnt="0">
        <dgm:presLayoutVars>
          <dgm:animLvl val="lvl"/>
          <dgm:resizeHandles val="exact"/>
        </dgm:presLayoutVars>
      </dgm:prSet>
      <dgm:spPr/>
    </dgm:pt>
    <dgm:pt modelId="{DD1F7463-3BE3-DC44-A218-7B365FCE2B63}" type="pres">
      <dgm:prSet presAssocID="{513E4B31-9D4E-44AF-9738-D5DFF950071B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BF086C57-8B3A-7246-A35E-B55562DA4C99}" type="pres">
      <dgm:prSet presAssocID="{5C72BBF3-CF0A-4008-83AF-E2680F3A168F}" presName="spacer" presStyleCnt="0"/>
      <dgm:spPr/>
    </dgm:pt>
    <dgm:pt modelId="{6702731A-E3E8-6448-8776-D2B5AC3E7860}" type="pres">
      <dgm:prSet presAssocID="{C62C93D2-CFCE-454D-8415-D8D08352C418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D2629F6B-828F-FD48-BB4E-B84A07C2A702}" type="pres">
      <dgm:prSet presAssocID="{AD669D5B-ED38-4AD8-A277-2EC2A1CF845E}" presName="spacer" presStyleCnt="0"/>
      <dgm:spPr/>
    </dgm:pt>
    <dgm:pt modelId="{86A6233A-697B-C341-8140-FEA35C1F502F}" type="pres">
      <dgm:prSet presAssocID="{FA906B70-9B69-4E55-8D8A-96CA688C16B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1F7BFB07-048C-2F4F-9397-DE78CBF2D2BE}" type="pres">
      <dgm:prSet presAssocID="{05DF615B-A014-44BA-AC5F-09686486E24F}" presName="spacer" presStyleCnt="0"/>
      <dgm:spPr/>
    </dgm:pt>
    <dgm:pt modelId="{34D3F405-A533-5A46-96BE-65E0C94D4FB8}" type="pres">
      <dgm:prSet presAssocID="{E5C97E45-2466-4066-ADA6-43486B9514CD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A331E100-A877-1443-840B-FEFA231C6BFD}" type="presOf" srcId="{C62C93D2-CFCE-454D-8415-D8D08352C418}" destId="{6702731A-E3E8-6448-8776-D2B5AC3E7860}" srcOrd="0" destOrd="0" presId="urn:microsoft.com/office/officeart/2005/8/layout/vList2"/>
    <dgm:cxn modelId="{47CED20C-39A1-43E2-8D3D-F6A86C41516D}" srcId="{5982A4D2-C9CC-482A-A07C-5C0F9634F5CE}" destId="{FA906B70-9B69-4E55-8D8A-96CA688C16BE}" srcOrd="2" destOrd="0" parTransId="{60F76156-9ED5-484B-BCA2-A44B301A8064}" sibTransId="{05DF615B-A014-44BA-AC5F-09686486E24F}"/>
    <dgm:cxn modelId="{44848D19-A912-6745-AEEA-91936CB94AC4}" type="presOf" srcId="{5982A4D2-C9CC-482A-A07C-5C0F9634F5CE}" destId="{7B3767BB-3AC5-8B43-B325-D2D15B6A8C0A}" srcOrd="0" destOrd="0" presId="urn:microsoft.com/office/officeart/2005/8/layout/vList2"/>
    <dgm:cxn modelId="{31E88C6D-B0BF-1047-98CE-C7FE4499B10B}" type="presOf" srcId="{513E4B31-9D4E-44AF-9738-D5DFF950071B}" destId="{DD1F7463-3BE3-DC44-A218-7B365FCE2B63}" srcOrd="0" destOrd="0" presId="urn:microsoft.com/office/officeart/2005/8/layout/vList2"/>
    <dgm:cxn modelId="{19A30280-8C87-4DD7-B72E-68ECE4B8C16E}" srcId="{5982A4D2-C9CC-482A-A07C-5C0F9634F5CE}" destId="{E5C97E45-2466-4066-ADA6-43486B9514CD}" srcOrd="3" destOrd="0" parTransId="{FA562230-CA42-4046-B1DB-A33695F86164}" sibTransId="{2F4BF86F-3660-448C-A3D0-BE91CFC03564}"/>
    <dgm:cxn modelId="{F1A0B6B7-A272-4AF0-8B2D-49F4A4222483}" srcId="{5982A4D2-C9CC-482A-A07C-5C0F9634F5CE}" destId="{C62C93D2-CFCE-454D-8415-D8D08352C418}" srcOrd="1" destOrd="0" parTransId="{FED39391-B6F1-488A-A562-A4FC1B2C3849}" sibTransId="{AD669D5B-ED38-4AD8-A277-2EC2A1CF845E}"/>
    <dgm:cxn modelId="{4ED986C9-9F32-6E47-A899-2BBC5C035FA2}" type="presOf" srcId="{E5C97E45-2466-4066-ADA6-43486B9514CD}" destId="{34D3F405-A533-5A46-96BE-65E0C94D4FB8}" srcOrd="0" destOrd="0" presId="urn:microsoft.com/office/officeart/2005/8/layout/vList2"/>
    <dgm:cxn modelId="{9979C7CD-87C2-45DD-B5B7-B57CC6DF1F50}" srcId="{5982A4D2-C9CC-482A-A07C-5C0F9634F5CE}" destId="{513E4B31-9D4E-44AF-9738-D5DFF950071B}" srcOrd="0" destOrd="0" parTransId="{D521BA02-A816-4AF3-9A2B-D950AABE8A9F}" sibTransId="{5C72BBF3-CF0A-4008-83AF-E2680F3A168F}"/>
    <dgm:cxn modelId="{8AA943FD-35F5-844B-9495-24480A71F1F1}" type="presOf" srcId="{FA906B70-9B69-4E55-8D8A-96CA688C16BE}" destId="{86A6233A-697B-C341-8140-FEA35C1F502F}" srcOrd="0" destOrd="0" presId="urn:microsoft.com/office/officeart/2005/8/layout/vList2"/>
    <dgm:cxn modelId="{FF0EDC99-CCA4-D34A-ABB5-8195CCEED014}" type="presParOf" srcId="{7B3767BB-3AC5-8B43-B325-D2D15B6A8C0A}" destId="{DD1F7463-3BE3-DC44-A218-7B365FCE2B63}" srcOrd="0" destOrd="0" presId="urn:microsoft.com/office/officeart/2005/8/layout/vList2"/>
    <dgm:cxn modelId="{7AB80CE1-3CE6-CE46-9B9B-497D4539FA06}" type="presParOf" srcId="{7B3767BB-3AC5-8B43-B325-D2D15B6A8C0A}" destId="{BF086C57-8B3A-7246-A35E-B55562DA4C99}" srcOrd="1" destOrd="0" presId="urn:microsoft.com/office/officeart/2005/8/layout/vList2"/>
    <dgm:cxn modelId="{93C22A63-1C78-7240-A8D8-E7D1105C00E3}" type="presParOf" srcId="{7B3767BB-3AC5-8B43-B325-D2D15B6A8C0A}" destId="{6702731A-E3E8-6448-8776-D2B5AC3E7860}" srcOrd="2" destOrd="0" presId="urn:microsoft.com/office/officeart/2005/8/layout/vList2"/>
    <dgm:cxn modelId="{F4AE86D2-F142-1B4D-98E5-02220B51F5F8}" type="presParOf" srcId="{7B3767BB-3AC5-8B43-B325-D2D15B6A8C0A}" destId="{D2629F6B-828F-FD48-BB4E-B84A07C2A702}" srcOrd="3" destOrd="0" presId="urn:microsoft.com/office/officeart/2005/8/layout/vList2"/>
    <dgm:cxn modelId="{9F0C06B1-0747-6445-8797-59461F577ACB}" type="presParOf" srcId="{7B3767BB-3AC5-8B43-B325-D2D15B6A8C0A}" destId="{86A6233A-697B-C341-8140-FEA35C1F502F}" srcOrd="4" destOrd="0" presId="urn:microsoft.com/office/officeart/2005/8/layout/vList2"/>
    <dgm:cxn modelId="{E0914AB8-0618-F247-A850-8044DEF36A8E}" type="presParOf" srcId="{7B3767BB-3AC5-8B43-B325-D2D15B6A8C0A}" destId="{1F7BFB07-048C-2F4F-9397-DE78CBF2D2BE}" srcOrd="5" destOrd="0" presId="urn:microsoft.com/office/officeart/2005/8/layout/vList2"/>
    <dgm:cxn modelId="{39872721-1949-EA46-A43D-1F416D662CC6}" type="presParOf" srcId="{7B3767BB-3AC5-8B43-B325-D2D15B6A8C0A}" destId="{34D3F405-A533-5A46-96BE-65E0C94D4FB8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6.xml><?xml version="1.0" encoding="utf-8"?>
<dgm:dataModel xmlns:dgm="http://schemas.openxmlformats.org/drawingml/2006/diagram" xmlns:a="http://schemas.openxmlformats.org/drawingml/2006/main">
  <dgm:ptLst>
    <dgm:pt modelId="{6F3CA80E-3284-49A9-8B88-38243DD496D4}" type="doc">
      <dgm:prSet loTypeId="urn:microsoft.com/office/officeart/2005/8/layout/hierarchy1" loCatId="hierarchy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013F3CE8-6847-4560-9402-6AD823F67FD8}">
      <dgm:prSet/>
      <dgm:spPr/>
      <dgm:t>
        <a:bodyPr/>
        <a:lstStyle/>
        <a:p>
          <a:r>
            <a:rPr lang="en-US"/>
            <a:t>New query hint to forcefully terminate long-running queries after a threshold</a:t>
          </a:r>
        </a:p>
      </dgm:t>
    </dgm:pt>
    <dgm:pt modelId="{10F40FCC-3A98-4FA3-BE50-45A002FEF239}" type="parTrans" cxnId="{C68D592F-FA64-4F84-B9D3-54573263BE3A}">
      <dgm:prSet/>
      <dgm:spPr/>
      <dgm:t>
        <a:bodyPr/>
        <a:lstStyle/>
        <a:p>
          <a:endParaRPr lang="en-US"/>
        </a:p>
      </dgm:t>
    </dgm:pt>
    <dgm:pt modelId="{504CDF07-BB9A-4997-8974-EE047EECC701}" type="sibTrans" cxnId="{C68D592F-FA64-4F84-B9D3-54573263BE3A}">
      <dgm:prSet/>
      <dgm:spPr/>
      <dgm:t>
        <a:bodyPr/>
        <a:lstStyle/>
        <a:p>
          <a:endParaRPr lang="en-US"/>
        </a:p>
      </dgm:t>
    </dgm:pt>
    <dgm:pt modelId="{6B2B8179-40F1-4D72-8624-5CC56F668D42}">
      <dgm:prSet/>
      <dgm:spPr/>
      <dgm:t>
        <a:bodyPr/>
        <a:lstStyle/>
        <a:p>
          <a:r>
            <a:rPr lang="en-US"/>
            <a:t>Practical for BI/reporting environments with unpredictable query patterns</a:t>
          </a:r>
        </a:p>
      </dgm:t>
    </dgm:pt>
    <dgm:pt modelId="{0FDE1C60-2814-44F2-AD9F-B12393DDAB39}" type="parTrans" cxnId="{EC4CDF59-9E76-4EB2-B760-0286EF50B91E}">
      <dgm:prSet/>
      <dgm:spPr/>
      <dgm:t>
        <a:bodyPr/>
        <a:lstStyle/>
        <a:p>
          <a:endParaRPr lang="en-US"/>
        </a:p>
      </dgm:t>
    </dgm:pt>
    <dgm:pt modelId="{619F3D71-134F-45B9-8C9C-25E24826FC06}" type="sibTrans" cxnId="{EC4CDF59-9E76-4EB2-B760-0286EF50B91E}">
      <dgm:prSet/>
      <dgm:spPr/>
      <dgm:t>
        <a:bodyPr/>
        <a:lstStyle/>
        <a:p>
          <a:endParaRPr lang="en-US"/>
        </a:p>
      </dgm:t>
    </dgm:pt>
    <dgm:pt modelId="{FE256B89-12E4-4931-BF6C-5B2B732496DC}">
      <dgm:prSet/>
      <dgm:spPr/>
      <dgm:t>
        <a:bodyPr/>
        <a:lstStyle/>
        <a:p>
          <a:r>
            <a:rPr lang="en-US"/>
            <a:t>Complements Query Governor and Resource Governor</a:t>
          </a:r>
        </a:p>
      </dgm:t>
    </dgm:pt>
    <dgm:pt modelId="{0C3C7B6A-0FCF-439F-AC6B-EF05E414340E}" type="parTrans" cxnId="{0FAD6007-8341-4ABC-9164-2638F03C4CEE}">
      <dgm:prSet/>
      <dgm:spPr/>
      <dgm:t>
        <a:bodyPr/>
        <a:lstStyle/>
        <a:p>
          <a:endParaRPr lang="en-US"/>
        </a:p>
      </dgm:t>
    </dgm:pt>
    <dgm:pt modelId="{08FEC535-DC65-4FCB-B63A-29BE8BE98DE3}" type="sibTrans" cxnId="{0FAD6007-8341-4ABC-9164-2638F03C4CEE}">
      <dgm:prSet/>
      <dgm:spPr/>
      <dgm:t>
        <a:bodyPr/>
        <a:lstStyle/>
        <a:p>
          <a:endParaRPr lang="en-US"/>
        </a:p>
      </dgm:t>
    </dgm:pt>
    <dgm:pt modelId="{38321A51-EA68-D148-BF8A-39A34A9466D4}" type="pres">
      <dgm:prSet presAssocID="{6F3CA80E-3284-49A9-8B88-38243DD496D4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545A69D0-B683-A74C-A489-6F98AAA1A8F7}" type="pres">
      <dgm:prSet presAssocID="{013F3CE8-6847-4560-9402-6AD823F67FD8}" presName="hierRoot1" presStyleCnt="0"/>
      <dgm:spPr/>
    </dgm:pt>
    <dgm:pt modelId="{1D3B2E0C-B669-E243-B298-985C067D7BDC}" type="pres">
      <dgm:prSet presAssocID="{013F3CE8-6847-4560-9402-6AD823F67FD8}" presName="composite" presStyleCnt="0"/>
      <dgm:spPr/>
    </dgm:pt>
    <dgm:pt modelId="{23F57B21-2852-FB43-854B-ECA521DBB079}" type="pres">
      <dgm:prSet presAssocID="{013F3CE8-6847-4560-9402-6AD823F67FD8}" presName="background" presStyleLbl="node0" presStyleIdx="0" presStyleCnt="3"/>
      <dgm:spPr/>
    </dgm:pt>
    <dgm:pt modelId="{0A09B97F-311A-3048-98FD-3875CBFE7F99}" type="pres">
      <dgm:prSet presAssocID="{013F3CE8-6847-4560-9402-6AD823F67FD8}" presName="text" presStyleLbl="fgAcc0" presStyleIdx="0" presStyleCnt="3">
        <dgm:presLayoutVars>
          <dgm:chPref val="3"/>
        </dgm:presLayoutVars>
      </dgm:prSet>
      <dgm:spPr/>
    </dgm:pt>
    <dgm:pt modelId="{8532F52B-88AF-5144-9503-01398211BD10}" type="pres">
      <dgm:prSet presAssocID="{013F3CE8-6847-4560-9402-6AD823F67FD8}" presName="hierChild2" presStyleCnt="0"/>
      <dgm:spPr/>
    </dgm:pt>
    <dgm:pt modelId="{03A533B1-4D45-3048-821D-06A75174F9AE}" type="pres">
      <dgm:prSet presAssocID="{6B2B8179-40F1-4D72-8624-5CC56F668D42}" presName="hierRoot1" presStyleCnt="0"/>
      <dgm:spPr/>
    </dgm:pt>
    <dgm:pt modelId="{DD1661B6-5D7B-5E48-B5FC-F38FD5624A00}" type="pres">
      <dgm:prSet presAssocID="{6B2B8179-40F1-4D72-8624-5CC56F668D42}" presName="composite" presStyleCnt="0"/>
      <dgm:spPr/>
    </dgm:pt>
    <dgm:pt modelId="{23E6A9CA-FE62-904F-9F8D-C575FDAA822C}" type="pres">
      <dgm:prSet presAssocID="{6B2B8179-40F1-4D72-8624-5CC56F668D42}" presName="background" presStyleLbl="node0" presStyleIdx="1" presStyleCnt="3"/>
      <dgm:spPr/>
    </dgm:pt>
    <dgm:pt modelId="{DA1F3773-9A23-8449-BAEF-56593CD987F9}" type="pres">
      <dgm:prSet presAssocID="{6B2B8179-40F1-4D72-8624-5CC56F668D42}" presName="text" presStyleLbl="fgAcc0" presStyleIdx="1" presStyleCnt="3">
        <dgm:presLayoutVars>
          <dgm:chPref val="3"/>
        </dgm:presLayoutVars>
      </dgm:prSet>
      <dgm:spPr/>
    </dgm:pt>
    <dgm:pt modelId="{F822135E-6598-9543-8728-805595DD9CE1}" type="pres">
      <dgm:prSet presAssocID="{6B2B8179-40F1-4D72-8624-5CC56F668D42}" presName="hierChild2" presStyleCnt="0"/>
      <dgm:spPr/>
    </dgm:pt>
    <dgm:pt modelId="{159FCC3B-7CEC-904E-B99F-AC738F15043B}" type="pres">
      <dgm:prSet presAssocID="{FE256B89-12E4-4931-BF6C-5B2B732496DC}" presName="hierRoot1" presStyleCnt="0"/>
      <dgm:spPr/>
    </dgm:pt>
    <dgm:pt modelId="{6A796E0A-0DB1-234D-9B34-A803876D64F8}" type="pres">
      <dgm:prSet presAssocID="{FE256B89-12E4-4931-BF6C-5B2B732496DC}" presName="composite" presStyleCnt="0"/>
      <dgm:spPr/>
    </dgm:pt>
    <dgm:pt modelId="{04914E3B-CFD3-6C42-B6B5-6453E433A9BC}" type="pres">
      <dgm:prSet presAssocID="{FE256B89-12E4-4931-BF6C-5B2B732496DC}" presName="background" presStyleLbl="node0" presStyleIdx="2" presStyleCnt="3"/>
      <dgm:spPr/>
    </dgm:pt>
    <dgm:pt modelId="{C2EECD45-5EFC-5241-930A-659339DB12C1}" type="pres">
      <dgm:prSet presAssocID="{FE256B89-12E4-4931-BF6C-5B2B732496DC}" presName="text" presStyleLbl="fgAcc0" presStyleIdx="2" presStyleCnt="3">
        <dgm:presLayoutVars>
          <dgm:chPref val="3"/>
        </dgm:presLayoutVars>
      </dgm:prSet>
      <dgm:spPr/>
    </dgm:pt>
    <dgm:pt modelId="{FC820F5C-F0F8-2242-8EE4-000ED191E156}" type="pres">
      <dgm:prSet presAssocID="{FE256B89-12E4-4931-BF6C-5B2B732496DC}" presName="hierChild2" presStyleCnt="0"/>
      <dgm:spPr/>
    </dgm:pt>
  </dgm:ptLst>
  <dgm:cxnLst>
    <dgm:cxn modelId="{0FAD6007-8341-4ABC-9164-2638F03C4CEE}" srcId="{6F3CA80E-3284-49A9-8B88-38243DD496D4}" destId="{FE256B89-12E4-4931-BF6C-5B2B732496DC}" srcOrd="2" destOrd="0" parTransId="{0C3C7B6A-0FCF-439F-AC6B-EF05E414340E}" sibTransId="{08FEC535-DC65-4FCB-B63A-29BE8BE98DE3}"/>
    <dgm:cxn modelId="{16DBAB08-EAD8-834F-A0CD-D00ECE7EA5F7}" type="presOf" srcId="{FE256B89-12E4-4931-BF6C-5B2B732496DC}" destId="{C2EECD45-5EFC-5241-930A-659339DB12C1}" srcOrd="0" destOrd="0" presId="urn:microsoft.com/office/officeart/2005/8/layout/hierarchy1"/>
    <dgm:cxn modelId="{E9538610-D70A-0A44-A2AF-AD04DA134639}" type="presOf" srcId="{013F3CE8-6847-4560-9402-6AD823F67FD8}" destId="{0A09B97F-311A-3048-98FD-3875CBFE7F99}" srcOrd="0" destOrd="0" presId="urn:microsoft.com/office/officeart/2005/8/layout/hierarchy1"/>
    <dgm:cxn modelId="{C68D592F-FA64-4F84-B9D3-54573263BE3A}" srcId="{6F3CA80E-3284-49A9-8B88-38243DD496D4}" destId="{013F3CE8-6847-4560-9402-6AD823F67FD8}" srcOrd="0" destOrd="0" parTransId="{10F40FCC-3A98-4FA3-BE50-45A002FEF239}" sibTransId="{504CDF07-BB9A-4997-8974-EE047EECC701}"/>
    <dgm:cxn modelId="{828CD63D-ECAE-6B44-8BBD-B3CD80FB9DF9}" type="presOf" srcId="{6F3CA80E-3284-49A9-8B88-38243DD496D4}" destId="{38321A51-EA68-D148-BF8A-39A34A9466D4}" srcOrd="0" destOrd="0" presId="urn:microsoft.com/office/officeart/2005/8/layout/hierarchy1"/>
    <dgm:cxn modelId="{EC4CDF59-9E76-4EB2-B760-0286EF50B91E}" srcId="{6F3CA80E-3284-49A9-8B88-38243DD496D4}" destId="{6B2B8179-40F1-4D72-8624-5CC56F668D42}" srcOrd="1" destOrd="0" parTransId="{0FDE1C60-2814-44F2-AD9F-B12393DDAB39}" sibTransId="{619F3D71-134F-45B9-8C9C-25E24826FC06}"/>
    <dgm:cxn modelId="{96FA8DE2-CD93-1F4B-9D1F-A94AB66E1608}" type="presOf" srcId="{6B2B8179-40F1-4D72-8624-5CC56F668D42}" destId="{DA1F3773-9A23-8449-BAEF-56593CD987F9}" srcOrd="0" destOrd="0" presId="urn:microsoft.com/office/officeart/2005/8/layout/hierarchy1"/>
    <dgm:cxn modelId="{FF3671F4-6BC9-874D-8CA2-9AC5A00F41AC}" type="presParOf" srcId="{38321A51-EA68-D148-BF8A-39A34A9466D4}" destId="{545A69D0-B683-A74C-A489-6F98AAA1A8F7}" srcOrd="0" destOrd="0" presId="urn:microsoft.com/office/officeart/2005/8/layout/hierarchy1"/>
    <dgm:cxn modelId="{080A44A5-CC83-114B-848D-67088898791F}" type="presParOf" srcId="{545A69D0-B683-A74C-A489-6F98AAA1A8F7}" destId="{1D3B2E0C-B669-E243-B298-985C067D7BDC}" srcOrd="0" destOrd="0" presId="urn:microsoft.com/office/officeart/2005/8/layout/hierarchy1"/>
    <dgm:cxn modelId="{79ACF31D-83D5-FE43-8A87-0A1688DF7AB1}" type="presParOf" srcId="{1D3B2E0C-B669-E243-B298-985C067D7BDC}" destId="{23F57B21-2852-FB43-854B-ECA521DBB079}" srcOrd="0" destOrd="0" presId="urn:microsoft.com/office/officeart/2005/8/layout/hierarchy1"/>
    <dgm:cxn modelId="{D6EC211F-2757-B24C-AE10-32DCEC620D8E}" type="presParOf" srcId="{1D3B2E0C-B669-E243-B298-985C067D7BDC}" destId="{0A09B97F-311A-3048-98FD-3875CBFE7F99}" srcOrd="1" destOrd="0" presId="urn:microsoft.com/office/officeart/2005/8/layout/hierarchy1"/>
    <dgm:cxn modelId="{368D51DF-151E-A64D-B378-7C83428A75E8}" type="presParOf" srcId="{545A69D0-B683-A74C-A489-6F98AAA1A8F7}" destId="{8532F52B-88AF-5144-9503-01398211BD10}" srcOrd="1" destOrd="0" presId="urn:microsoft.com/office/officeart/2005/8/layout/hierarchy1"/>
    <dgm:cxn modelId="{58A274EC-6C8D-2046-8021-DCD8F9FAB845}" type="presParOf" srcId="{38321A51-EA68-D148-BF8A-39A34A9466D4}" destId="{03A533B1-4D45-3048-821D-06A75174F9AE}" srcOrd="1" destOrd="0" presId="urn:microsoft.com/office/officeart/2005/8/layout/hierarchy1"/>
    <dgm:cxn modelId="{5E27F097-F22D-E24F-B672-68835502F03E}" type="presParOf" srcId="{03A533B1-4D45-3048-821D-06A75174F9AE}" destId="{DD1661B6-5D7B-5E48-B5FC-F38FD5624A00}" srcOrd="0" destOrd="0" presId="urn:microsoft.com/office/officeart/2005/8/layout/hierarchy1"/>
    <dgm:cxn modelId="{3C2BFBF6-7CCE-2D48-8757-6E4D21281591}" type="presParOf" srcId="{DD1661B6-5D7B-5E48-B5FC-F38FD5624A00}" destId="{23E6A9CA-FE62-904F-9F8D-C575FDAA822C}" srcOrd="0" destOrd="0" presId="urn:microsoft.com/office/officeart/2005/8/layout/hierarchy1"/>
    <dgm:cxn modelId="{F985D5E8-6B04-814B-BAB5-7AC39CDEBF91}" type="presParOf" srcId="{DD1661B6-5D7B-5E48-B5FC-F38FD5624A00}" destId="{DA1F3773-9A23-8449-BAEF-56593CD987F9}" srcOrd="1" destOrd="0" presId="urn:microsoft.com/office/officeart/2005/8/layout/hierarchy1"/>
    <dgm:cxn modelId="{7F6395F4-6554-8B42-88CA-FABA7888C764}" type="presParOf" srcId="{03A533B1-4D45-3048-821D-06A75174F9AE}" destId="{F822135E-6598-9543-8728-805595DD9CE1}" srcOrd="1" destOrd="0" presId="urn:microsoft.com/office/officeart/2005/8/layout/hierarchy1"/>
    <dgm:cxn modelId="{48397200-2B5F-AB41-9F75-E12FDD023398}" type="presParOf" srcId="{38321A51-EA68-D148-BF8A-39A34A9466D4}" destId="{159FCC3B-7CEC-904E-B99F-AC738F15043B}" srcOrd="2" destOrd="0" presId="urn:microsoft.com/office/officeart/2005/8/layout/hierarchy1"/>
    <dgm:cxn modelId="{643EEEED-EAF7-6D42-BA58-24266A32E8FA}" type="presParOf" srcId="{159FCC3B-7CEC-904E-B99F-AC738F15043B}" destId="{6A796E0A-0DB1-234D-9B34-A803876D64F8}" srcOrd="0" destOrd="0" presId="urn:microsoft.com/office/officeart/2005/8/layout/hierarchy1"/>
    <dgm:cxn modelId="{E638FCC5-5C21-F242-B2DA-7C2A181F6CA4}" type="presParOf" srcId="{6A796E0A-0DB1-234D-9B34-A803876D64F8}" destId="{04914E3B-CFD3-6C42-B6B5-6453E433A9BC}" srcOrd="0" destOrd="0" presId="urn:microsoft.com/office/officeart/2005/8/layout/hierarchy1"/>
    <dgm:cxn modelId="{8653B627-CEA5-9B47-BEF4-714B4326A832}" type="presParOf" srcId="{6A796E0A-0DB1-234D-9B34-A803876D64F8}" destId="{C2EECD45-5EFC-5241-930A-659339DB12C1}" srcOrd="1" destOrd="0" presId="urn:microsoft.com/office/officeart/2005/8/layout/hierarchy1"/>
    <dgm:cxn modelId="{F20E55DD-9523-5E43-8A48-6F8F5A8B60BC}" type="presParOf" srcId="{159FCC3B-7CEC-904E-B99F-AC738F15043B}" destId="{FC820F5C-F0F8-2242-8EE4-000ED191E156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7.xml><?xml version="1.0" encoding="utf-8"?>
<dgm:dataModel xmlns:dgm="http://schemas.openxmlformats.org/drawingml/2006/diagram" xmlns:a="http://schemas.openxmlformats.org/drawingml/2006/main">
  <dgm:ptLst>
    <dgm:pt modelId="{49931A58-EB04-47FF-BE95-DF7F618A9623}" type="doc">
      <dgm:prSet loTypeId="urn:microsoft.com/office/officeart/2018/2/layout/IconVerticalSolidList" loCatId="icon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BED5CB75-1619-47FF-AAE6-996D17E0CE5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ADR (Accelerated Database Recovery) in tempdb</a:t>
          </a:r>
        </a:p>
      </dgm:t>
    </dgm:pt>
    <dgm:pt modelId="{F06FBD81-0BF6-4F42-9D01-0599B1D82373}" type="parTrans" cxnId="{F95EA4B5-4D10-450D-9CE1-32B15C56821B}">
      <dgm:prSet/>
      <dgm:spPr/>
      <dgm:t>
        <a:bodyPr/>
        <a:lstStyle/>
        <a:p>
          <a:endParaRPr lang="en-US"/>
        </a:p>
      </dgm:t>
    </dgm:pt>
    <dgm:pt modelId="{2F99364B-1251-442A-900D-007F69B1AA84}" type="sibTrans" cxnId="{F95EA4B5-4D10-450D-9CE1-32B15C56821B}">
      <dgm:prSet/>
      <dgm:spPr/>
      <dgm:t>
        <a:bodyPr/>
        <a:lstStyle/>
        <a:p>
          <a:endParaRPr lang="en-US"/>
        </a:p>
      </dgm:t>
    </dgm:pt>
    <dgm:pt modelId="{5330745B-9D83-43F2-8F73-4A964676B02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tmpfs support for tempdb on Linux</a:t>
          </a:r>
        </a:p>
      </dgm:t>
    </dgm:pt>
    <dgm:pt modelId="{9E0C0C4D-FC8F-4068-95E8-1744C8ADFB28}" type="parTrans" cxnId="{57C5CF29-57FD-45AE-9B1D-8BFE1BDA9019}">
      <dgm:prSet/>
      <dgm:spPr/>
      <dgm:t>
        <a:bodyPr/>
        <a:lstStyle/>
        <a:p>
          <a:endParaRPr lang="en-US"/>
        </a:p>
      </dgm:t>
    </dgm:pt>
    <dgm:pt modelId="{66574D9B-8F3E-4CCE-9230-0C41ED7DC7EC}" type="sibTrans" cxnId="{57C5CF29-57FD-45AE-9B1D-8BFE1BDA9019}">
      <dgm:prSet/>
      <dgm:spPr/>
      <dgm:t>
        <a:bodyPr/>
        <a:lstStyle/>
        <a:p>
          <a:endParaRPr lang="en-US"/>
        </a:p>
      </dgm:t>
    </dgm:pt>
    <dgm:pt modelId="{53E6538B-99FB-437A-969D-3F5951EECD3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Remove In-Memory OLTP from a database (finally!)</a:t>
          </a:r>
        </a:p>
      </dgm:t>
    </dgm:pt>
    <dgm:pt modelId="{2598FD75-DDFE-41D6-AC5A-6BD0D68F4A4A}" type="parTrans" cxnId="{2CE9E0EA-A5F5-4EDB-B103-DC19F3B66649}">
      <dgm:prSet/>
      <dgm:spPr/>
      <dgm:t>
        <a:bodyPr/>
        <a:lstStyle/>
        <a:p>
          <a:endParaRPr lang="en-US"/>
        </a:p>
      </dgm:t>
    </dgm:pt>
    <dgm:pt modelId="{11622643-B1F2-40FE-8BAD-FCA263D0E3B1}" type="sibTrans" cxnId="{2CE9E0EA-A5F5-4EDB-B103-DC19F3B66649}">
      <dgm:prSet/>
      <dgm:spPr/>
      <dgm:t>
        <a:bodyPr/>
        <a:lstStyle/>
        <a:p>
          <a:endParaRPr lang="en-US"/>
        </a:p>
      </dgm:t>
    </dgm:pt>
    <dgm:pt modelId="{14D061CE-AF55-4CE5-B524-3760D1D38DF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Persisted statistics for readable secondaries</a:t>
          </a:r>
        </a:p>
      </dgm:t>
    </dgm:pt>
    <dgm:pt modelId="{B6EF8B5E-6E74-4796-B38E-38DFF296A1E5}" type="parTrans" cxnId="{A7740EEC-B892-4DE2-8845-8100E19A51FA}">
      <dgm:prSet/>
      <dgm:spPr/>
      <dgm:t>
        <a:bodyPr/>
        <a:lstStyle/>
        <a:p>
          <a:endParaRPr lang="en-US"/>
        </a:p>
      </dgm:t>
    </dgm:pt>
    <dgm:pt modelId="{2ED11960-2F44-409A-B51E-CCE8F5285AC1}" type="sibTrans" cxnId="{A7740EEC-B892-4DE2-8845-8100E19A51FA}">
      <dgm:prSet/>
      <dgm:spPr/>
      <dgm:t>
        <a:bodyPr/>
        <a:lstStyle/>
        <a:p>
          <a:endParaRPr lang="en-US"/>
        </a:p>
      </dgm:t>
    </dgm:pt>
    <dgm:pt modelId="{1FD5972E-9D66-497D-9F23-E68CA6A28DA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Change tracking cleanup improvements</a:t>
          </a:r>
        </a:p>
      </dgm:t>
    </dgm:pt>
    <dgm:pt modelId="{E297FE34-E940-4EC7-8048-1412124954CA}" type="parTrans" cxnId="{ACCB02D7-5787-4E8E-B740-81B4243BA4D5}">
      <dgm:prSet/>
      <dgm:spPr/>
      <dgm:t>
        <a:bodyPr/>
        <a:lstStyle/>
        <a:p>
          <a:endParaRPr lang="en-US"/>
        </a:p>
      </dgm:t>
    </dgm:pt>
    <dgm:pt modelId="{8CE5F729-0F68-4D9E-95D2-222E8929B18B}" type="sibTrans" cxnId="{ACCB02D7-5787-4E8E-B740-81B4243BA4D5}">
      <dgm:prSet/>
      <dgm:spPr/>
      <dgm:t>
        <a:bodyPr/>
        <a:lstStyle/>
        <a:p>
          <a:endParaRPr lang="en-US"/>
        </a:p>
      </dgm:t>
    </dgm:pt>
    <dgm:pt modelId="{554C711D-22F0-4ABA-9399-67E6B920D8B8}" type="pres">
      <dgm:prSet presAssocID="{49931A58-EB04-47FF-BE95-DF7F618A9623}" presName="root" presStyleCnt="0">
        <dgm:presLayoutVars>
          <dgm:dir/>
          <dgm:resizeHandles val="exact"/>
        </dgm:presLayoutVars>
      </dgm:prSet>
      <dgm:spPr/>
    </dgm:pt>
    <dgm:pt modelId="{7BC63502-D5C8-468A-9B21-29F966CE97A2}" type="pres">
      <dgm:prSet presAssocID="{BED5CB75-1619-47FF-AAE6-996D17E0CE5A}" presName="compNode" presStyleCnt="0"/>
      <dgm:spPr/>
    </dgm:pt>
    <dgm:pt modelId="{BA7E2510-B5C1-45AF-909A-93FB16EF8837}" type="pres">
      <dgm:prSet presAssocID="{BED5CB75-1619-47FF-AAE6-996D17E0CE5A}" presName="bgRect" presStyleLbl="bgShp" presStyleIdx="0" presStyleCnt="5"/>
      <dgm:spPr/>
    </dgm:pt>
    <dgm:pt modelId="{D4FAD6CF-AAA2-4739-B6D6-FBE713956B74}" type="pres">
      <dgm:prSet presAssocID="{BED5CB75-1619-47FF-AAE6-996D17E0CE5A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925013CF-A9FB-4DB4-B306-0B7CA51EE438}" type="pres">
      <dgm:prSet presAssocID="{BED5CB75-1619-47FF-AAE6-996D17E0CE5A}" presName="spaceRect" presStyleCnt="0"/>
      <dgm:spPr/>
    </dgm:pt>
    <dgm:pt modelId="{17A27670-201B-4B7B-8CFB-84FA7DF257FF}" type="pres">
      <dgm:prSet presAssocID="{BED5CB75-1619-47FF-AAE6-996D17E0CE5A}" presName="parTx" presStyleLbl="revTx" presStyleIdx="0" presStyleCnt="5">
        <dgm:presLayoutVars>
          <dgm:chMax val="0"/>
          <dgm:chPref val="0"/>
        </dgm:presLayoutVars>
      </dgm:prSet>
      <dgm:spPr/>
    </dgm:pt>
    <dgm:pt modelId="{DE6D8BAC-02C6-4139-BC69-55A09C91B7A0}" type="pres">
      <dgm:prSet presAssocID="{2F99364B-1251-442A-900D-007F69B1AA84}" presName="sibTrans" presStyleCnt="0"/>
      <dgm:spPr/>
    </dgm:pt>
    <dgm:pt modelId="{CE5D7926-756A-4E6C-AB06-5F6EB7E6DCAF}" type="pres">
      <dgm:prSet presAssocID="{5330745B-9D83-43F2-8F73-4A964676B023}" presName="compNode" presStyleCnt="0"/>
      <dgm:spPr/>
    </dgm:pt>
    <dgm:pt modelId="{91294169-9C8D-4DC6-A287-876A661C180A}" type="pres">
      <dgm:prSet presAssocID="{5330745B-9D83-43F2-8F73-4A964676B023}" presName="bgRect" presStyleLbl="bgShp" presStyleIdx="1" presStyleCnt="5"/>
      <dgm:spPr/>
    </dgm:pt>
    <dgm:pt modelId="{2C375E47-1AAE-4694-8F36-D5C00EBCC71B}" type="pres">
      <dgm:prSet presAssocID="{5330745B-9D83-43F2-8F73-4A964676B023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27707A72-F7E1-488A-A164-64E6027CD86C}" type="pres">
      <dgm:prSet presAssocID="{5330745B-9D83-43F2-8F73-4A964676B023}" presName="spaceRect" presStyleCnt="0"/>
      <dgm:spPr/>
    </dgm:pt>
    <dgm:pt modelId="{9F2BB6FB-C8F6-461F-87D7-BD0855BC1382}" type="pres">
      <dgm:prSet presAssocID="{5330745B-9D83-43F2-8F73-4A964676B023}" presName="parTx" presStyleLbl="revTx" presStyleIdx="1" presStyleCnt="5">
        <dgm:presLayoutVars>
          <dgm:chMax val="0"/>
          <dgm:chPref val="0"/>
        </dgm:presLayoutVars>
      </dgm:prSet>
      <dgm:spPr/>
    </dgm:pt>
    <dgm:pt modelId="{43DFC5BE-A0FB-402E-858F-3C6143E9B424}" type="pres">
      <dgm:prSet presAssocID="{66574D9B-8F3E-4CCE-9230-0C41ED7DC7EC}" presName="sibTrans" presStyleCnt="0"/>
      <dgm:spPr/>
    </dgm:pt>
    <dgm:pt modelId="{7A860872-7A31-4930-B5D6-4E01E65B92A7}" type="pres">
      <dgm:prSet presAssocID="{53E6538B-99FB-437A-969D-3F5951EECD37}" presName="compNode" presStyleCnt="0"/>
      <dgm:spPr/>
    </dgm:pt>
    <dgm:pt modelId="{AF643FCB-7015-450A-BD42-8CDF99708283}" type="pres">
      <dgm:prSet presAssocID="{53E6538B-99FB-437A-969D-3F5951EECD37}" presName="bgRect" presStyleLbl="bgShp" presStyleIdx="2" presStyleCnt="5"/>
      <dgm:spPr/>
    </dgm:pt>
    <dgm:pt modelId="{01045A71-50EE-40EC-A1A5-D3B9B527E950}" type="pres">
      <dgm:prSet presAssocID="{53E6538B-99FB-437A-969D-3F5951EECD37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59136CB4-A365-491C-B52B-9262013D99C4}" type="pres">
      <dgm:prSet presAssocID="{53E6538B-99FB-437A-969D-3F5951EECD37}" presName="spaceRect" presStyleCnt="0"/>
      <dgm:spPr/>
    </dgm:pt>
    <dgm:pt modelId="{5E3AA8F4-BD97-404B-8370-2D91DF7A5DDB}" type="pres">
      <dgm:prSet presAssocID="{53E6538B-99FB-437A-969D-3F5951EECD37}" presName="parTx" presStyleLbl="revTx" presStyleIdx="2" presStyleCnt="5">
        <dgm:presLayoutVars>
          <dgm:chMax val="0"/>
          <dgm:chPref val="0"/>
        </dgm:presLayoutVars>
      </dgm:prSet>
      <dgm:spPr/>
    </dgm:pt>
    <dgm:pt modelId="{90A68CED-2B02-4626-BDB5-CE5DA5303829}" type="pres">
      <dgm:prSet presAssocID="{11622643-B1F2-40FE-8BAD-FCA263D0E3B1}" presName="sibTrans" presStyleCnt="0"/>
      <dgm:spPr/>
    </dgm:pt>
    <dgm:pt modelId="{F631DF7C-D19D-462F-BD78-B1DE2B2FD443}" type="pres">
      <dgm:prSet presAssocID="{14D061CE-AF55-4CE5-B524-3760D1D38DF1}" presName="compNode" presStyleCnt="0"/>
      <dgm:spPr/>
    </dgm:pt>
    <dgm:pt modelId="{F2E1EF27-1DF7-4980-AA73-1AC8975EC7EA}" type="pres">
      <dgm:prSet presAssocID="{14D061CE-AF55-4CE5-B524-3760D1D38DF1}" presName="bgRect" presStyleLbl="bgShp" presStyleIdx="3" presStyleCnt="5"/>
      <dgm:spPr/>
    </dgm:pt>
    <dgm:pt modelId="{065F5CAB-C64B-441D-AB82-6049F380FB3A}" type="pres">
      <dgm:prSet presAssocID="{14D061CE-AF55-4CE5-B524-3760D1D38DF1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51547F7C-95F9-4E0E-8524-A07BCF71A86A}" type="pres">
      <dgm:prSet presAssocID="{14D061CE-AF55-4CE5-B524-3760D1D38DF1}" presName="spaceRect" presStyleCnt="0"/>
      <dgm:spPr/>
    </dgm:pt>
    <dgm:pt modelId="{40010E1E-89F4-49E3-B50E-7AC3D21D563E}" type="pres">
      <dgm:prSet presAssocID="{14D061CE-AF55-4CE5-B524-3760D1D38DF1}" presName="parTx" presStyleLbl="revTx" presStyleIdx="3" presStyleCnt="5">
        <dgm:presLayoutVars>
          <dgm:chMax val="0"/>
          <dgm:chPref val="0"/>
        </dgm:presLayoutVars>
      </dgm:prSet>
      <dgm:spPr/>
    </dgm:pt>
    <dgm:pt modelId="{9A5BAD28-FCC3-493D-9AC7-6246DF1DEFD8}" type="pres">
      <dgm:prSet presAssocID="{2ED11960-2F44-409A-B51E-CCE8F5285AC1}" presName="sibTrans" presStyleCnt="0"/>
      <dgm:spPr/>
    </dgm:pt>
    <dgm:pt modelId="{5D75F114-11D8-4F68-ACC7-63B13AE18316}" type="pres">
      <dgm:prSet presAssocID="{1FD5972E-9D66-497D-9F23-E68CA6A28DA1}" presName="compNode" presStyleCnt="0"/>
      <dgm:spPr/>
    </dgm:pt>
    <dgm:pt modelId="{E17209E1-2CB1-46B6-B142-1C32F3EB448F}" type="pres">
      <dgm:prSet presAssocID="{1FD5972E-9D66-497D-9F23-E68CA6A28DA1}" presName="bgRect" presStyleLbl="bgShp" presStyleIdx="4" presStyleCnt="5"/>
      <dgm:spPr/>
    </dgm:pt>
    <dgm:pt modelId="{B4E83BC3-9D41-4840-8F21-D82F40F91025}" type="pres">
      <dgm:prSet presAssocID="{1FD5972E-9D66-497D-9F23-E68CA6A28DA1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7B84424A-1A87-4787-ABA9-61E3B7487498}" type="pres">
      <dgm:prSet presAssocID="{1FD5972E-9D66-497D-9F23-E68CA6A28DA1}" presName="spaceRect" presStyleCnt="0"/>
      <dgm:spPr/>
    </dgm:pt>
    <dgm:pt modelId="{47CB1DC5-B8A8-429B-B9BD-F947C3A118BC}" type="pres">
      <dgm:prSet presAssocID="{1FD5972E-9D66-497D-9F23-E68CA6A28DA1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16756205-4388-4348-9BE9-4FB73C64510C}" type="presOf" srcId="{BED5CB75-1619-47FF-AAE6-996D17E0CE5A}" destId="{17A27670-201B-4B7B-8CFB-84FA7DF257FF}" srcOrd="0" destOrd="0" presId="urn:microsoft.com/office/officeart/2018/2/layout/IconVerticalSolidList"/>
    <dgm:cxn modelId="{57C5CF29-57FD-45AE-9B1D-8BFE1BDA9019}" srcId="{49931A58-EB04-47FF-BE95-DF7F618A9623}" destId="{5330745B-9D83-43F2-8F73-4A964676B023}" srcOrd="1" destOrd="0" parTransId="{9E0C0C4D-FC8F-4068-95E8-1744C8ADFB28}" sibTransId="{66574D9B-8F3E-4CCE-9230-0C41ED7DC7EC}"/>
    <dgm:cxn modelId="{A840D258-7ABD-4620-961F-C4C1DAC5CDFF}" type="presOf" srcId="{53E6538B-99FB-437A-969D-3F5951EECD37}" destId="{5E3AA8F4-BD97-404B-8370-2D91DF7A5DDB}" srcOrd="0" destOrd="0" presId="urn:microsoft.com/office/officeart/2018/2/layout/IconVerticalSolidList"/>
    <dgm:cxn modelId="{EB848482-438E-4490-B5D5-F0CCFD13E802}" type="presOf" srcId="{5330745B-9D83-43F2-8F73-4A964676B023}" destId="{9F2BB6FB-C8F6-461F-87D7-BD0855BC1382}" srcOrd="0" destOrd="0" presId="urn:microsoft.com/office/officeart/2018/2/layout/IconVerticalSolidList"/>
    <dgm:cxn modelId="{FFAEE388-6805-4946-9EC2-88D7A153D6F2}" type="presOf" srcId="{1FD5972E-9D66-497D-9F23-E68CA6A28DA1}" destId="{47CB1DC5-B8A8-429B-B9BD-F947C3A118BC}" srcOrd="0" destOrd="0" presId="urn:microsoft.com/office/officeart/2018/2/layout/IconVerticalSolidList"/>
    <dgm:cxn modelId="{5506A496-BDF1-49C8-BDED-101E43485421}" type="presOf" srcId="{49931A58-EB04-47FF-BE95-DF7F618A9623}" destId="{554C711D-22F0-4ABA-9399-67E6B920D8B8}" srcOrd="0" destOrd="0" presId="urn:microsoft.com/office/officeart/2018/2/layout/IconVerticalSolidList"/>
    <dgm:cxn modelId="{F95EA4B5-4D10-450D-9CE1-32B15C56821B}" srcId="{49931A58-EB04-47FF-BE95-DF7F618A9623}" destId="{BED5CB75-1619-47FF-AAE6-996D17E0CE5A}" srcOrd="0" destOrd="0" parTransId="{F06FBD81-0BF6-4F42-9D01-0599B1D82373}" sibTransId="{2F99364B-1251-442A-900D-007F69B1AA84}"/>
    <dgm:cxn modelId="{63C3B5BB-6F19-48C0-8F9D-FFD7F2316556}" type="presOf" srcId="{14D061CE-AF55-4CE5-B524-3760D1D38DF1}" destId="{40010E1E-89F4-49E3-B50E-7AC3D21D563E}" srcOrd="0" destOrd="0" presId="urn:microsoft.com/office/officeart/2018/2/layout/IconVerticalSolidList"/>
    <dgm:cxn modelId="{ACCB02D7-5787-4E8E-B740-81B4243BA4D5}" srcId="{49931A58-EB04-47FF-BE95-DF7F618A9623}" destId="{1FD5972E-9D66-497D-9F23-E68CA6A28DA1}" srcOrd="4" destOrd="0" parTransId="{E297FE34-E940-4EC7-8048-1412124954CA}" sibTransId="{8CE5F729-0F68-4D9E-95D2-222E8929B18B}"/>
    <dgm:cxn modelId="{2CE9E0EA-A5F5-4EDB-B103-DC19F3B66649}" srcId="{49931A58-EB04-47FF-BE95-DF7F618A9623}" destId="{53E6538B-99FB-437A-969D-3F5951EECD37}" srcOrd="2" destOrd="0" parTransId="{2598FD75-DDFE-41D6-AC5A-6BD0D68F4A4A}" sibTransId="{11622643-B1F2-40FE-8BAD-FCA263D0E3B1}"/>
    <dgm:cxn modelId="{A7740EEC-B892-4DE2-8845-8100E19A51FA}" srcId="{49931A58-EB04-47FF-BE95-DF7F618A9623}" destId="{14D061CE-AF55-4CE5-B524-3760D1D38DF1}" srcOrd="3" destOrd="0" parTransId="{B6EF8B5E-6E74-4796-B38E-38DFF296A1E5}" sibTransId="{2ED11960-2F44-409A-B51E-CCE8F5285AC1}"/>
    <dgm:cxn modelId="{2F41CE2B-C7DF-414C-A42D-43D8732BDD41}" type="presParOf" srcId="{554C711D-22F0-4ABA-9399-67E6B920D8B8}" destId="{7BC63502-D5C8-468A-9B21-29F966CE97A2}" srcOrd="0" destOrd="0" presId="urn:microsoft.com/office/officeart/2018/2/layout/IconVerticalSolidList"/>
    <dgm:cxn modelId="{80FD2AEA-762B-4A48-BF0F-ECA20C94B89F}" type="presParOf" srcId="{7BC63502-D5C8-468A-9B21-29F966CE97A2}" destId="{BA7E2510-B5C1-45AF-909A-93FB16EF8837}" srcOrd="0" destOrd="0" presId="urn:microsoft.com/office/officeart/2018/2/layout/IconVerticalSolidList"/>
    <dgm:cxn modelId="{F5AB3117-B4BB-41E2-B38B-9EE810C2CD98}" type="presParOf" srcId="{7BC63502-D5C8-468A-9B21-29F966CE97A2}" destId="{D4FAD6CF-AAA2-4739-B6D6-FBE713956B74}" srcOrd="1" destOrd="0" presId="urn:microsoft.com/office/officeart/2018/2/layout/IconVerticalSolidList"/>
    <dgm:cxn modelId="{11A703DB-F599-4FFF-8EF9-199B04500C48}" type="presParOf" srcId="{7BC63502-D5C8-468A-9B21-29F966CE97A2}" destId="{925013CF-A9FB-4DB4-B306-0B7CA51EE438}" srcOrd="2" destOrd="0" presId="urn:microsoft.com/office/officeart/2018/2/layout/IconVerticalSolidList"/>
    <dgm:cxn modelId="{330A5B69-75C4-4303-A0F5-9B68DA4A1874}" type="presParOf" srcId="{7BC63502-D5C8-468A-9B21-29F966CE97A2}" destId="{17A27670-201B-4B7B-8CFB-84FA7DF257FF}" srcOrd="3" destOrd="0" presId="urn:microsoft.com/office/officeart/2018/2/layout/IconVerticalSolidList"/>
    <dgm:cxn modelId="{876EC6C2-E552-4CFE-A67F-1FFE4544DFD9}" type="presParOf" srcId="{554C711D-22F0-4ABA-9399-67E6B920D8B8}" destId="{DE6D8BAC-02C6-4139-BC69-55A09C91B7A0}" srcOrd="1" destOrd="0" presId="urn:microsoft.com/office/officeart/2018/2/layout/IconVerticalSolidList"/>
    <dgm:cxn modelId="{E05097C4-AB63-4F48-8E9C-746789229AA5}" type="presParOf" srcId="{554C711D-22F0-4ABA-9399-67E6B920D8B8}" destId="{CE5D7926-756A-4E6C-AB06-5F6EB7E6DCAF}" srcOrd="2" destOrd="0" presId="urn:microsoft.com/office/officeart/2018/2/layout/IconVerticalSolidList"/>
    <dgm:cxn modelId="{784C284C-E918-46ED-BE10-E54FAFB43159}" type="presParOf" srcId="{CE5D7926-756A-4E6C-AB06-5F6EB7E6DCAF}" destId="{91294169-9C8D-4DC6-A287-876A661C180A}" srcOrd="0" destOrd="0" presId="urn:microsoft.com/office/officeart/2018/2/layout/IconVerticalSolidList"/>
    <dgm:cxn modelId="{06C0D07D-ED68-4350-9431-5FC14540B98C}" type="presParOf" srcId="{CE5D7926-756A-4E6C-AB06-5F6EB7E6DCAF}" destId="{2C375E47-1AAE-4694-8F36-D5C00EBCC71B}" srcOrd="1" destOrd="0" presId="urn:microsoft.com/office/officeart/2018/2/layout/IconVerticalSolidList"/>
    <dgm:cxn modelId="{EC027983-C3C8-48A0-9C05-EC737FC18C8E}" type="presParOf" srcId="{CE5D7926-756A-4E6C-AB06-5F6EB7E6DCAF}" destId="{27707A72-F7E1-488A-A164-64E6027CD86C}" srcOrd="2" destOrd="0" presId="urn:microsoft.com/office/officeart/2018/2/layout/IconVerticalSolidList"/>
    <dgm:cxn modelId="{F49D0353-FDA5-4404-81DE-18FC103E0A57}" type="presParOf" srcId="{CE5D7926-756A-4E6C-AB06-5F6EB7E6DCAF}" destId="{9F2BB6FB-C8F6-461F-87D7-BD0855BC1382}" srcOrd="3" destOrd="0" presId="urn:microsoft.com/office/officeart/2018/2/layout/IconVerticalSolidList"/>
    <dgm:cxn modelId="{712AEA5E-0AA7-4876-9852-80D722696BBF}" type="presParOf" srcId="{554C711D-22F0-4ABA-9399-67E6B920D8B8}" destId="{43DFC5BE-A0FB-402E-858F-3C6143E9B424}" srcOrd="3" destOrd="0" presId="urn:microsoft.com/office/officeart/2018/2/layout/IconVerticalSolidList"/>
    <dgm:cxn modelId="{E33C93C3-4A8F-423B-8475-28D523887928}" type="presParOf" srcId="{554C711D-22F0-4ABA-9399-67E6B920D8B8}" destId="{7A860872-7A31-4930-B5D6-4E01E65B92A7}" srcOrd="4" destOrd="0" presId="urn:microsoft.com/office/officeart/2018/2/layout/IconVerticalSolidList"/>
    <dgm:cxn modelId="{761A710E-CF2B-43F0-B329-A39BDA6465FB}" type="presParOf" srcId="{7A860872-7A31-4930-B5D6-4E01E65B92A7}" destId="{AF643FCB-7015-450A-BD42-8CDF99708283}" srcOrd="0" destOrd="0" presId="urn:microsoft.com/office/officeart/2018/2/layout/IconVerticalSolidList"/>
    <dgm:cxn modelId="{ED2A33BF-5C55-4AE6-98F7-0E3D49E30E62}" type="presParOf" srcId="{7A860872-7A31-4930-B5D6-4E01E65B92A7}" destId="{01045A71-50EE-40EC-A1A5-D3B9B527E950}" srcOrd="1" destOrd="0" presId="urn:microsoft.com/office/officeart/2018/2/layout/IconVerticalSolidList"/>
    <dgm:cxn modelId="{B5DCE4C5-932A-4EE0-A150-0750F721C7EB}" type="presParOf" srcId="{7A860872-7A31-4930-B5D6-4E01E65B92A7}" destId="{59136CB4-A365-491C-B52B-9262013D99C4}" srcOrd="2" destOrd="0" presId="urn:microsoft.com/office/officeart/2018/2/layout/IconVerticalSolidList"/>
    <dgm:cxn modelId="{1E65666E-56C0-4737-A53A-B559C2639334}" type="presParOf" srcId="{7A860872-7A31-4930-B5D6-4E01E65B92A7}" destId="{5E3AA8F4-BD97-404B-8370-2D91DF7A5DDB}" srcOrd="3" destOrd="0" presId="urn:microsoft.com/office/officeart/2018/2/layout/IconVerticalSolidList"/>
    <dgm:cxn modelId="{33227E81-CF7A-4C0D-9BA8-9455E2F947AF}" type="presParOf" srcId="{554C711D-22F0-4ABA-9399-67E6B920D8B8}" destId="{90A68CED-2B02-4626-BDB5-CE5DA5303829}" srcOrd="5" destOrd="0" presId="urn:microsoft.com/office/officeart/2018/2/layout/IconVerticalSolidList"/>
    <dgm:cxn modelId="{8608460E-0A22-46CA-90CE-267B8B403A0A}" type="presParOf" srcId="{554C711D-22F0-4ABA-9399-67E6B920D8B8}" destId="{F631DF7C-D19D-462F-BD78-B1DE2B2FD443}" srcOrd="6" destOrd="0" presId="urn:microsoft.com/office/officeart/2018/2/layout/IconVerticalSolidList"/>
    <dgm:cxn modelId="{6A06247E-AC4D-49F7-B39B-6A752600241B}" type="presParOf" srcId="{F631DF7C-D19D-462F-BD78-B1DE2B2FD443}" destId="{F2E1EF27-1DF7-4980-AA73-1AC8975EC7EA}" srcOrd="0" destOrd="0" presId="urn:microsoft.com/office/officeart/2018/2/layout/IconVerticalSolidList"/>
    <dgm:cxn modelId="{D215756B-0D47-412B-8251-48EC78B9140B}" type="presParOf" srcId="{F631DF7C-D19D-462F-BD78-B1DE2B2FD443}" destId="{065F5CAB-C64B-441D-AB82-6049F380FB3A}" srcOrd="1" destOrd="0" presId="urn:microsoft.com/office/officeart/2018/2/layout/IconVerticalSolidList"/>
    <dgm:cxn modelId="{2B13B605-D81B-44B2-861E-E3B43266657B}" type="presParOf" srcId="{F631DF7C-D19D-462F-BD78-B1DE2B2FD443}" destId="{51547F7C-95F9-4E0E-8524-A07BCF71A86A}" srcOrd="2" destOrd="0" presId="urn:microsoft.com/office/officeart/2018/2/layout/IconVerticalSolidList"/>
    <dgm:cxn modelId="{7C082847-36DC-43D6-ABAC-70BC4F365403}" type="presParOf" srcId="{F631DF7C-D19D-462F-BD78-B1DE2B2FD443}" destId="{40010E1E-89F4-49E3-B50E-7AC3D21D563E}" srcOrd="3" destOrd="0" presId="urn:microsoft.com/office/officeart/2018/2/layout/IconVerticalSolidList"/>
    <dgm:cxn modelId="{3B654853-8AA8-438F-9F8F-6A0D7E63F250}" type="presParOf" srcId="{554C711D-22F0-4ABA-9399-67E6B920D8B8}" destId="{9A5BAD28-FCC3-493D-9AC7-6246DF1DEFD8}" srcOrd="7" destOrd="0" presId="urn:microsoft.com/office/officeart/2018/2/layout/IconVerticalSolidList"/>
    <dgm:cxn modelId="{F4FCF388-7914-4DBE-AE7D-F76D082987DB}" type="presParOf" srcId="{554C711D-22F0-4ABA-9399-67E6B920D8B8}" destId="{5D75F114-11D8-4F68-ACC7-63B13AE18316}" srcOrd="8" destOrd="0" presId="urn:microsoft.com/office/officeart/2018/2/layout/IconVerticalSolidList"/>
    <dgm:cxn modelId="{7825415C-3FBB-4341-BE91-46FD6364F90F}" type="presParOf" srcId="{5D75F114-11D8-4F68-ACC7-63B13AE18316}" destId="{E17209E1-2CB1-46B6-B142-1C32F3EB448F}" srcOrd="0" destOrd="0" presId="urn:microsoft.com/office/officeart/2018/2/layout/IconVerticalSolidList"/>
    <dgm:cxn modelId="{F065E0BA-4E78-499B-B2BD-C7F252BE63C1}" type="presParOf" srcId="{5D75F114-11D8-4F68-ACC7-63B13AE18316}" destId="{B4E83BC3-9D41-4840-8F21-D82F40F91025}" srcOrd="1" destOrd="0" presId="urn:microsoft.com/office/officeart/2018/2/layout/IconVerticalSolidList"/>
    <dgm:cxn modelId="{7C9500A7-CD8D-4D56-9316-49E903677264}" type="presParOf" srcId="{5D75F114-11D8-4F68-ACC7-63B13AE18316}" destId="{7B84424A-1A87-4787-ABA9-61E3B7487498}" srcOrd="2" destOrd="0" presId="urn:microsoft.com/office/officeart/2018/2/layout/IconVerticalSolidList"/>
    <dgm:cxn modelId="{773A435E-2339-404A-8427-05605EB5672B}" type="presParOf" srcId="{5D75F114-11D8-4F68-ACC7-63B13AE18316}" destId="{47CB1DC5-B8A8-429B-B9BD-F947C3A118B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8.xml><?xml version="1.0" encoding="utf-8"?>
<dgm:dataModel xmlns:dgm="http://schemas.openxmlformats.org/drawingml/2006/diagram" xmlns:a="http://schemas.openxmlformats.org/drawingml/2006/main">
  <dgm:ptLst>
    <dgm:pt modelId="{B04A7377-3D9F-4B3F-BC1D-12139492A0E8}" type="doc">
      <dgm:prSet loTypeId="urn:microsoft.com/office/officeart/2005/8/layout/vList2" loCatId="list" qsTypeId="urn:microsoft.com/office/officeart/2005/8/quickstyle/simple1" qsCatId="simple" csTypeId="urn:microsoft.com/office/officeart/2005/8/colors/colorful3" csCatId="colorful"/>
      <dgm:spPr/>
      <dgm:t>
        <a:bodyPr/>
        <a:lstStyle/>
        <a:p>
          <a:endParaRPr lang="en-US"/>
        </a:p>
      </dgm:t>
    </dgm:pt>
    <dgm:pt modelId="{C327A3B3-B9F3-4EBF-A849-9DBAF09AF9E2}">
      <dgm:prSet/>
      <dgm:spPr/>
      <dgm:t>
        <a:bodyPr/>
        <a:lstStyle/>
        <a:p>
          <a:r>
            <a:rPr lang="en-US" dirty="0"/>
            <a:t>"Customers love Always On Availability Groups but there are situations where they get stuck in a not synchronizing state”</a:t>
          </a:r>
        </a:p>
      </dgm:t>
    </dgm:pt>
    <dgm:pt modelId="{D578D28B-22C3-4958-B70B-40D1E4B97939}" type="parTrans" cxnId="{FD27C852-2B7E-4DDC-A0AA-28D693C1D1DA}">
      <dgm:prSet/>
      <dgm:spPr/>
      <dgm:t>
        <a:bodyPr/>
        <a:lstStyle/>
        <a:p>
          <a:endParaRPr lang="en-US"/>
        </a:p>
      </dgm:t>
    </dgm:pt>
    <dgm:pt modelId="{B6E3928D-42A6-463D-BC38-3DAD19AEA65F}" type="sibTrans" cxnId="{FD27C852-2B7E-4DDC-A0AA-28D693C1D1DA}">
      <dgm:prSet/>
      <dgm:spPr/>
      <dgm:t>
        <a:bodyPr/>
        <a:lstStyle/>
        <a:p>
          <a:endParaRPr lang="en-US"/>
        </a:p>
      </dgm:t>
    </dgm:pt>
    <dgm:pt modelId="{31F365C9-81A3-45B2-ADE8-7A89C0DFC805}">
      <dgm:prSet/>
      <dgm:spPr/>
      <dgm:t>
        <a:bodyPr/>
        <a:lstStyle/>
        <a:p>
          <a:r>
            <a:rPr lang="en-US"/>
            <a:t>SQL Server 2025 enhances AG algorithms for reliable failover </a:t>
          </a:r>
        </a:p>
      </dgm:t>
    </dgm:pt>
    <dgm:pt modelId="{BDA4A2BA-A7AF-4DC8-819D-DB88D86F3D26}" type="parTrans" cxnId="{5F7C564C-4050-45BC-AF70-D86741CE4F7D}">
      <dgm:prSet/>
      <dgm:spPr/>
      <dgm:t>
        <a:bodyPr/>
        <a:lstStyle/>
        <a:p>
          <a:endParaRPr lang="en-US"/>
        </a:p>
      </dgm:t>
    </dgm:pt>
    <dgm:pt modelId="{34F22FF6-6F82-4AE4-AA92-8CD285FE2A1D}" type="sibTrans" cxnId="{5F7C564C-4050-45BC-AF70-D86741CE4F7D}">
      <dgm:prSet/>
      <dgm:spPr/>
      <dgm:t>
        <a:bodyPr/>
        <a:lstStyle/>
        <a:p>
          <a:endParaRPr lang="en-US"/>
        </a:p>
      </dgm:t>
    </dgm:pt>
    <dgm:pt modelId="{EC6E44F8-A342-4AF6-BBAD-39A10A1D2A28}">
      <dgm:prSet/>
      <dgm:spPr/>
      <dgm:t>
        <a:bodyPr/>
        <a:lstStyle/>
        <a:p>
          <a:r>
            <a:rPr lang="en-US"/>
            <a:t>Better diagnostics, better tuning, better backups</a:t>
          </a:r>
        </a:p>
      </dgm:t>
    </dgm:pt>
    <dgm:pt modelId="{20BDBBA6-E0AA-4593-AEBE-2927316BEEA5}" type="parTrans" cxnId="{2E75FC67-CAEF-4819-9744-CAEB41046B59}">
      <dgm:prSet/>
      <dgm:spPr/>
      <dgm:t>
        <a:bodyPr/>
        <a:lstStyle/>
        <a:p>
          <a:endParaRPr lang="en-US"/>
        </a:p>
      </dgm:t>
    </dgm:pt>
    <dgm:pt modelId="{7D065E61-30F7-49B4-88F1-992EBA11A557}" type="sibTrans" cxnId="{2E75FC67-CAEF-4819-9744-CAEB41046B59}">
      <dgm:prSet/>
      <dgm:spPr/>
      <dgm:t>
        <a:bodyPr/>
        <a:lstStyle/>
        <a:p>
          <a:endParaRPr lang="en-US"/>
        </a:p>
      </dgm:t>
    </dgm:pt>
    <dgm:pt modelId="{547759C7-FC29-ED45-BE3A-84A3480C075F}" type="pres">
      <dgm:prSet presAssocID="{B04A7377-3D9F-4B3F-BC1D-12139492A0E8}" presName="linear" presStyleCnt="0">
        <dgm:presLayoutVars>
          <dgm:animLvl val="lvl"/>
          <dgm:resizeHandles val="exact"/>
        </dgm:presLayoutVars>
      </dgm:prSet>
      <dgm:spPr/>
    </dgm:pt>
    <dgm:pt modelId="{B19FB3E9-4EE5-FF48-B01D-EC453B749562}" type="pres">
      <dgm:prSet presAssocID="{C327A3B3-B9F3-4EBF-A849-9DBAF09AF9E2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D5A1EE0B-DBFD-2849-A3DF-BAD4C30E4AC6}" type="pres">
      <dgm:prSet presAssocID="{B6E3928D-42A6-463D-BC38-3DAD19AEA65F}" presName="spacer" presStyleCnt="0"/>
      <dgm:spPr/>
    </dgm:pt>
    <dgm:pt modelId="{587CE913-BB1A-F94C-A0CF-468761DCAA4D}" type="pres">
      <dgm:prSet presAssocID="{31F365C9-81A3-45B2-ADE8-7A89C0DFC805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161C0E04-8F77-A44E-835C-D04849C28FDE}" type="pres">
      <dgm:prSet presAssocID="{34F22FF6-6F82-4AE4-AA92-8CD285FE2A1D}" presName="spacer" presStyleCnt="0"/>
      <dgm:spPr/>
    </dgm:pt>
    <dgm:pt modelId="{E3565C9B-FEA7-4C46-8CA7-0CF60D32F8C7}" type="pres">
      <dgm:prSet presAssocID="{EC6E44F8-A342-4AF6-BBAD-39A10A1D2A28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2395A704-D444-0645-820B-ADD635830904}" type="presOf" srcId="{EC6E44F8-A342-4AF6-BBAD-39A10A1D2A28}" destId="{E3565C9B-FEA7-4C46-8CA7-0CF60D32F8C7}" srcOrd="0" destOrd="0" presId="urn:microsoft.com/office/officeart/2005/8/layout/vList2"/>
    <dgm:cxn modelId="{81FE5D37-BB4F-B34F-B489-751D1620F4B8}" type="presOf" srcId="{C327A3B3-B9F3-4EBF-A849-9DBAF09AF9E2}" destId="{B19FB3E9-4EE5-FF48-B01D-EC453B749562}" srcOrd="0" destOrd="0" presId="urn:microsoft.com/office/officeart/2005/8/layout/vList2"/>
    <dgm:cxn modelId="{8F336B5F-00AE-D44C-BB89-35A6C7A27970}" type="presOf" srcId="{B04A7377-3D9F-4B3F-BC1D-12139492A0E8}" destId="{547759C7-FC29-ED45-BE3A-84A3480C075F}" srcOrd="0" destOrd="0" presId="urn:microsoft.com/office/officeart/2005/8/layout/vList2"/>
    <dgm:cxn modelId="{2E75FC67-CAEF-4819-9744-CAEB41046B59}" srcId="{B04A7377-3D9F-4B3F-BC1D-12139492A0E8}" destId="{EC6E44F8-A342-4AF6-BBAD-39A10A1D2A28}" srcOrd="2" destOrd="0" parTransId="{20BDBBA6-E0AA-4593-AEBE-2927316BEEA5}" sibTransId="{7D065E61-30F7-49B4-88F1-992EBA11A557}"/>
    <dgm:cxn modelId="{5F7C564C-4050-45BC-AF70-D86741CE4F7D}" srcId="{B04A7377-3D9F-4B3F-BC1D-12139492A0E8}" destId="{31F365C9-81A3-45B2-ADE8-7A89C0DFC805}" srcOrd="1" destOrd="0" parTransId="{BDA4A2BA-A7AF-4DC8-819D-DB88D86F3D26}" sibTransId="{34F22FF6-6F82-4AE4-AA92-8CD285FE2A1D}"/>
    <dgm:cxn modelId="{FD27C852-2B7E-4DDC-A0AA-28D693C1D1DA}" srcId="{B04A7377-3D9F-4B3F-BC1D-12139492A0E8}" destId="{C327A3B3-B9F3-4EBF-A849-9DBAF09AF9E2}" srcOrd="0" destOrd="0" parTransId="{D578D28B-22C3-4958-B70B-40D1E4B97939}" sibTransId="{B6E3928D-42A6-463D-BC38-3DAD19AEA65F}"/>
    <dgm:cxn modelId="{295BA1C0-8962-3649-AB01-81DC21C721D6}" type="presOf" srcId="{31F365C9-81A3-45B2-ADE8-7A89C0DFC805}" destId="{587CE913-BB1A-F94C-A0CF-468761DCAA4D}" srcOrd="0" destOrd="0" presId="urn:microsoft.com/office/officeart/2005/8/layout/vList2"/>
    <dgm:cxn modelId="{B1D45751-876A-4E49-B08D-BE58714C5A9C}" type="presParOf" srcId="{547759C7-FC29-ED45-BE3A-84A3480C075F}" destId="{B19FB3E9-4EE5-FF48-B01D-EC453B749562}" srcOrd="0" destOrd="0" presId="urn:microsoft.com/office/officeart/2005/8/layout/vList2"/>
    <dgm:cxn modelId="{C1D8C61D-18A8-2746-BCDE-5C8D60B24FB6}" type="presParOf" srcId="{547759C7-FC29-ED45-BE3A-84A3480C075F}" destId="{D5A1EE0B-DBFD-2849-A3DF-BAD4C30E4AC6}" srcOrd="1" destOrd="0" presId="urn:microsoft.com/office/officeart/2005/8/layout/vList2"/>
    <dgm:cxn modelId="{012B8720-3F45-7B41-AE0F-5684E4CC1741}" type="presParOf" srcId="{547759C7-FC29-ED45-BE3A-84A3480C075F}" destId="{587CE913-BB1A-F94C-A0CF-468761DCAA4D}" srcOrd="2" destOrd="0" presId="urn:microsoft.com/office/officeart/2005/8/layout/vList2"/>
    <dgm:cxn modelId="{3A876329-507A-7346-AD81-B0AA8A420413}" type="presParOf" srcId="{547759C7-FC29-ED45-BE3A-84A3480C075F}" destId="{161C0E04-8F77-A44E-835C-D04849C28FDE}" srcOrd="3" destOrd="0" presId="urn:microsoft.com/office/officeart/2005/8/layout/vList2"/>
    <dgm:cxn modelId="{93813A35-A890-624D-B403-D76BEA57E630}" type="presParOf" srcId="{547759C7-FC29-ED45-BE3A-84A3480C075F}" destId="{E3565C9B-FEA7-4C46-8CA7-0CF60D32F8C7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9.xml><?xml version="1.0" encoding="utf-8"?>
<dgm:dataModel xmlns:dgm="http://schemas.openxmlformats.org/drawingml/2006/diagram" xmlns:a="http://schemas.openxmlformats.org/drawingml/2006/main">
  <dgm:ptLst>
    <dgm:pt modelId="{887E7AE0-98F0-4C36-B227-7B6DA17291C8}" type="doc">
      <dgm:prSet loTypeId="urn:microsoft.com/office/officeart/2018/2/layout/IconVerticalSolidList" loCatId="icon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2DF88886-713E-486B-B763-7593915E053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Better visibility into AG state and health </a:t>
          </a:r>
        </a:p>
      </dgm:t>
    </dgm:pt>
    <dgm:pt modelId="{D5CE7283-4059-472E-842C-69274ACCEDC5}" type="parTrans" cxnId="{9AF3BA68-0EF3-49AB-9886-115B0621F99B}">
      <dgm:prSet/>
      <dgm:spPr/>
      <dgm:t>
        <a:bodyPr/>
        <a:lstStyle/>
        <a:p>
          <a:endParaRPr lang="en-US"/>
        </a:p>
      </dgm:t>
    </dgm:pt>
    <dgm:pt modelId="{75527B92-DE47-40A7-8BC5-2206412D37E3}" type="sibTrans" cxnId="{9AF3BA68-0EF3-49AB-9886-115B0621F99B}">
      <dgm:prSet/>
      <dgm:spPr/>
      <dgm:t>
        <a:bodyPr/>
        <a:lstStyle/>
        <a:p>
          <a:endParaRPr lang="en-US"/>
        </a:p>
      </dgm:t>
    </dgm:pt>
    <dgm:pt modelId="{B5537C86-B181-4179-9150-80AD9CC1444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Enhanced DMVs and diagnostic views </a:t>
          </a:r>
        </a:p>
      </dgm:t>
    </dgm:pt>
    <dgm:pt modelId="{FD26D0AD-2FE6-43B6-96CE-B1CA8FAC8782}" type="parTrans" cxnId="{D060A675-26FD-4D66-B333-F80F6328535D}">
      <dgm:prSet/>
      <dgm:spPr/>
      <dgm:t>
        <a:bodyPr/>
        <a:lstStyle/>
        <a:p>
          <a:endParaRPr lang="en-US"/>
        </a:p>
      </dgm:t>
    </dgm:pt>
    <dgm:pt modelId="{C056AD83-8367-47A8-A3CA-9A89D1BE3B02}" type="sibTrans" cxnId="{D060A675-26FD-4D66-B333-F80F6328535D}">
      <dgm:prSet/>
      <dgm:spPr/>
      <dgm:t>
        <a:bodyPr/>
        <a:lstStyle/>
        <a:p>
          <a:endParaRPr lang="en-US"/>
        </a:p>
      </dgm:t>
    </dgm:pt>
    <dgm:pt modelId="{5BF1BB6A-9208-49D7-B22D-32D69790D65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Easier root cause analysis for AG issues </a:t>
          </a:r>
        </a:p>
      </dgm:t>
    </dgm:pt>
    <dgm:pt modelId="{8158D6E7-D2B1-456A-A028-DE7D6FF936C3}" type="parTrans" cxnId="{D95D0E69-7A5E-4838-8BF7-A2DDA969F581}">
      <dgm:prSet/>
      <dgm:spPr/>
      <dgm:t>
        <a:bodyPr/>
        <a:lstStyle/>
        <a:p>
          <a:endParaRPr lang="en-US"/>
        </a:p>
      </dgm:t>
    </dgm:pt>
    <dgm:pt modelId="{1A91C55B-8C6D-4220-9390-AF7A438F3F7B}" type="sibTrans" cxnId="{D95D0E69-7A5E-4838-8BF7-A2DDA969F581}">
      <dgm:prSet/>
      <dgm:spPr/>
      <dgm:t>
        <a:bodyPr/>
        <a:lstStyle/>
        <a:p>
          <a:endParaRPr lang="en-US"/>
        </a:p>
      </dgm:t>
    </dgm:pt>
    <dgm:pt modelId="{77B23AF9-E70A-48B1-968C-9D619CBA12B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Proactive detection of health degradation</a:t>
          </a:r>
        </a:p>
      </dgm:t>
    </dgm:pt>
    <dgm:pt modelId="{1FFA8811-13E5-413C-85F5-CDD05977BFDD}" type="parTrans" cxnId="{1B102D3E-0C33-4B2C-A758-0B6571852C6E}">
      <dgm:prSet/>
      <dgm:spPr/>
      <dgm:t>
        <a:bodyPr/>
        <a:lstStyle/>
        <a:p>
          <a:endParaRPr lang="en-US"/>
        </a:p>
      </dgm:t>
    </dgm:pt>
    <dgm:pt modelId="{C5A4740D-B6E1-4649-BE03-274E057779D8}" type="sibTrans" cxnId="{1B102D3E-0C33-4B2C-A758-0B6571852C6E}">
      <dgm:prSet/>
      <dgm:spPr/>
      <dgm:t>
        <a:bodyPr/>
        <a:lstStyle/>
        <a:p>
          <a:endParaRPr lang="en-US"/>
        </a:p>
      </dgm:t>
    </dgm:pt>
    <dgm:pt modelId="{2B7C607F-0408-40FB-9F59-BF4A68B43CA3}" type="pres">
      <dgm:prSet presAssocID="{887E7AE0-98F0-4C36-B227-7B6DA17291C8}" presName="root" presStyleCnt="0">
        <dgm:presLayoutVars>
          <dgm:dir/>
          <dgm:resizeHandles val="exact"/>
        </dgm:presLayoutVars>
      </dgm:prSet>
      <dgm:spPr/>
    </dgm:pt>
    <dgm:pt modelId="{785EC8D9-AC3F-4B2E-8718-184BA21E29C0}" type="pres">
      <dgm:prSet presAssocID="{2DF88886-713E-486B-B763-7593915E0533}" presName="compNode" presStyleCnt="0"/>
      <dgm:spPr/>
    </dgm:pt>
    <dgm:pt modelId="{8C7BB1C8-9F34-42E9-BD96-D83B1A3A53F0}" type="pres">
      <dgm:prSet presAssocID="{2DF88886-713E-486B-B763-7593915E0533}" presName="bgRect" presStyleLbl="bgShp" presStyleIdx="0" presStyleCnt="4"/>
      <dgm:spPr/>
    </dgm:pt>
    <dgm:pt modelId="{8F76827C-CBA0-4FB5-ACDE-D0978F4C7A00}" type="pres">
      <dgm:prSet presAssocID="{2DF88886-713E-486B-B763-7593915E0533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9D4292DC-C097-4320-9F84-88BB303B27DD}" type="pres">
      <dgm:prSet presAssocID="{2DF88886-713E-486B-B763-7593915E0533}" presName="spaceRect" presStyleCnt="0"/>
      <dgm:spPr/>
    </dgm:pt>
    <dgm:pt modelId="{FCCA60B1-33FB-45D8-8A0E-EF43D01D4E95}" type="pres">
      <dgm:prSet presAssocID="{2DF88886-713E-486B-B763-7593915E0533}" presName="parTx" presStyleLbl="revTx" presStyleIdx="0" presStyleCnt="4">
        <dgm:presLayoutVars>
          <dgm:chMax val="0"/>
          <dgm:chPref val="0"/>
        </dgm:presLayoutVars>
      </dgm:prSet>
      <dgm:spPr/>
    </dgm:pt>
    <dgm:pt modelId="{E3C5E71F-7241-43C2-A769-510DD351A3E1}" type="pres">
      <dgm:prSet presAssocID="{75527B92-DE47-40A7-8BC5-2206412D37E3}" presName="sibTrans" presStyleCnt="0"/>
      <dgm:spPr/>
    </dgm:pt>
    <dgm:pt modelId="{D6CAE9B4-1958-4C59-A508-6DF90A4EAEC5}" type="pres">
      <dgm:prSet presAssocID="{B5537C86-B181-4179-9150-80AD9CC1444F}" presName="compNode" presStyleCnt="0"/>
      <dgm:spPr/>
    </dgm:pt>
    <dgm:pt modelId="{2C33E540-E9BF-4F1A-B539-671799FEC4D7}" type="pres">
      <dgm:prSet presAssocID="{B5537C86-B181-4179-9150-80AD9CC1444F}" presName="bgRect" presStyleLbl="bgShp" presStyleIdx="1" presStyleCnt="4"/>
      <dgm:spPr/>
    </dgm:pt>
    <dgm:pt modelId="{4A3BE548-7D19-4C64-B432-CA26A541CF36}" type="pres">
      <dgm:prSet presAssocID="{B5537C86-B181-4179-9150-80AD9CC1444F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506D6B2B-3590-47F4-BED8-54791EA933BF}" type="pres">
      <dgm:prSet presAssocID="{B5537C86-B181-4179-9150-80AD9CC1444F}" presName="spaceRect" presStyleCnt="0"/>
      <dgm:spPr/>
    </dgm:pt>
    <dgm:pt modelId="{CB4A470E-D1E7-4A87-AE61-68097FC6F19E}" type="pres">
      <dgm:prSet presAssocID="{B5537C86-B181-4179-9150-80AD9CC1444F}" presName="parTx" presStyleLbl="revTx" presStyleIdx="1" presStyleCnt="4">
        <dgm:presLayoutVars>
          <dgm:chMax val="0"/>
          <dgm:chPref val="0"/>
        </dgm:presLayoutVars>
      </dgm:prSet>
      <dgm:spPr/>
    </dgm:pt>
    <dgm:pt modelId="{EC1E5683-02BF-42C9-BF55-8DEE8BFFE3A9}" type="pres">
      <dgm:prSet presAssocID="{C056AD83-8367-47A8-A3CA-9A89D1BE3B02}" presName="sibTrans" presStyleCnt="0"/>
      <dgm:spPr/>
    </dgm:pt>
    <dgm:pt modelId="{1574FC3C-1E5F-43B1-9C78-0AD29744B088}" type="pres">
      <dgm:prSet presAssocID="{5BF1BB6A-9208-49D7-B22D-32D69790D65F}" presName="compNode" presStyleCnt="0"/>
      <dgm:spPr/>
    </dgm:pt>
    <dgm:pt modelId="{84663925-19D7-4608-94DA-7597AD0EDBC5}" type="pres">
      <dgm:prSet presAssocID="{5BF1BB6A-9208-49D7-B22D-32D69790D65F}" presName="bgRect" presStyleLbl="bgShp" presStyleIdx="2" presStyleCnt="4"/>
      <dgm:spPr/>
    </dgm:pt>
    <dgm:pt modelId="{65E757AE-F2B3-4C4E-BE7A-FFB057D6CA17}" type="pres">
      <dgm:prSet presAssocID="{5BF1BB6A-9208-49D7-B22D-32D69790D65F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C5607A15-51E9-4BE1-B226-45A9819CE26D}" type="pres">
      <dgm:prSet presAssocID="{5BF1BB6A-9208-49D7-B22D-32D69790D65F}" presName="spaceRect" presStyleCnt="0"/>
      <dgm:spPr/>
    </dgm:pt>
    <dgm:pt modelId="{80FD8CB0-9E71-4682-A4F4-B674CCCF4859}" type="pres">
      <dgm:prSet presAssocID="{5BF1BB6A-9208-49D7-B22D-32D69790D65F}" presName="parTx" presStyleLbl="revTx" presStyleIdx="2" presStyleCnt="4">
        <dgm:presLayoutVars>
          <dgm:chMax val="0"/>
          <dgm:chPref val="0"/>
        </dgm:presLayoutVars>
      </dgm:prSet>
      <dgm:spPr/>
    </dgm:pt>
    <dgm:pt modelId="{452DF54B-E09A-471E-88D5-36EB1D82E606}" type="pres">
      <dgm:prSet presAssocID="{1A91C55B-8C6D-4220-9390-AF7A438F3F7B}" presName="sibTrans" presStyleCnt="0"/>
      <dgm:spPr/>
    </dgm:pt>
    <dgm:pt modelId="{5420C755-6102-48EC-9870-BEB62A9877FF}" type="pres">
      <dgm:prSet presAssocID="{77B23AF9-E70A-48B1-968C-9D619CBA12B6}" presName="compNode" presStyleCnt="0"/>
      <dgm:spPr/>
    </dgm:pt>
    <dgm:pt modelId="{326A49F0-B968-4C05-9315-FACED924A7C2}" type="pres">
      <dgm:prSet presAssocID="{77B23AF9-E70A-48B1-968C-9D619CBA12B6}" presName="bgRect" presStyleLbl="bgShp" presStyleIdx="3" presStyleCnt="4"/>
      <dgm:spPr/>
    </dgm:pt>
    <dgm:pt modelId="{F9A22353-BBD4-4F06-871F-111804BC5D9D}" type="pres">
      <dgm:prSet presAssocID="{77B23AF9-E70A-48B1-968C-9D619CBA12B6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edical"/>
        </a:ext>
      </dgm:extLst>
    </dgm:pt>
    <dgm:pt modelId="{55A4F142-61A3-4CDD-BE66-B6F888C79268}" type="pres">
      <dgm:prSet presAssocID="{77B23AF9-E70A-48B1-968C-9D619CBA12B6}" presName="spaceRect" presStyleCnt="0"/>
      <dgm:spPr/>
    </dgm:pt>
    <dgm:pt modelId="{83C526FB-F4A9-4D32-AA2D-3BEAC8720C64}" type="pres">
      <dgm:prSet presAssocID="{77B23AF9-E70A-48B1-968C-9D619CBA12B6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7D032502-F51A-4750-A3CB-6DF8008CB36F}" type="presOf" srcId="{B5537C86-B181-4179-9150-80AD9CC1444F}" destId="{CB4A470E-D1E7-4A87-AE61-68097FC6F19E}" srcOrd="0" destOrd="0" presId="urn:microsoft.com/office/officeart/2018/2/layout/IconVerticalSolidList"/>
    <dgm:cxn modelId="{1B102D3E-0C33-4B2C-A758-0B6571852C6E}" srcId="{887E7AE0-98F0-4C36-B227-7B6DA17291C8}" destId="{77B23AF9-E70A-48B1-968C-9D619CBA12B6}" srcOrd="3" destOrd="0" parTransId="{1FFA8811-13E5-413C-85F5-CDD05977BFDD}" sibTransId="{C5A4740D-B6E1-4649-BE03-274E057779D8}"/>
    <dgm:cxn modelId="{CC13D85B-4058-46BA-AE96-A96F79CE834C}" type="presOf" srcId="{5BF1BB6A-9208-49D7-B22D-32D69790D65F}" destId="{80FD8CB0-9E71-4682-A4F4-B674CCCF4859}" srcOrd="0" destOrd="0" presId="urn:microsoft.com/office/officeart/2018/2/layout/IconVerticalSolidList"/>
    <dgm:cxn modelId="{9AF3BA68-0EF3-49AB-9886-115B0621F99B}" srcId="{887E7AE0-98F0-4C36-B227-7B6DA17291C8}" destId="{2DF88886-713E-486B-B763-7593915E0533}" srcOrd="0" destOrd="0" parTransId="{D5CE7283-4059-472E-842C-69274ACCEDC5}" sibTransId="{75527B92-DE47-40A7-8BC5-2206412D37E3}"/>
    <dgm:cxn modelId="{D95D0E69-7A5E-4838-8BF7-A2DDA969F581}" srcId="{887E7AE0-98F0-4C36-B227-7B6DA17291C8}" destId="{5BF1BB6A-9208-49D7-B22D-32D69790D65F}" srcOrd="2" destOrd="0" parTransId="{8158D6E7-D2B1-456A-A028-DE7D6FF936C3}" sibTransId="{1A91C55B-8C6D-4220-9390-AF7A438F3F7B}"/>
    <dgm:cxn modelId="{D93DEB4D-81E6-4071-BC00-4B6C0B33870E}" type="presOf" srcId="{887E7AE0-98F0-4C36-B227-7B6DA17291C8}" destId="{2B7C607F-0408-40FB-9F59-BF4A68B43CA3}" srcOrd="0" destOrd="0" presId="urn:microsoft.com/office/officeart/2018/2/layout/IconVerticalSolidList"/>
    <dgm:cxn modelId="{D060A675-26FD-4D66-B333-F80F6328535D}" srcId="{887E7AE0-98F0-4C36-B227-7B6DA17291C8}" destId="{B5537C86-B181-4179-9150-80AD9CC1444F}" srcOrd="1" destOrd="0" parTransId="{FD26D0AD-2FE6-43B6-96CE-B1CA8FAC8782}" sibTransId="{C056AD83-8367-47A8-A3CA-9A89D1BE3B02}"/>
    <dgm:cxn modelId="{46DB157F-DADD-489F-924D-351CCE83A320}" type="presOf" srcId="{77B23AF9-E70A-48B1-968C-9D619CBA12B6}" destId="{83C526FB-F4A9-4D32-AA2D-3BEAC8720C64}" srcOrd="0" destOrd="0" presId="urn:microsoft.com/office/officeart/2018/2/layout/IconVerticalSolidList"/>
    <dgm:cxn modelId="{72C4F0F1-4BF9-4B1B-BE10-2844F4AFFDF2}" type="presOf" srcId="{2DF88886-713E-486B-B763-7593915E0533}" destId="{FCCA60B1-33FB-45D8-8A0E-EF43D01D4E95}" srcOrd="0" destOrd="0" presId="urn:microsoft.com/office/officeart/2018/2/layout/IconVerticalSolidList"/>
    <dgm:cxn modelId="{3E844157-6E41-4A01-A152-65C0E2409897}" type="presParOf" srcId="{2B7C607F-0408-40FB-9F59-BF4A68B43CA3}" destId="{785EC8D9-AC3F-4B2E-8718-184BA21E29C0}" srcOrd="0" destOrd="0" presId="urn:microsoft.com/office/officeart/2018/2/layout/IconVerticalSolidList"/>
    <dgm:cxn modelId="{ACB51A96-9753-4992-9DDA-899E7D820B69}" type="presParOf" srcId="{785EC8D9-AC3F-4B2E-8718-184BA21E29C0}" destId="{8C7BB1C8-9F34-42E9-BD96-D83B1A3A53F0}" srcOrd="0" destOrd="0" presId="urn:microsoft.com/office/officeart/2018/2/layout/IconVerticalSolidList"/>
    <dgm:cxn modelId="{BCB158A5-4127-46DA-9CC6-CD7CA8B8DD6C}" type="presParOf" srcId="{785EC8D9-AC3F-4B2E-8718-184BA21E29C0}" destId="{8F76827C-CBA0-4FB5-ACDE-D0978F4C7A00}" srcOrd="1" destOrd="0" presId="urn:microsoft.com/office/officeart/2018/2/layout/IconVerticalSolidList"/>
    <dgm:cxn modelId="{EE8BDA0E-5697-4E27-9FC4-F857A6DCF602}" type="presParOf" srcId="{785EC8D9-AC3F-4B2E-8718-184BA21E29C0}" destId="{9D4292DC-C097-4320-9F84-88BB303B27DD}" srcOrd="2" destOrd="0" presId="urn:microsoft.com/office/officeart/2018/2/layout/IconVerticalSolidList"/>
    <dgm:cxn modelId="{F13ADE8D-6D8A-4E5B-B87A-D50B85D37E79}" type="presParOf" srcId="{785EC8D9-AC3F-4B2E-8718-184BA21E29C0}" destId="{FCCA60B1-33FB-45D8-8A0E-EF43D01D4E95}" srcOrd="3" destOrd="0" presId="urn:microsoft.com/office/officeart/2018/2/layout/IconVerticalSolidList"/>
    <dgm:cxn modelId="{472300C3-ECD9-4D7B-AC90-14DF046DDB79}" type="presParOf" srcId="{2B7C607F-0408-40FB-9F59-BF4A68B43CA3}" destId="{E3C5E71F-7241-43C2-A769-510DD351A3E1}" srcOrd="1" destOrd="0" presId="urn:microsoft.com/office/officeart/2018/2/layout/IconVerticalSolidList"/>
    <dgm:cxn modelId="{EBC6A029-AFCD-4C0F-A402-1F348F1775E1}" type="presParOf" srcId="{2B7C607F-0408-40FB-9F59-BF4A68B43CA3}" destId="{D6CAE9B4-1958-4C59-A508-6DF90A4EAEC5}" srcOrd="2" destOrd="0" presId="urn:microsoft.com/office/officeart/2018/2/layout/IconVerticalSolidList"/>
    <dgm:cxn modelId="{B6CFC5C2-2AFC-4AD0-8D7C-22511CBA36B2}" type="presParOf" srcId="{D6CAE9B4-1958-4C59-A508-6DF90A4EAEC5}" destId="{2C33E540-E9BF-4F1A-B539-671799FEC4D7}" srcOrd="0" destOrd="0" presId="urn:microsoft.com/office/officeart/2018/2/layout/IconVerticalSolidList"/>
    <dgm:cxn modelId="{02D43269-685D-404F-864F-AD3A7E5006A8}" type="presParOf" srcId="{D6CAE9B4-1958-4C59-A508-6DF90A4EAEC5}" destId="{4A3BE548-7D19-4C64-B432-CA26A541CF36}" srcOrd="1" destOrd="0" presId="urn:microsoft.com/office/officeart/2018/2/layout/IconVerticalSolidList"/>
    <dgm:cxn modelId="{2DE3A919-6393-4883-AA6A-9B7BF3B30FEF}" type="presParOf" srcId="{D6CAE9B4-1958-4C59-A508-6DF90A4EAEC5}" destId="{506D6B2B-3590-47F4-BED8-54791EA933BF}" srcOrd="2" destOrd="0" presId="urn:microsoft.com/office/officeart/2018/2/layout/IconVerticalSolidList"/>
    <dgm:cxn modelId="{0ACEB169-D8AE-438D-8204-F18A58E37D76}" type="presParOf" srcId="{D6CAE9B4-1958-4C59-A508-6DF90A4EAEC5}" destId="{CB4A470E-D1E7-4A87-AE61-68097FC6F19E}" srcOrd="3" destOrd="0" presId="urn:microsoft.com/office/officeart/2018/2/layout/IconVerticalSolidList"/>
    <dgm:cxn modelId="{152D50CD-3188-4F79-B321-562A426A178E}" type="presParOf" srcId="{2B7C607F-0408-40FB-9F59-BF4A68B43CA3}" destId="{EC1E5683-02BF-42C9-BF55-8DEE8BFFE3A9}" srcOrd="3" destOrd="0" presId="urn:microsoft.com/office/officeart/2018/2/layout/IconVerticalSolidList"/>
    <dgm:cxn modelId="{3C9F5765-B97D-4A6F-964F-61ED8805E09F}" type="presParOf" srcId="{2B7C607F-0408-40FB-9F59-BF4A68B43CA3}" destId="{1574FC3C-1E5F-43B1-9C78-0AD29744B088}" srcOrd="4" destOrd="0" presId="urn:microsoft.com/office/officeart/2018/2/layout/IconVerticalSolidList"/>
    <dgm:cxn modelId="{104D7938-A403-4C02-B004-01782C31BC30}" type="presParOf" srcId="{1574FC3C-1E5F-43B1-9C78-0AD29744B088}" destId="{84663925-19D7-4608-94DA-7597AD0EDBC5}" srcOrd="0" destOrd="0" presId="urn:microsoft.com/office/officeart/2018/2/layout/IconVerticalSolidList"/>
    <dgm:cxn modelId="{B75CA787-E425-4078-AC4E-8959352AFB16}" type="presParOf" srcId="{1574FC3C-1E5F-43B1-9C78-0AD29744B088}" destId="{65E757AE-F2B3-4C4E-BE7A-FFB057D6CA17}" srcOrd="1" destOrd="0" presId="urn:microsoft.com/office/officeart/2018/2/layout/IconVerticalSolidList"/>
    <dgm:cxn modelId="{BF865EFA-05AC-484B-BB6D-5FD6856F4EA5}" type="presParOf" srcId="{1574FC3C-1E5F-43B1-9C78-0AD29744B088}" destId="{C5607A15-51E9-4BE1-B226-45A9819CE26D}" srcOrd="2" destOrd="0" presId="urn:microsoft.com/office/officeart/2018/2/layout/IconVerticalSolidList"/>
    <dgm:cxn modelId="{A98DB7FB-45F4-4D9D-BA79-2AD6A2D04962}" type="presParOf" srcId="{1574FC3C-1E5F-43B1-9C78-0AD29744B088}" destId="{80FD8CB0-9E71-4682-A4F4-B674CCCF4859}" srcOrd="3" destOrd="0" presId="urn:microsoft.com/office/officeart/2018/2/layout/IconVerticalSolidList"/>
    <dgm:cxn modelId="{20AE4C61-82BB-4657-A55B-F834B982F38E}" type="presParOf" srcId="{2B7C607F-0408-40FB-9F59-BF4A68B43CA3}" destId="{452DF54B-E09A-471E-88D5-36EB1D82E606}" srcOrd="5" destOrd="0" presId="urn:microsoft.com/office/officeart/2018/2/layout/IconVerticalSolidList"/>
    <dgm:cxn modelId="{C1501C05-03CF-4E05-BE31-2B4D2CF02612}" type="presParOf" srcId="{2B7C607F-0408-40FB-9F59-BF4A68B43CA3}" destId="{5420C755-6102-48EC-9870-BEB62A9877FF}" srcOrd="6" destOrd="0" presId="urn:microsoft.com/office/officeart/2018/2/layout/IconVerticalSolidList"/>
    <dgm:cxn modelId="{5CB2D1CE-378F-4CA8-B07E-DDAEEBE0FA60}" type="presParOf" srcId="{5420C755-6102-48EC-9870-BEB62A9877FF}" destId="{326A49F0-B968-4C05-9315-FACED924A7C2}" srcOrd="0" destOrd="0" presId="urn:microsoft.com/office/officeart/2018/2/layout/IconVerticalSolidList"/>
    <dgm:cxn modelId="{4D2F9198-8E28-44B5-A402-311EFA2A6B2C}" type="presParOf" srcId="{5420C755-6102-48EC-9870-BEB62A9877FF}" destId="{F9A22353-BBD4-4F06-871F-111804BC5D9D}" srcOrd="1" destOrd="0" presId="urn:microsoft.com/office/officeart/2018/2/layout/IconVerticalSolidList"/>
    <dgm:cxn modelId="{8F929035-855D-46EC-BD0B-3AD2AF58F5DB}" type="presParOf" srcId="{5420C755-6102-48EC-9870-BEB62A9877FF}" destId="{55A4F142-61A3-4CDD-BE66-B6F888C79268}" srcOrd="2" destOrd="0" presId="urn:microsoft.com/office/officeart/2018/2/layout/IconVerticalSolidList"/>
    <dgm:cxn modelId="{4F32D02C-CAD3-4200-B4EA-5B198D207117}" type="presParOf" srcId="{5420C755-6102-48EC-9870-BEB62A9877FF}" destId="{83C526FB-F4A9-4D32-AA2D-3BEAC8720C6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0.xml><?xml version="1.0" encoding="utf-8"?>
<dgm:dataModel xmlns:dgm="http://schemas.openxmlformats.org/drawingml/2006/diagram" xmlns:a="http://schemas.openxmlformats.org/drawingml/2006/main">
  <dgm:ptLst>
    <dgm:pt modelId="{60EA42AC-1EBE-47EA-A02E-FC2CE526B3F6}" type="doc">
      <dgm:prSet loTypeId="urn:microsoft.com/office/officeart/2018/2/layout/IconLabelList" loCatId="icon" qsTypeId="urn:microsoft.com/office/officeart/2005/8/quickstyle/simple4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C3F01AF3-9765-491D-99A7-8FFCDA5F6BD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Communication control flow tuning</a:t>
          </a:r>
        </a:p>
      </dgm:t>
    </dgm:pt>
    <dgm:pt modelId="{94BA2E31-529C-418A-A5EB-3CBBD9709624}" type="parTrans" cxnId="{421FA926-77C0-4370-96E1-4413A3EC7328}">
      <dgm:prSet/>
      <dgm:spPr/>
      <dgm:t>
        <a:bodyPr/>
        <a:lstStyle/>
        <a:p>
          <a:endParaRPr lang="en-US"/>
        </a:p>
      </dgm:t>
    </dgm:pt>
    <dgm:pt modelId="{DE7614BC-3B02-4A02-A1F8-7F8EA1DBDFCA}" type="sibTrans" cxnId="{421FA926-77C0-4370-96E1-4413A3EC7328}">
      <dgm:prSet/>
      <dgm:spPr/>
      <dgm:t>
        <a:bodyPr/>
        <a:lstStyle/>
        <a:p>
          <a:endParaRPr lang="en-US"/>
        </a:p>
      </dgm:t>
    </dgm:pt>
    <dgm:pt modelId="{1633D37C-508E-48DE-972B-A0D814C6772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AG group commit waiting tuning — optimize for throughput vs. latency</a:t>
          </a:r>
        </a:p>
      </dgm:t>
    </dgm:pt>
    <dgm:pt modelId="{F1F4D7E5-B6CC-43A7-91C0-4B9EFD183A63}" type="parTrans" cxnId="{DF00084B-2769-4E19-A327-F3FD2B22AA64}">
      <dgm:prSet/>
      <dgm:spPr/>
      <dgm:t>
        <a:bodyPr/>
        <a:lstStyle/>
        <a:p>
          <a:endParaRPr lang="en-US"/>
        </a:p>
      </dgm:t>
    </dgm:pt>
    <dgm:pt modelId="{0229BCFD-1E79-473D-BF26-EB8EDE884155}" type="sibTrans" cxnId="{DF00084B-2769-4E19-A327-F3FD2B22AA64}">
      <dgm:prSet/>
      <dgm:spPr/>
      <dgm:t>
        <a:bodyPr/>
        <a:lstStyle/>
        <a:p>
          <a:endParaRPr lang="en-US"/>
        </a:p>
      </dgm:t>
    </dgm:pt>
    <dgm:pt modelId="{6E5C2F1B-9C22-44D7-B4D6-AD17A7384EF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Async page request dispatching</a:t>
          </a:r>
        </a:p>
      </dgm:t>
    </dgm:pt>
    <dgm:pt modelId="{5B30C616-D62A-4860-8619-20FEFF679E87}" type="parTrans" cxnId="{DFE91FBC-6BBA-4D7E-B60F-5AD0E59BC320}">
      <dgm:prSet/>
      <dgm:spPr/>
      <dgm:t>
        <a:bodyPr/>
        <a:lstStyle/>
        <a:p>
          <a:endParaRPr lang="en-US"/>
        </a:p>
      </dgm:t>
    </dgm:pt>
    <dgm:pt modelId="{E6EA38EC-5194-41E9-8DC3-C5636ECA733B}" type="sibTrans" cxnId="{DFE91FBC-6BBA-4D7E-B60F-5AD0E59BC320}">
      <dgm:prSet/>
      <dgm:spPr/>
      <dgm:t>
        <a:bodyPr/>
        <a:lstStyle/>
        <a:p>
          <a:endParaRPr lang="en-US"/>
        </a:p>
      </dgm:t>
    </dgm:pt>
    <dgm:pt modelId="{3D587E18-D1AC-439F-8677-453D90C977E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Fine-grained control over AG behavior</a:t>
          </a:r>
        </a:p>
      </dgm:t>
    </dgm:pt>
    <dgm:pt modelId="{13F12EA9-0490-47C2-928B-298C4D98E5B0}" type="parTrans" cxnId="{8BA9AE5C-B64B-447C-A6EB-6D7FD5DEF0F0}">
      <dgm:prSet/>
      <dgm:spPr/>
      <dgm:t>
        <a:bodyPr/>
        <a:lstStyle/>
        <a:p>
          <a:endParaRPr lang="en-US"/>
        </a:p>
      </dgm:t>
    </dgm:pt>
    <dgm:pt modelId="{CD048FB3-CE29-4F65-A757-D01CE2347B95}" type="sibTrans" cxnId="{8BA9AE5C-B64B-447C-A6EB-6D7FD5DEF0F0}">
      <dgm:prSet/>
      <dgm:spPr/>
      <dgm:t>
        <a:bodyPr/>
        <a:lstStyle/>
        <a:p>
          <a:endParaRPr lang="en-US"/>
        </a:p>
      </dgm:t>
    </dgm:pt>
    <dgm:pt modelId="{8AFA45D3-3614-4B9C-BC60-96293C7C1988}" type="pres">
      <dgm:prSet presAssocID="{60EA42AC-1EBE-47EA-A02E-FC2CE526B3F6}" presName="root" presStyleCnt="0">
        <dgm:presLayoutVars>
          <dgm:dir/>
          <dgm:resizeHandles val="exact"/>
        </dgm:presLayoutVars>
      </dgm:prSet>
      <dgm:spPr/>
    </dgm:pt>
    <dgm:pt modelId="{C27694A4-EDAA-442C-BA74-500F7EA04967}" type="pres">
      <dgm:prSet presAssocID="{C3F01AF3-9765-491D-99A7-8FFCDA5F6BDF}" presName="compNode" presStyleCnt="0"/>
      <dgm:spPr/>
    </dgm:pt>
    <dgm:pt modelId="{5AC89BBF-3A8D-4B6C-9A1B-52198AA1D01A}" type="pres">
      <dgm:prSet presAssocID="{C3F01AF3-9765-491D-99A7-8FFCDA5F6BDF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9A562A35-8E98-4AAB-92D9-3F9B4E82CAAB}" type="pres">
      <dgm:prSet presAssocID="{C3F01AF3-9765-491D-99A7-8FFCDA5F6BDF}" presName="spaceRect" presStyleCnt="0"/>
      <dgm:spPr/>
    </dgm:pt>
    <dgm:pt modelId="{0340B7E0-475F-49E0-B581-2D4128605D4C}" type="pres">
      <dgm:prSet presAssocID="{C3F01AF3-9765-491D-99A7-8FFCDA5F6BDF}" presName="textRect" presStyleLbl="revTx" presStyleIdx="0" presStyleCnt="4">
        <dgm:presLayoutVars>
          <dgm:chMax val="1"/>
          <dgm:chPref val="1"/>
        </dgm:presLayoutVars>
      </dgm:prSet>
      <dgm:spPr/>
    </dgm:pt>
    <dgm:pt modelId="{FCCC414D-6EAC-47CF-9842-92092EA27981}" type="pres">
      <dgm:prSet presAssocID="{DE7614BC-3B02-4A02-A1F8-7F8EA1DBDFCA}" presName="sibTrans" presStyleCnt="0"/>
      <dgm:spPr/>
    </dgm:pt>
    <dgm:pt modelId="{472CF1FB-140D-48BA-9C47-39B7DE1F22DA}" type="pres">
      <dgm:prSet presAssocID="{1633D37C-508E-48DE-972B-A0D814C67727}" presName="compNode" presStyleCnt="0"/>
      <dgm:spPr/>
    </dgm:pt>
    <dgm:pt modelId="{3D46373C-906E-4921-8A16-004DF8D3923E}" type="pres">
      <dgm:prSet presAssocID="{1633D37C-508E-48DE-972B-A0D814C67727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epeat"/>
        </a:ext>
      </dgm:extLst>
    </dgm:pt>
    <dgm:pt modelId="{0F8BFB1D-BD04-45CB-81F4-CE14498FCE40}" type="pres">
      <dgm:prSet presAssocID="{1633D37C-508E-48DE-972B-A0D814C67727}" presName="spaceRect" presStyleCnt="0"/>
      <dgm:spPr/>
    </dgm:pt>
    <dgm:pt modelId="{23CCD1D1-1888-40F5-8CFD-1788ED00F8B5}" type="pres">
      <dgm:prSet presAssocID="{1633D37C-508E-48DE-972B-A0D814C67727}" presName="textRect" presStyleLbl="revTx" presStyleIdx="1" presStyleCnt="4">
        <dgm:presLayoutVars>
          <dgm:chMax val="1"/>
          <dgm:chPref val="1"/>
        </dgm:presLayoutVars>
      </dgm:prSet>
      <dgm:spPr/>
    </dgm:pt>
    <dgm:pt modelId="{B3DFA6FA-C219-46C4-AB63-C5E14CA742ED}" type="pres">
      <dgm:prSet presAssocID="{0229BCFD-1E79-473D-BF26-EB8EDE884155}" presName="sibTrans" presStyleCnt="0"/>
      <dgm:spPr/>
    </dgm:pt>
    <dgm:pt modelId="{B8205B8D-09A0-43A7-83A4-9A266255A6CD}" type="pres">
      <dgm:prSet presAssocID="{6E5C2F1B-9C22-44D7-B4D6-AD17A7384EFF}" presName="compNode" presStyleCnt="0"/>
      <dgm:spPr/>
    </dgm:pt>
    <dgm:pt modelId="{93F41EE6-EF8F-4367-BA36-57BF0B7DEFEC}" type="pres">
      <dgm:prSet presAssocID="{6E5C2F1B-9C22-44D7-B4D6-AD17A7384EFF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D5DE19F0-E5DC-420D-8DD1-FA45567D98A1}" type="pres">
      <dgm:prSet presAssocID="{6E5C2F1B-9C22-44D7-B4D6-AD17A7384EFF}" presName="spaceRect" presStyleCnt="0"/>
      <dgm:spPr/>
    </dgm:pt>
    <dgm:pt modelId="{3FA9328D-8C4F-4E24-AC06-18BA3AA47B74}" type="pres">
      <dgm:prSet presAssocID="{6E5C2F1B-9C22-44D7-B4D6-AD17A7384EFF}" presName="textRect" presStyleLbl="revTx" presStyleIdx="2" presStyleCnt="4">
        <dgm:presLayoutVars>
          <dgm:chMax val="1"/>
          <dgm:chPref val="1"/>
        </dgm:presLayoutVars>
      </dgm:prSet>
      <dgm:spPr/>
    </dgm:pt>
    <dgm:pt modelId="{EBCDFC17-E09B-4C8F-BF8C-CC8743834B16}" type="pres">
      <dgm:prSet presAssocID="{E6EA38EC-5194-41E9-8DC3-C5636ECA733B}" presName="sibTrans" presStyleCnt="0"/>
      <dgm:spPr/>
    </dgm:pt>
    <dgm:pt modelId="{F8366788-E80B-401A-9CC7-04BC00EC9EF7}" type="pres">
      <dgm:prSet presAssocID="{3D587E18-D1AC-439F-8677-453D90C977EA}" presName="compNode" presStyleCnt="0"/>
      <dgm:spPr/>
    </dgm:pt>
    <dgm:pt modelId="{70ED6EFC-4903-4115-AFB3-234FB1AD1E41}" type="pres">
      <dgm:prSet presAssocID="{3D587E18-D1AC-439F-8677-453D90C977EA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arm scene"/>
        </a:ext>
      </dgm:extLst>
    </dgm:pt>
    <dgm:pt modelId="{FEB6F5FC-35CC-4E1C-ACE5-D6946158A0B6}" type="pres">
      <dgm:prSet presAssocID="{3D587E18-D1AC-439F-8677-453D90C977EA}" presName="spaceRect" presStyleCnt="0"/>
      <dgm:spPr/>
    </dgm:pt>
    <dgm:pt modelId="{6672612F-8481-4C07-BB76-8A4FF0D926BE}" type="pres">
      <dgm:prSet presAssocID="{3D587E18-D1AC-439F-8677-453D90C977EA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02EA9D21-48B8-49AE-AFCF-E2324B8EDC19}" type="presOf" srcId="{60EA42AC-1EBE-47EA-A02E-FC2CE526B3F6}" destId="{8AFA45D3-3614-4B9C-BC60-96293C7C1988}" srcOrd="0" destOrd="0" presId="urn:microsoft.com/office/officeart/2018/2/layout/IconLabelList"/>
    <dgm:cxn modelId="{421FA926-77C0-4370-96E1-4413A3EC7328}" srcId="{60EA42AC-1EBE-47EA-A02E-FC2CE526B3F6}" destId="{C3F01AF3-9765-491D-99A7-8FFCDA5F6BDF}" srcOrd="0" destOrd="0" parTransId="{94BA2E31-529C-418A-A5EB-3CBBD9709624}" sibTransId="{DE7614BC-3B02-4A02-A1F8-7F8EA1DBDFCA}"/>
    <dgm:cxn modelId="{8BA9AE5C-B64B-447C-A6EB-6D7FD5DEF0F0}" srcId="{60EA42AC-1EBE-47EA-A02E-FC2CE526B3F6}" destId="{3D587E18-D1AC-439F-8677-453D90C977EA}" srcOrd="3" destOrd="0" parTransId="{13F12EA9-0490-47C2-928B-298C4D98E5B0}" sibTransId="{CD048FB3-CE29-4F65-A757-D01CE2347B95}"/>
    <dgm:cxn modelId="{DF00084B-2769-4E19-A327-F3FD2B22AA64}" srcId="{60EA42AC-1EBE-47EA-A02E-FC2CE526B3F6}" destId="{1633D37C-508E-48DE-972B-A0D814C67727}" srcOrd="1" destOrd="0" parTransId="{F1F4D7E5-B6CC-43A7-91C0-4B9EFD183A63}" sibTransId="{0229BCFD-1E79-473D-BF26-EB8EDE884155}"/>
    <dgm:cxn modelId="{FD675452-F5B3-4425-8A13-59AEAF8BB4AD}" type="presOf" srcId="{3D587E18-D1AC-439F-8677-453D90C977EA}" destId="{6672612F-8481-4C07-BB76-8A4FF0D926BE}" srcOrd="0" destOrd="0" presId="urn:microsoft.com/office/officeart/2018/2/layout/IconLabelList"/>
    <dgm:cxn modelId="{E520B19D-D4C8-44B1-BA93-5BE43A0F495D}" type="presOf" srcId="{C3F01AF3-9765-491D-99A7-8FFCDA5F6BDF}" destId="{0340B7E0-475F-49E0-B581-2D4128605D4C}" srcOrd="0" destOrd="0" presId="urn:microsoft.com/office/officeart/2018/2/layout/IconLabelList"/>
    <dgm:cxn modelId="{0BEB3EAB-A335-4BB1-95F7-154541CFA1B8}" type="presOf" srcId="{6E5C2F1B-9C22-44D7-B4D6-AD17A7384EFF}" destId="{3FA9328D-8C4F-4E24-AC06-18BA3AA47B74}" srcOrd="0" destOrd="0" presId="urn:microsoft.com/office/officeart/2018/2/layout/IconLabelList"/>
    <dgm:cxn modelId="{8DB278AC-CAF0-480B-9E2E-EB23D3B15F37}" type="presOf" srcId="{1633D37C-508E-48DE-972B-A0D814C67727}" destId="{23CCD1D1-1888-40F5-8CFD-1788ED00F8B5}" srcOrd="0" destOrd="0" presId="urn:microsoft.com/office/officeart/2018/2/layout/IconLabelList"/>
    <dgm:cxn modelId="{DFE91FBC-6BBA-4D7E-B60F-5AD0E59BC320}" srcId="{60EA42AC-1EBE-47EA-A02E-FC2CE526B3F6}" destId="{6E5C2F1B-9C22-44D7-B4D6-AD17A7384EFF}" srcOrd="2" destOrd="0" parTransId="{5B30C616-D62A-4860-8619-20FEFF679E87}" sibTransId="{E6EA38EC-5194-41E9-8DC3-C5636ECA733B}"/>
    <dgm:cxn modelId="{396FCCE2-DC11-4BA1-82B3-CE32C0FDC759}" type="presParOf" srcId="{8AFA45D3-3614-4B9C-BC60-96293C7C1988}" destId="{C27694A4-EDAA-442C-BA74-500F7EA04967}" srcOrd="0" destOrd="0" presId="urn:microsoft.com/office/officeart/2018/2/layout/IconLabelList"/>
    <dgm:cxn modelId="{E81D5F0D-C759-4E7D-87F1-20F4AA483B16}" type="presParOf" srcId="{C27694A4-EDAA-442C-BA74-500F7EA04967}" destId="{5AC89BBF-3A8D-4B6C-9A1B-52198AA1D01A}" srcOrd="0" destOrd="0" presId="urn:microsoft.com/office/officeart/2018/2/layout/IconLabelList"/>
    <dgm:cxn modelId="{30E5828E-9ADF-4BB4-9B52-54206740F00F}" type="presParOf" srcId="{C27694A4-EDAA-442C-BA74-500F7EA04967}" destId="{9A562A35-8E98-4AAB-92D9-3F9B4E82CAAB}" srcOrd="1" destOrd="0" presId="urn:microsoft.com/office/officeart/2018/2/layout/IconLabelList"/>
    <dgm:cxn modelId="{B94CACB4-2371-428F-A7F0-A64F636A33B9}" type="presParOf" srcId="{C27694A4-EDAA-442C-BA74-500F7EA04967}" destId="{0340B7E0-475F-49E0-B581-2D4128605D4C}" srcOrd="2" destOrd="0" presId="urn:microsoft.com/office/officeart/2018/2/layout/IconLabelList"/>
    <dgm:cxn modelId="{D0810928-F9B9-4D4D-B116-6E88A88A5BC3}" type="presParOf" srcId="{8AFA45D3-3614-4B9C-BC60-96293C7C1988}" destId="{FCCC414D-6EAC-47CF-9842-92092EA27981}" srcOrd="1" destOrd="0" presId="urn:microsoft.com/office/officeart/2018/2/layout/IconLabelList"/>
    <dgm:cxn modelId="{4E903FF7-9720-4A2F-8AF7-38A52941F001}" type="presParOf" srcId="{8AFA45D3-3614-4B9C-BC60-96293C7C1988}" destId="{472CF1FB-140D-48BA-9C47-39B7DE1F22DA}" srcOrd="2" destOrd="0" presId="urn:microsoft.com/office/officeart/2018/2/layout/IconLabelList"/>
    <dgm:cxn modelId="{3EBDB9C8-706B-45C1-A4CF-A3A1068AA732}" type="presParOf" srcId="{472CF1FB-140D-48BA-9C47-39B7DE1F22DA}" destId="{3D46373C-906E-4921-8A16-004DF8D3923E}" srcOrd="0" destOrd="0" presId="urn:microsoft.com/office/officeart/2018/2/layout/IconLabelList"/>
    <dgm:cxn modelId="{571C7F0D-7057-45B6-BC25-5EE2DFADCF8B}" type="presParOf" srcId="{472CF1FB-140D-48BA-9C47-39B7DE1F22DA}" destId="{0F8BFB1D-BD04-45CB-81F4-CE14498FCE40}" srcOrd="1" destOrd="0" presId="urn:microsoft.com/office/officeart/2018/2/layout/IconLabelList"/>
    <dgm:cxn modelId="{073B070F-ED95-4DFA-BE6D-3D20397339DD}" type="presParOf" srcId="{472CF1FB-140D-48BA-9C47-39B7DE1F22DA}" destId="{23CCD1D1-1888-40F5-8CFD-1788ED00F8B5}" srcOrd="2" destOrd="0" presId="urn:microsoft.com/office/officeart/2018/2/layout/IconLabelList"/>
    <dgm:cxn modelId="{62D0E053-6E76-4636-A8C7-C11449A3A358}" type="presParOf" srcId="{8AFA45D3-3614-4B9C-BC60-96293C7C1988}" destId="{B3DFA6FA-C219-46C4-AB63-C5E14CA742ED}" srcOrd="3" destOrd="0" presId="urn:microsoft.com/office/officeart/2018/2/layout/IconLabelList"/>
    <dgm:cxn modelId="{F2F15ED5-CD0D-4C69-9CDD-7EAB5A0F6094}" type="presParOf" srcId="{8AFA45D3-3614-4B9C-BC60-96293C7C1988}" destId="{B8205B8D-09A0-43A7-83A4-9A266255A6CD}" srcOrd="4" destOrd="0" presId="urn:microsoft.com/office/officeart/2018/2/layout/IconLabelList"/>
    <dgm:cxn modelId="{28269093-291A-4CEC-BF90-2AEB8BF67577}" type="presParOf" srcId="{B8205B8D-09A0-43A7-83A4-9A266255A6CD}" destId="{93F41EE6-EF8F-4367-BA36-57BF0B7DEFEC}" srcOrd="0" destOrd="0" presId="urn:microsoft.com/office/officeart/2018/2/layout/IconLabelList"/>
    <dgm:cxn modelId="{6AD9C924-0B53-4613-9434-4557234342D4}" type="presParOf" srcId="{B8205B8D-09A0-43A7-83A4-9A266255A6CD}" destId="{D5DE19F0-E5DC-420D-8DD1-FA45567D98A1}" srcOrd="1" destOrd="0" presId="urn:microsoft.com/office/officeart/2018/2/layout/IconLabelList"/>
    <dgm:cxn modelId="{DE647C1E-ED43-4504-8EDA-D8F4AE76E338}" type="presParOf" srcId="{B8205B8D-09A0-43A7-83A4-9A266255A6CD}" destId="{3FA9328D-8C4F-4E24-AC06-18BA3AA47B74}" srcOrd="2" destOrd="0" presId="urn:microsoft.com/office/officeart/2018/2/layout/IconLabelList"/>
    <dgm:cxn modelId="{3C61309E-13CC-494B-B26B-DE285E9E6495}" type="presParOf" srcId="{8AFA45D3-3614-4B9C-BC60-96293C7C1988}" destId="{EBCDFC17-E09B-4C8F-BF8C-CC8743834B16}" srcOrd="5" destOrd="0" presId="urn:microsoft.com/office/officeart/2018/2/layout/IconLabelList"/>
    <dgm:cxn modelId="{1F2148D2-1696-42BE-97B8-62EF9F969EC6}" type="presParOf" srcId="{8AFA45D3-3614-4B9C-BC60-96293C7C1988}" destId="{F8366788-E80B-401A-9CC7-04BC00EC9EF7}" srcOrd="6" destOrd="0" presId="urn:microsoft.com/office/officeart/2018/2/layout/IconLabelList"/>
    <dgm:cxn modelId="{7E7008AD-0242-4760-8C8D-3A6B7E040AFD}" type="presParOf" srcId="{F8366788-E80B-401A-9CC7-04BC00EC9EF7}" destId="{70ED6EFC-4903-4115-AFB3-234FB1AD1E41}" srcOrd="0" destOrd="0" presId="urn:microsoft.com/office/officeart/2018/2/layout/IconLabelList"/>
    <dgm:cxn modelId="{DCAC1FC6-6EC4-4680-9218-6A0C3D903945}" type="presParOf" srcId="{F8366788-E80B-401A-9CC7-04BC00EC9EF7}" destId="{FEB6F5FC-35CC-4E1C-ACE5-D6946158A0B6}" srcOrd="1" destOrd="0" presId="urn:microsoft.com/office/officeart/2018/2/layout/IconLabelList"/>
    <dgm:cxn modelId="{4DB40E00-E996-48D4-9812-735661A1337F}" type="presParOf" srcId="{F8366788-E80B-401A-9CC7-04BC00EC9EF7}" destId="{6672612F-8481-4C07-BB76-8A4FF0D926BE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1.xml><?xml version="1.0" encoding="utf-8"?>
<dgm:dataModel xmlns:dgm="http://schemas.openxmlformats.org/drawingml/2006/diagram" xmlns:a="http://schemas.openxmlformats.org/drawingml/2006/main">
  <dgm:ptLst>
    <dgm:pt modelId="{86D7B3C8-50B7-4984-98E4-25BF664A80EA}" type="doc">
      <dgm:prSet loTypeId="urn:microsoft.com/office/officeart/2005/8/layout/vList2" loCatId="list" qsTypeId="urn:microsoft.com/office/officeart/2005/8/quickstyle/simple1" qsCatId="simple" csTypeId="urn:microsoft.com/office/officeart/2005/8/colors/colorful3" csCatId="colorful"/>
      <dgm:spPr/>
      <dgm:t>
        <a:bodyPr/>
        <a:lstStyle/>
        <a:p>
          <a:endParaRPr lang="en-US"/>
        </a:p>
      </dgm:t>
    </dgm:pt>
    <dgm:pt modelId="{DAB79D6F-E7DD-4F74-9341-3664452AC40A}">
      <dgm:prSet/>
      <dgm:spPr/>
      <dgm:t>
        <a:bodyPr/>
        <a:lstStyle/>
        <a:p>
          <a:r>
            <a:rPr lang="en-US"/>
            <a:t>Remove listener IP address — simplify configurations</a:t>
          </a:r>
        </a:p>
      </dgm:t>
    </dgm:pt>
    <dgm:pt modelId="{306F15A7-2C4B-45F5-AF6D-F0F1D32348D8}" type="parTrans" cxnId="{30A47BB6-836E-4A3D-BD4C-447BA0F7FCB2}">
      <dgm:prSet/>
      <dgm:spPr/>
      <dgm:t>
        <a:bodyPr/>
        <a:lstStyle/>
        <a:p>
          <a:endParaRPr lang="en-US"/>
        </a:p>
      </dgm:t>
    </dgm:pt>
    <dgm:pt modelId="{96715C83-4BA0-435D-B57C-BF47DC7D49DD}" type="sibTrans" cxnId="{30A47BB6-836E-4A3D-BD4C-447BA0F7FCB2}">
      <dgm:prSet/>
      <dgm:spPr/>
      <dgm:t>
        <a:bodyPr/>
        <a:lstStyle/>
        <a:p>
          <a:endParaRPr lang="en-US"/>
        </a:p>
      </dgm:t>
    </dgm:pt>
    <dgm:pt modelId="{DE5E2630-E717-492C-BBB2-90489CC8C248}">
      <dgm:prSet/>
      <dgm:spPr/>
      <dgm:t>
        <a:bodyPr/>
        <a:lstStyle/>
        <a:p>
          <a:r>
            <a:rPr lang="en-US"/>
            <a:t>NONE routing option for routing lists</a:t>
          </a:r>
        </a:p>
      </dgm:t>
    </dgm:pt>
    <dgm:pt modelId="{598E0D9F-CE10-41F9-AA42-EF39830986CD}" type="parTrans" cxnId="{34843208-DDCA-402A-8EE7-2800E2161CD2}">
      <dgm:prSet/>
      <dgm:spPr/>
      <dgm:t>
        <a:bodyPr/>
        <a:lstStyle/>
        <a:p>
          <a:endParaRPr lang="en-US"/>
        </a:p>
      </dgm:t>
    </dgm:pt>
    <dgm:pt modelId="{CC3EFFD5-5526-431C-9A76-80F851741A51}" type="sibTrans" cxnId="{34843208-DDCA-402A-8EE7-2800E2161CD2}">
      <dgm:prSet/>
      <dgm:spPr/>
      <dgm:t>
        <a:bodyPr/>
        <a:lstStyle/>
        <a:p>
          <a:endParaRPr lang="en-US"/>
        </a:p>
      </dgm:t>
    </dgm:pt>
    <dgm:pt modelId="{DA296CAD-40A5-4AB3-8C97-AF28801EEF89}">
      <dgm:prSet/>
      <dgm:spPr/>
      <dgm:t>
        <a:bodyPr/>
        <a:lstStyle/>
        <a:p>
          <a:r>
            <a:rPr lang="en-US"/>
            <a:t>Contained AG support for Distributed Availability Groups (DAG)</a:t>
          </a:r>
        </a:p>
      </dgm:t>
    </dgm:pt>
    <dgm:pt modelId="{277DA543-1303-45F0-8389-C4DF7CEDD026}" type="parTrans" cxnId="{BFBCB164-437F-44B7-9853-65CEDB47FF67}">
      <dgm:prSet/>
      <dgm:spPr/>
      <dgm:t>
        <a:bodyPr/>
        <a:lstStyle/>
        <a:p>
          <a:endParaRPr lang="en-US"/>
        </a:p>
      </dgm:t>
    </dgm:pt>
    <dgm:pt modelId="{4511EDCB-E898-49B4-B56A-AA341B24A114}" type="sibTrans" cxnId="{BFBCB164-437F-44B7-9853-65CEDB47FF67}">
      <dgm:prSet/>
      <dgm:spPr/>
      <dgm:t>
        <a:bodyPr/>
        <a:lstStyle/>
        <a:p>
          <a:endParaRPr lang="en-US"/>
        </a:p>
      </dgm:t>
    </dgm:pt>
    <dgm:pt modelId="{1C6587B8-610F-4033-A67C-8C9706FBF640}">
      <dgm:prSet/>
      <dgm:spPr/>
      <dgm:t>
        <a:bodyPr/>
        <a:lstStyle/>
        <a:p>
          <a:r>
            <a:rPr lang="en-US"/>
            <a:t>DAG sync improvements</a:t>
          </a:r>
        </a:p>
      </dgm:t>
    </dgm:pt>
    <dgm:pt modelId="{B1060738-EB70-42B1-A223-6557790F8AE2}" type="parTrans" cxnId="{8C4DA326-8180-45C9-81E0-277F5B0D95C5}">
      <dgm:prSet/>
      <dgm:spPr/>
      <dgm:t>
        <a:bodyPr/>
        <a:lstStyle/>
        <a:p>
          <a:endParaRPr lang="en-US"/>
        </a:p>
      </dgm:t>
    </dgm:pt>
    <dgm:pt modelId="{7F37DE5D-5389-4A6F-B57E-0A1FCC83DF5B}" type="sibTrans" cxnId="{8C4DA326-8180-45C9-81E0-277F5B0D95C5}">
      <dgm:prSet/>
      <dgm:spPr/>
      <dgm:t>
        <a:bodyPr/>
        <a:lstStyle/>
        <a:p>
          <a:endParaRPr lang="en-US"/>
        </a:p>
      </dgm:t>
    </dgm:pt>
    <dgm:pt modelId="{66E3D4CE-9F62-C741-8696-C430831A8EAC}" type="pres">
      <dgm:prSet presAssocID="{86D7B3C8-50B7-4984-98E4-25BF664A80EA}" presName="linear" presStyleCnt="0">
        <dgm:presLayoutVars>
          <dgm:animLvl val="lvl"/>
          <dgm:resizeHandles val="exact"/>
        </dgm:presLayoutVars>
      </dgm:prSet>
      <dgm:spPr/>
    </dgm:pt>
    <dgm:pt modelId="{7B2F145A-45EF-E94B-8380-A33BED5FEB74}" type="pres">
      <dgm:prSet presAssocID="{DAB79D6F-E7DD-4F74-9341-3664452AC40A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9CF0AB0-1B97-E54D-A38D-56DCD21FD49F}" type="pres">
      <dgm:prSet presAssocID="{96715C83-4BA0-435D-B57C-BF47DC7D49DD}" presName="spacer" presStyleCnt="0"/>
      <dgm:spPr/>
    </dgm:pt>
    <dgm:pt modelId="{E2A6E295-8AAD-D349-9B7A-04722FC5DDB9}" type="pres">
      <dgm:prSet presAssocID="{DE5E2630-E717-492C-BBB2-90489CC8C248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9CFB4CD0-F50C-B24A-9787-1A0F48548091}" type="pres">
      <dgm:prSet presAssocID="{CC3EFFD5-5526-431C-9A76-80F851741A51}" presName="spacer" presStyleCnt="0"/>
      <dgm:spPr/>
    </dgm:pt>
    <dgm:pt modelId="{3654022B-9F26-8045-B651-B1ECF9FAB6B9}" type="pres">
      <dgm:prSet presAssocID="{DA296CAD-40A5-4AB3-8C97-AF28801EEF89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78BCB8EA-EBD7-B342-80C7-6A0D8EAD3247}" type="pres">
      <dgm:prSet presAssocID="{4511EDCB-E898-49B4-B56A-AA341B24A114}" presName="spacer" presStyleCnt="0"/>
      <dgm:spPr/>
    </dgm:pt>
    <dgm:pt modelId="{7F51A401-7112-6541-8911-054125748FEE}" type="pres">
      <dgm:prSet presAssocID="{1C6587B8-610F-4033-A67C-8C9706FBF640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34843208-DDCA-402A-8EE7-2800E2161CD2}" srcId="{86D7B3C8-50B7-4984-98E4-25BF664A80EA}" destId="{DE5E2630-E717-492C-BBB2-90489CC8C248}" srcOrd="1" destOrd="0" parTransId="{598E0D9F-CE10-41F9-AA42-EF39830986CD}" sibTransId="{CC3EFFD5-5526-431C-9A76-80F851741A51}"/>
    <dgm:cxn modelId="{8C4DA326-8180-45C9-81E0-277F5B0D95C5}" srcId="{86D7B3C8-50B7-4984-98E4-25BF664A80EA}" destId="{1C6587B8-610F-4033-A67C-8C9706FBF640}" srcOrd="3" destOrd="0" parTransId="{B1060738-EB70-42B1-A223-6557790F8AE2}" sibTransId="{7F37DE5D-5389-4A6F-B57E-0A1FCC83DF5B}"/>
    <dgm:cxn modelId="{FED5B437-5B87-DF46-B801-AE38ADD430A0}" type="presOf" srcId="{86D7B3C8-50B7-4984-98E4-25BF664A80EA}" destId="{66E3D4CE-9F62-C741-8696-C430831A8EAC}" srcOrd="0" destOrd="0" presId="urn:microsoft.com/office/officeart/2005/8/layout/vList2"/>
    <dgm:cxn modelId="{BFBCB164-437F-44B7-9853-65CEDB47FF67}" srcId="{86D7B3C8-50B7-4984-98E4-25BF664A80EA}" destId="{DA296CAD-40A5-4AB3-8C97-AF28801EEF89}" srcOrd="2" destOrd="0" parTransId="{277DA543-1303-45F0-8389-C4DF7CEDD026}" sibTransId="{4511EDCB-E898-49B4-B56A-AA341B24A114}"/>
    <dgm:cxn modelId="{7543975A-E857-0147-B5E9-5BF099F9E3D4}" type="presOf" srcId="{DE5E2630-E717-492C-BBB2-90489CC8C248}" destId="{E2A6E295-8AAD-D349-9B7A-04722FC5DDB9}" srcOrd="0" destOrd="0" presId="urn:microsoft.com/office/officeart/2005/8/layout/vList2"/>
    <dgm:cxn modelId="{30A47BB6-836E-4A3D-BD4C-447BA0F7FCB2}" srcId="{86D7B3C8-50B7-4984-98E4-25BF664A80EA}" destId="{DAB79D6F-E7DD-4F74-9341-3664452AC40A}" srcOrd="0" destOrd="0" parTransId="{306F15A7-2C4B-45F5-AF6D-F0F1D32348D8}" sibTransId="{96715C83-4BA0-435D-B57C-BF47DC7D49DD}"/>
    <dgm:cxn modelId="{809A78C4-1DF6-5B4B-A926-03B27167A696}" type="presOf" srcId="{1C6587B8-610F-4033-A67C-8C9706FBF640}" destId="{7F51A401-7112-6541-8911-054125748FEE}" srcOrd="0" destOrd="0" presId="urn:microsoft.com/office/officeart/2005/8/layout/vList2"/>
    <dgm:cxn modelId="{079C63CC-C753-F743-87EB-568EA6037100}" type="presOf" srcId="{DAB79D6F-E7DD-4F74-9341-3664452AC40A}" destId="{7B2F145A-45EF-E94B-8380-A33BED5FEB74}" srcOrd="0" destOrd="0" presId="urn:microsoft.com/office/officeart/2005/8/layout/vList2"/>
    <dgm:cxn modelId="{B2C809F1-C1B3-5D4A-8335-9903F3E28BDC}" type="presOf" srcId="{DA296CAD-40A5-4AB3-8C97-AF28801EEF89}" destId="{3654022B-9F26-8045-B651-B1ECF9FAB6B9}" srcOrd="0" destOrd="0" presId="urn:microsoft.com/office/officeart/2005/8/layout/vList2"/>
    <dgm:cxn modelId="{B76B4717-B0A8-D947-BC32-1A47EA009351}" type="presParOf" srcId="{66E3D4CE-9F62-C741-8696-C430831A8EAC}" destId="{7B2F145A-45EF-E94B-8380-A33BED5FEB74}" srcOrd="0" destOrd="0" presId="urn:microsoft.com/office/officeart/2005/8/layout/vList2"/>
    <dgm:cxn modelId="{17B0914C-FD10-9C43-98E5-FD595FA5450F}" type="presParOf" srcId="{66E3D4CE-9F62-C741-8696-C430831A8EAC}" destId="{D9CF0AB0-1B97-E54D-A38D-56DCD21FD49F}" srcOrd="1" destOrd="0" presId="urn:microsoft.com/office/officeart/2005/8/layout/vList2"/>
    <dgm:cxn modelId="{C1724315-54BC-B040-9E0F-854DC4253FB2}" type="presParOf" srcId="{66E3D4CE-9F62-C741-8696-C430831A8EAC}" destId="{E2A6E295-8AAD-D349-9B7A-04722FC5DDB9}" srcOrd="2" destOrd="0" presId="urn:microsoft.com/office/officeart/2005/8/layout/vList2"/>
    <dgm:cxn modelId="{07D2218A-54DB-534D-9DE6-AC9390CDE883}" type="presParOf" srcId="{66E3D4CE-9F62-C741-8696-C430831A8EAC}" destId="{9CFB4CD0-F50C-B24A-9787-1A0F48548091}" srcOrd="3" destOrd="0" presId="urn:microsoft.com/office/officeart/2005/8/layout/vList2"/>
    <dgm:cxn modelId="{C3EF181E-8B8E-7E41-8EF2-AD57104597BB}" type="presParOf" srcId="{66E3D4CE-9F62-C741-8696-C430831A8EAC}" destId="{3654022B-9F26-8045-B651-B1ECF9FAB6B9}" srcOrd="4" destOrd="0" presId="urn:microsoft.com/office/officeart/2005/8/layout/vList2"/>
    <dgm:cxn modelId="{1E5AFE15-544D-6446-87CE-A69170184B45}" type="presParOf" srcId="{66E3D4CE-9F62-C741-8696-C430831A8EAC}" destId="{78BCB8EA-EBD7-B342-80C7-6A0D8EAD3247}" srcOrd="5" destOrd="0" presId="urn:microsoft.com/office/officeart/2005/8/layout/vList2"/>
    <dgm:cxn modelId="{0B75F571-80CD-644E-98E6-BA6CDDDC1C21}" type="presParOf" srcId="{66E3D4CE-9F62-C741-8696-C430831A8EAC}" destId="{7F51A401-7112-6541-8911-054125748FEE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2.xml><?xml version="1.0" encoding="utf-8"?>
<dgm:dataModel xmlns:dgm="http://schemas.openxmlformats.org/drawingml/2006/diagram" xmlns:a="http://schemas.openxmlformats.org/drawingml/2006/main">
  <dgm:ptLst>
    <dgm:pt modelId="{EF668E6B-3C27-429D-ABA5-F1A265D48144}" type="doc">
      <dgm:prSet loTypeId="urn:microsoft.com/office/officeart/2005/8/layout/vList2" loCatId="list" qsTypeId="urn:microsoft.com/office/officeart/2005/8/quickstyle/simple4" qsCatId="simple" csTypeId="urn:microsoft.com/office/officeart/2005/8/colors/colorful3" csCatId="colorful"/>
      <dgm:spPr/>
      <dgm:t>
        <a:bodyPr/>
        <a:lstStyle/>
        <a:p>
          <a:endParaRPr lang="en-US"/>
        </a:p>
      </dgm:t>
    </dgm:pt>
    <dgm:pt modelId="{5B0495C2-30F9-4A3A-841B-2D1A032D28A3}">
      <dgm:prSet/>
      <dgm:spPr/>
      <dgm:t>
        <a:bodyPr/>
        <a:lstStyle/>
        <a:p>
          <a:r>
            <a:rPr lang="en-US"/>
            <a:t>ZSTD backup compression algorithm</a:t>
          </a:r>
        </a:p>
      </dgm:t>
    </dgm:pt>
    <dgm:pt modelId="{9238952B-A29C-43C5-A34E-40A762C10FB2}" type="parTrans" cxnId="{B1D01E72-8B1F-40FE-91B2-331E2E197B1D}">
      <dgm:prSet/>
      <dgm:spPr/>
      <dgm:t>
        <a:bodyPr/>
        <a:lstStyle/>
        <a:p>
          <a:endParaRPr lang="en-US"/>
        </a:p>
      </dgm:t>
    </dgm:pt>
    <dgm:pt modelId="{57F84578-5420-4105-9755-3A6DD0E9FEB1}" type="sibTrans" cxnId="{B1D01E72-8B1F-40FE-91B2-331E2E197B1D}">
      <dgm:prSet/>
      <dgm:spPr/>
      <dgm:t>
        <a:bodyPr/>
        <a:lstStyle/>
        <a:p>
          <a:endParaRPr lang="en-US"/>
        </a:p>
      </dgm:t>
    </dgm:pt>
    <dgm:pt modelId="{3DE8E568-3B16-458E-A0F7-9D36DF137015}">
      <dgm:prSet/>
      <dgm:spPr/>
      <dgm:t>
        <a:bodyPr/>
        <a:lstStyle/>
        <a:p>
          <a:r>
            <a:rPr lang="en-US"/>
            <a:t>Significantly faster and better compression ratios than legacy algorithm</a:t>
          </a:r>
        </a:p>
      </dgm:t>
    </dgm:pt>
    <dgm:pt modelId="{9FA94EFE-C15C-4767-9A9A-2C754FFA148F}" type="parTrans" cxnId="{2C8BB236-C2EB-4417-A0B1-D7E6332681A8}">
      <dgm:prSet/>
      <dgm:spPr/>
      <dgm:t>
        <a:bodyPr/>
        <a:lstStyle/>
        <a:p>
          <a:endParaRPr lang="en-US"/>
        </a:p>
      </dgm:t>
    </dgm:pt>
    <dgm:pt modelId="{002FB7C3-E525-4A7E-A42D-D6BF4E47CFD9}" type="sibTrans" cxnId="{2C8BB236-C2EB-4417-A0B1-D7E6332681A8}">
      <dgm:prSet/>
      <dgm:spPr/>
      <dgm:t>
        <a:bodyPr/>
        <a:lstStyle/>
        <a:p>
          <a:endParaRPr lang="en-US"/>
        </a:p>
      </dgm:t>
    </dgm:pt>
    <dgm:pt modelId="{231A050F-1ECF-4DDA-BE2B-7E5E99668B12}">
      <dgm:prSet/>
      <dgm:spPr/>
      <dgm:t>
        <a:bodyPr/>
        <a:lstStyle/>
        <a:p>
          <a:r>
            <a:rPr lang="en-US"/>
            <a:t>Reduced backup windows and storage costs</a:t>
          </a:r>
        </a:p>
      </dgm:t>
    </dgm:pt>
    <dgm:pt modelId="{DD009761-95D4-422F-9AF1-7BBD59A8E463}" type="parTrans" cxnId="{CB70FDD3-D734-40A7-A87F-F10F368B524A}">
      <dgm:prSet/>
      <dgm:spPr/>
      <dgm:t>
        <a:bodyPr/>
        <a:lstStyle/>
        <a:p>
          <a:endParaRPr lang="en-US"/>
        </a:p>
      </dgm:t>
    </dgm:pt>
    <dgm:pt modelId="{6609E007-D286-44E4-A7D7-00B0F4F499B4}" type="sibTrans" cxnId="{CB70FDD3-D734-40A7-A87F-F10F368B524A}">
      <dgm:prSet/>
      <dgm:spPr/>
      <dgm:t>
        <a:bodyPr/>
        <a:lstStyle/>
        <a:p>
          <a:endParaRPr lang="en-US"/>
        </a:p>
      </dgm:t>
    </dgm:pt>
    <dgm:pt modelId="{0F3D8A49-6F78-4C35-BCED-7A0365EA4B03}">
      <dgm:prSet/>
      <dgm:spPr/>
      <dgm:t>
        <a:bodyPr/>
        <a:lstStyle/>
        <a:p>
          <a:r>
            <a:rPr lang="en-US"/>
            <a:t>Easy to enable — just specify the new compression option</a:t>
          </a:r>
        </a:p>
      </dgm:t>
    </dgm:pt>
    <dgm:pt modelId="{053B7A96-17F9-472C-B1CD-EABBE8E46340}" type="parTrans" cxnId="{AA9B9468-B663-45D4-8E38-3BBFC2DF8A24}">
      <dgm:prSet/>
      <dgm:spPr/>
      <dgm:t>
        <a:bodyPr/>
        <a:lstStyle/>
        <a:p>
          <a:endParaRPr lang="en-US"/>
        </a:p>
      </dgm:t>
    </dgm:pt>
    <dgm:pt modelId="{47A97D63-938A-40FB-9882-ABFBC0DB22D2}" type="sibTrans" cxnId="{AA9B9468-B663-45D4-8E38-3BBFC2DF8A24}">
      <dgm:prSet/>
      <dgm:spPr/>
      <dgm:t>
        <a:bodyPr/>
        <a:lstStyle/>
        <a:p>
          <a:endParaRPr lang="en-US"/>
        </a:p>
      </dgm:t>
    </dgm:pt>
    <dgm:pt modelId="{7060551D-B80B-D34E-9BA5-1AB85A914103}" type="pres">
      <dgm:prSet presAssocID="{EF668E6B-3C27-429D-ABA5-F1A265D48144}" presName="linear" presStyleCnt="0">
        <dgm:presLayoutVars>
          <dgm:animLvl val="lvl"/>
          <dgm:resizeHandles val="exact"/>
        </dgm:presLayoutVars>
      </dgm:prSet>
      <dgm:spPr/>
    </dgm:pt>
    <dgm:pt modelId="{958D0CF3-60F4-D248-96C3-054D464D9B36}" type="pres">
      <dgm:prSet presAssocID="{5B0495C2-30F9-4A3A-841B-2D1A032D28A3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32FE111-012F-024D-924D-C87F8921F3CE}" type="pres">
      <dgm:prSet presAssocID="{57F84578-5420-4105-9755-3A6DD0E9FEB1}" presName="spacer" presStyleCnt="0"/>
      <dgm:spPr/>
    </dgm:pt>
    <dgm:pt modelId="{98125AD4-9887-6F43-91D2-D4D2B18B65ED}" type="pres">
      <dgm:prSet presAssocID="{3DE8E568-3B16-458E-A0F7-9D36DF13701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84BA60FE-0641-1E4F-A4F4-74E460738FCA}" type="pres">
      <dgm:prSet presAssocID="{002FB7C3-E525-4A7E-A42D-D6BF4E47CFD9}" presName="spacer" presStyleCnt="0"/>
      <dgm:spPr/>
    </dgm:pt>
    <dgm:pt modelId="{607AC639-2CAF-A440-9D5B-5C874B36EBBD}" type="pres">
      <dgm:prSet presAssocID="{231A050F-1ECF-4DDA-BE2B-7E5E99668B12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D1A57329-3C71-2A4A-8DB3-03D0F5F50CB4}" type="pres">
      <dgm:prSet presAssocID="{6609E007-D286-44E4-A7D7-00B0F4F499B4}" presName="spacer" presStyleCnt="0"/>
      <dgm:spPr/>
    </dgm:pt>
    <dgm:pt modelId="{F5653D7B-C716-9F40-BC0F-7104D42FE666}" type="pres">
      <dgm:prSet presAssocID="{0F3D8A49-6F78-4C35-BCED-7A0365EA4B03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FF02AB15-6FEA-B043-8830-305CB9F1AFE2}" type="presOf" srcId="{231A050F-1ECF-4DDA-BE2B-7E5E99668B12}" destId="{607AC639-2CAF-A440-9D5B-5C874B36EBBD}" srcOrd="0" destOrd="0" presId="urn:microsoft.com/office/officeart/2005/8/layout/vList2"/>
    <dgm:cxn modelId="{95E25A2B-9A8A-2A49-BC1D-4394FD77634A}" type="presOf" srcId="{EF668E6B-3C27-429D-ABA5-F1A265D48144}" destId="{7060551D-B80B-D34E-9BA5-1AB85A914103}" srcOrd="0" destOrd="0" presId="urn:microsoft.com/office/officeart/2005/8/layout/vList2"/>
    <dgm:cxn modelId="{2C8BB236-C2EB-4417-A0B1-D7E6332681A8}" srcId="{EF668E6B-3C27-429D-ABA5-F1A265D48144}" destId="{3DE8E568-3B16-458E-A0F7-9D36DF137015}" srcOrd="1" destOrd="0" parTransId="{9FA94EFE-C15C-4767-9A9A-2C754FFA148F}" sibTransId="{002FB7C3-E525-4A7E-A42D-D6BF4E47CFD9}"/>
    <dgm:cxn modelId="{7B6B9C41-D3C4-254B-AB94-52C05F090E1B}" type="presOf" srcId="{0F3D8A49-6F78-4C35-BCED-7A0365EA4B03}" destId="{F5653D7B-C716-9F40-BC0F-7104D42FE666}" srcOrd="0" destOrd="0" presId="urn:microsoft.com/office/officeart/2005/8/layout/vList2"/>
    <dgm:cxn modelId="{AA9B9468-B663-45D4-8E38-3BBFC2DF8A24}" srcId="{EF668E6B-3C27-429D-ABA5-F1A265D48144}" destId="{0F3D8A49-6F78-4C35-BCED-7A0365EA4B03}" srcOrd="3" destOrd="0" parTransId="{053B7A96-17F9-472C-B1CD-EABBE8E46340}" sibTransId="{47A97D63-938A-40FB-9882-ABFBC0DB22D2}"/>
    <dgm:cxn modelId="{B1D01E72-8B1F-40FE-91B2-331E2E197B1D}" srcId="{EF668E6B-3C27-429D-ABA5-F1A265D48144}" destId="{5B0495C2-30F9-4A3A-841B-2D1A032D28A3}" srcOrd="0" destOrd="0" parTransId="{9238952B-A29C-43C5-A34E-40A762C10FB2}" sibTransId="{57F84578-5420-4105-9755-3A6DD0E9FEB1}"/>
    <dgm:cxn modelId="{C3C7E572-257B-5B40-B6CD-048CAC739902}" type="presOf" srcId="{5B0495C2-30F9-4A3A-841B-2D1A032D28A3}" destId="{958D0CF3-60F4-D248-96C3-054D464D9B36}" srcOrd="0" destOrd="0" presId="urn:microsoft.com/office/officeart/2005/8/layout/vList2"/>
    <dgm:cxn modelId="{1ADB34C8-7409-2C46-9BCF-F0585FE91BC9}" type="presOf" srcId="{3DE8E568-3B16-458E-A0F7-9D36DF137015}" destId="{98125AD4-9887-6F43-91D2-D4D2B18B65ED}" srcOrd="0" destOrd="0" presId="urn:microsoft.com/office/officeart/2005/8/layout/vList2"/>
    <dgm:cxn modelId="{CB70FDD3-D734-40A7-A87F-F10F368B524A}" srcId="{EF668E6B-3C27-429D-ABA5-F1A265D48144}" destId="{231A050F-1ECF-4DDA-BE2B-7E5E99668B12}" srcOrd="2" destOrd="0" parTransId="{DD009761-95D4-422F-9AF1-7BBD59A8E463}" sibTransId="{6609E007-D286-44E4-A7D7-00B0F4F499B4}"/>
    <dgm:cxn modelId="{7318CFDC-F209-614A-BE24-5B607AD8FADB}" type="presParOf" srcId="{7060551D-B80B-D34E-9BA5-1AB85A914103}" destId="{958D0CF3-60F4-D248-96C3-054D464D9B36}" srcOrd="0" destOrd="0" presId="urn:microsoft.com/office/officeart/2005/8/layout/vList2"/>
    <dgm:cxn modelId="{A9EEC0E8-CB7C-B841-B44B-17CBA04DEEEE}" type="presParOf" srcId="{7060551D-B80B-D34E-9BA5-1AB85A914103}" destId="{A32FE111-012F-024D-924D-C87F8921F3CE}" srcOrd="1" destOrd="0" presId="urn:microsoft.com/office/officeart/2005/8/layout/vList2"/>
    <dgm:cxn modelId="{166B7E09-3F0D-9643-8129-964262FCA473}" type="presParOf" srcId="{7060551D-B80B-D34E-9BA5-1AB85A914103}" destId="{98125AD4-9887-6F43-91D2-D4D2B18B65ED}" srcOrd="2" destOrd="0" presId="urn:microsoft.com/office/officeart/2005/8/layout/vList2"/>
    <dgm:cxn modelId="{2A7CE649-9E5B-844D-8803-E11B1FE71C1D}" type="presParOf" srcId="{7060551D-B80B-D34E-9BA5-1AB85A914103}" destId="{84BA60FE-0641-1E4F-A4F4-74E460738FCA}" srcOrd="3" destOrd="0" presId="urn:microsoft.com/office/officeart/2005/8/layout/vList2"/>
    <dgm:cxn modelId="{BF89D5E0-EB62-1141-9382-EE8CA01E7714}" type="presParOf" srcId="{7060551D-B80B-D34E-9BA5-1AB85A914103}" destId="{607AC639-2CAF-A440-9D5B-5C874B36EBBD}" srcOrd="4" destOrd="0" presId="urn:microsoft.com/office/officeart/2005/8/layout/vList2"/>
    <dgm:cxn modelId="{EDA0DB86-F6D1-0343-8EED-2CC6DDF8F052}" type="presParOf" srcId="{7060551D-B80B-D34E-9BA5-1AB85A914103}" destId="{D1A57329-3C71-2A4A-8DB3-03D0F5F50CB4}" srcOrd="5" destOrd="0" presId="urn:microsoft.com/office/officeart/2005/8/layout/vList2"/>
    <dgm:cxn modelId="{E67A9691-83BA-3C4E-9353-BADD875BCB3D}" type="presParOf" srcId="{7060551D-B80B-D34E-9BA5-1AB85A914103}" destId="{F5653D7B-C716-9F40-BC0F-7104D42FE666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3.xml><?xml version="1.0" encoding="utf-8"?>
<dgm:dataModel xmlns:dgm="http://schemas.openxmlformats.org/drawingml/2006/diagram" xmlns:a="http://schemas.openxmlformats.org/drawingml/2006/main">
  <dgm:ptLst>
    <dgm:pt modelId="{B30B39BE-12FD-4610-B061-9C2672C62697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BAF22491-A672-4807-BA3E-9AC2851DD6B3}">
      <dgm:prSet/>
      <dgm:spPr/>
      <dgm:t>
        <a:bodyPr/>
        <a:lstStyle/>
        <a:p>
          <a:r>
            <a:rPr lang="en-US"/>
            <a:t>Backups on secondary replicas — offload backup workload from primary</a:t>
          </a:r>
        </a:p>
      </dgm:t>
    </dgm:pt>
    <dgm:pt modelId="{B3FC81D0-F2EE-46E6-980A-823B09D2984E}" type="parTrans" cxnId="{CCB7F570-0B63-4AB4-9939-7712242782A2}">
      <dgm:prSet/>
      <dgm:spPr/>
      <dgm:t>
        <a:bodyPr/>
        <a:lstStyle/>
        <a:p>
          <a:endParaRPr lang="en-US"/>
        </a:p>
      </dgm:t>
    </dgm:pt>
    <dgm:pt modelId="{11B095CF-779B-4E05-BEA2-CCAC05240F2D}" type="sibTrans" cxnId="{CCB7F570-0B63-4AB4-9939-7712242782A2}">
      <dgm:prSet/>
      <dgm:spPr/>
      <dgm:t>
        <a:bodyPr/>
        <a:lstStyle/>
        <a:p>
          <a:endParaRPr lang="en-US"/>
        </a:p>
      </dgm:t>
    </dgm:pt>
    <dgm:pt modelId="{D2F33DEC-290D-4E0E-9ED7-C74C9B04891A}">
      <dgm:prSet/>
      <dgm:spPr/>
      <dgm:t>
        <a:bodyPr/>
        <a:lstStyle/>
        <a:p>
          <a:r>
            <a:rPr lang="en-US"/>
            <a:t>Backup to Azure immutable storage — compliance and ransomware protection</a:t>
          </a:r>
        </a:p>
      </dgm:t>
    </dgm:pt>
    <dgm:pt modelId="{606BF62D-014E-4C2C-B0BC-FBA105F4583D}" type="parTrans" cxnId="{04BC2AFB-7990-4444-A69A-FBC31A12D6B8}">
      <dgm:prSet/>
      <dgm:spPr/>
      <dgm:t>
        <a:bodyPr/>
        <a:lstStyle/>
        <a:p>
          <a:endParaRPr lang="en-US"/>
        </a:p>
      </dgm:t>
    </dgm:pt>
    <dgm:pt modelId="{4F39B53D-6362-4171-A8AD-29026D733AEE}" type="sibTrans" cxnId="{04BC2AFB-7990-4444-A69A-FBC31A12D6B8}">
      <dgm:prSet/>
      <dgm:spPr/>
      <dgm:t>
        <a:bodyPr/>
        <a:lstStyle/>
        <a:p>
          <a:endParaRPr lang="en-US"/>
        </a:p>
      </dgm:t>
    </dgm:pt>
    <dgm:pt modelId="{1946C230-C4D8-463B-B291-82E0F8D95AE7}">
      <dgm:prSet/>
      <dgm:spPr/>
      <dgm:t>
        <a:bodyPr/>
        <a:lstStyle/>
        <a:p>
          <a:r>
            <a:rPr lang="en-US"/>
            <a:t>Backup to URL with Managed Identity — passwordless backup to Azure</a:t>
          </a:r>
        </a:p>
      </dgm:t>
    </dgm:pt>
    <dgm:pt modelId="{334114A1-999D-46A6-AA50-211F83F1AB7B}" type="parTrans" cxnId="{8D4A532C-38FB-4202-A60A-7A1449A44AD8}">
      <dgm:prSet/>
      <dgm:spPr/>
      <dgm:t>
        <a:bodyPr/>
        <a:lstStyle/>
        <a:p>
          <a:endParaRPr lang="en-US"/>
        </a:p>
      </dgm:t>
    </dgm:pt>
    <dgm:pt modelId="{68348F94-C743-40AE-AD41-D25DCEEFCDE6}" type="sibTrans" cxnId="{8D4A532C-38FB-4202-A60A-7A1449A44AD8}">
      <dgm:prSet/>
      <dgm:spPr/>
      <dgm:t>
        <a:bodyPr/>
        <a:lstStyle/>
        <a:p>
          <a:endParaRPr lang="en-US"/>
        </a:p>
      </dgm:t>
    </dgm:pt>
    <dgm:pt modelId="{398A5251-725F-4EAC-86C4-C22E73FEF50D}">
      <dgm:prSet/>
      <dgm:spPr/>
      <dgm:t>
        <a:bodyPr/>
        <a:lstStyle/>
        <a:p>
          <a:r>
            <a:rPr lang="en-US"/>
            <a:t>Combines with Arc for seamless configuration with Azure Backup</a:t>
          </a:r>
        </a:p>
      </dgm:t>
    </dgm:pt>
    <dgm:pt modelId="{447611CF-6BB6-480B-BB19-85ED52713E49}" type="parTrans" cxnId="{533B507E-D769-4DED-9E1A-6FE9F3E801EF}">
      <dgm:prSet/>
      <dgm:spPr/>
      <dgm:t>
        <a:bodyPr/>
        <a:lstStyle/>
        <a:p>
          <a:endParaRPr lang="en-US"/>
        </a:p>
      </dgm:t>
    </dgm:pt>
    <dgm:pt modelId="{8C77E3A0-7839-42E6-9310-22CF47CE7518}" type="sibTrans" cxnId="{533B507E-D769-4DED-9E1A-6FE9F3E801EF}">
      <dgm:prSet/>
      <dgm:spPr/>
      <dgm:t>
        <a:bodyPr/>
        <a:lstStyle/>
        <a:p>
          <a:endParaRPr lang="en-US"/>
        </a:p>
      </dgm:t>
    </dgm:pt>
    <dgm:pt modelId="{DC77B7E9-F5CD-4046-9E49-3928FB105488}" type="pres">
      <dgm:prSet presAssocID="{B30B39BE-12FD-4610-B061-9C2672C62697}" presName="root" presStyleCnt="0">
        <dgm:presLayoutVars>
          <dgm:dir/>
          <dgm:resizeHandles val="exact"/>
        </dgm:presLayoutVars>
      </dgm:prSet>
      <dgm:spPr/>
    </dgm:pt>
    <dgm:pt modelId="{C2AB5B9C-6A47-4B08-8B73-DDEC88B184B1}" type="pres">
      <dgm:prSet presAssocID="{BAF22491-A672-4807-BA3E-9AC2851DD6B3}" presName="compNode" presStyleCnt="0"/>
      <dgm:spPr/>
    </dgm:pt>
    <dgm:pt modelId="{3B98431A-3A5A-4675-9DA4-4F58BD4F79AA}" type="pres">
      <dgm:prSet presAssocID="{BAF22491-A672-4807-BA3E-9AC2851DD6B3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k"/>
        </a:ext>
      </dgm:extLst>
    </dgm:pt>
    <dgm:pt modelId="{0C06395A-653C-43E6-B60C-5CD8E2B36BF8}" type="pres">
      <dgm:prSet presAssocID="{BAF22491-A672-4807-BA3E-9AC2851DD6B3}" presName="spaceRect" presStyleCnt="0"/>
      <dgm:spPr/>
    </dgm:pt>
    <dgm:pt modelId="{67ED093D-DD7F-4AB1-8B4F-928A7FAE329A}" type="pres">
      <dgm:prSet presAssocID="{BAF22491-A672-4807-BA3E-9AC2851DD6B3}" presName="textRect" presStyleLbl="revTx" presStyleIdx="0" presStyleCnt="4">
        <dgm:presLayoutVars>
          <dgm:chMax val="1"/>
          <dgm:chPref val="1"/>
        </dgm:presLayoutVars>
      </dgm:prSet>
      <dgm:spPr/>
    </dgm:pt>
    <dgm:pt modelId="{1D800362-E960-4BFE-97F8-77E5FECCDB5B}" type="pres">
      <dgm:prSet presAssocID="{11B095CF-779B-4E05-BEA2-CCAC05240F2D}" presName="sibTrans" presStyleCnt="0"/>
      <dgm:spPr/>
    </dgm:pt>
    <dgm:pt modelId="{BAFCA3C3-F5BD-4B8B-B243-BFFF6259606B}" type="pres">
      <dgm:prSet presAssocID="{D2F33DEC-290D-4E0E-9ED7-C74C9B04891A}" presName="compNode" presStyleCnt="0"/>
      <dgm:spPr/>
    </dgm:pt>
    <dgm:pt modelId="{84084D96-49E1-4425-868E-CF87504B5E7A}" type="pres">
      <dgm:prSet presAssocID="{D2F33DEC-290D-4E0E-9ED7-C74C9B04891A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9E5EE8B6-E29A-465E-BFEA-1ABD7D4F3185}" type="pres">
      <dgm:prSet presAssocID="{D2F33DEC-290D-4E0E-9ED7-C74C9B04891A}" presName="spaceRect" presStyleCnt="0"/>
      <dgm:spPr/>
    </dgm:pt>
    <dgm:pt modelId="{A21D29A6-4E2D-4E7F-925D-64F7DB09A5CF}" type="pres">
      <dgm:prSet presAssocID="{D2F33DEC-290D-4E0E-9ED7-C74C9B04891A}" presName="textRect" presStyleLbl="revTx" presStyleIdx="1" presStyleCnt="4">
        <dgm:presLayoutVars>
          <dgm:chMax val="1"/>
          <dgm:chPref val="1"/>
        </dgm:presLayoutVars>
      </dgm:prSet>
      <dgm:spPr/>
    </dgm:pt>
    <dgm:pt modelId="{AE4EA874-0131-400B-87EB-99DB7D7CEAA9}" type="pres">
      <dgm:prSet presAssocID="{4F39B53D-6362-4171-A8AD-29026D733AEE}" presName="sibTrans" presStyleCnt="0"/>
      <dgm:spPr/>
    </dgm:pt>
    <dgm:pt modelId="{774734B2-254B-48A9-BF7B-27298FA45A16}" type="pres">
      <dgm:prSet presAssocID="{1946C230-C4D8-463B-B291-82E0F8D95AE7}" presName="compNode" presStyleCnt="0"/>
      <dgm:spPr/>
    </dgm:pt>
    <dgm:pt modelId="{0E942573-9496-4B23-A310-C52FEDFDEB3B}" type="pres">
      <dgm:prSet presAssocID="{1946C230-C4D8-463B-B291-82E0F8D95AE7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EA3754AD-3BCE-4B70-8F82-3FFAAA0FE11B}" type="pres">
      <dgm:prSet presAssocID="{1946C230-C4D8-463B-B291-82E0F8D95AE7}" presName="spaceRect" presStyleCnt="0"/>
      <dgm:spPr/>
    </dgm:pt>
    <dgm:pt modelId="{CE3CCC43-644E-4828-A84C-EABBB0BFC843}" type="pres">
      <dgm:prSet presAssocID="{1946C230-C4D8-463B-B291-82E0F8D95AE7}" presName="textRect" presStyleLbl="revTx" presStyleIdx="2" presStyleCnt="4">
        <dgm:presLayoutVars>
          <dgm:chMax val="1"/>
          <dgm:chPref val="1"/>
        </dgm:presLayoutVars>
      </dgm:prSet>
      <dgm:spPr/>
    </dgm:pt>
    <dgm:pt modelId="{693E658D-30FC-4703-8657-013518ECB9D0}" type="pres">
      <dgm:prSet presAssocID="{68348F94-C743-40AE-AD41-D25DCEEFCDE6}" presName="sibTrans" presStyleCnt="0"/>
      <dgm:spPr/>
    </dgm:pt>
    <dgm:pt modelId="{F96FD3A8-1699-40CB-8CD5-E276667B0B38}" type="pres">
      <dgm:prSet presAssocID="{398A5251-725F-4EAC-86C4-C22E73FEF50D}" presName="compNode" presStyleCnt="0"/>
      <dgm:spPr/>
    </dgm:pt>
    <dgm:pt modelId="{E5E8DB30-8DD1-4E69-8FD1-7C7DECB48F8C}" type="pres">
      <dgm:prSet presAssocID="{398A5251-725F-4EAC-86C4-C22E73FEF50D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"/>
        </a:ext>
      </dgm:extLst>
    </dgm:pt>
    <dgm:pt modelId="{5DEEA72E-5469-43EE-ABDB-E85408E7F583}" type="pres">
      <dgm:prSet presAssocID="{398A5251-725F-4EAC-86C4-C22E73FEF50D}" presName="spaceRect" presStyleCnt="0"/>
      <dgm:spPr/>
    </dgm:pt>
    <dgm:pt modelId="{5DB3B721-D714-45EA-AC93-481B6E3AC232}" type="pres">
      <dgm:prSet presAssocID="{398A5251-725F-4EAC-86C4-C22E73FEF50D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8D4A532C-38FB-4202-A60A-7A1449A44AD8}" srcId="{B30B39BE-12FD-4610-B061-9C2672C62697}" destId="{1946C230-C4D8-463B-B291-82E0F8D95AE7}" srcOrd="2" destOrd="0" parTransId="{334114A1-999D-46A6-AA50-211F83F1AB7B}" sibTransId="{68348F94-C743-40AE-AD41-D25DCEEFCDE6}"/>
    <dgm:cxn modelId="{2DA9242F-0D3D-4E3B-917B-33ADAA8AC1FB}" type="presOf" srcId="{D2F33DEC-290D-4E0E-9ED7-C74C9B04891A}" destId="{A21D29A6-4E2D-4E7F-925D-64F7DB09A5CF}" srcOrd="0" destOrd="0" presId="urn:microsoft.com/office/officeart/2018/2/layout/IconLabelList"/>
    <dgm:cxn modelId="{92D26333-068B-4B82-987D-1977D906DE5D}" type="presOf" srcId="{398A5251-725F-4EAC-86C4-C22E73FEF50D}" destId="{5DB3B721-D714-45EA-AC93-481B6E3AC232}" srcOrd="0" destOrd="0" presId="urn:microsoft.com/office/officeart/2018/2/layout/IconLabelList"/>
    <dgm:cxn modelId="{CCB7F570-0B63-4AB4-9939-7712242782A2}" srcId="{B30B39BE-12FD-4610-B061-9C2672C62697}" destId="{BAF22491-A672-4807-BA3E-9AC2851DD6B3}" srcOrd="0" destOrd="0" parTransId="{B3FC81D0-F2EE-46E6-980A-823B09D2984E}" sibTransId="{11B095CF-779B-4E05-BEA2-CCAC05240F2D}"/>
    <dgm:cxn modelId="{42CC1276-4956-46DE-9A17-E86DDEB52D75}" type="presOf" srcId="{BAF22491-A672-4807-BA3E-9AC2851DD6B3}" destId="{67ED093D-DD7F-4AB1-8B4F-928A7FAE329A}" srcOrd="0" destOrd="0" presId="urn:microsoft.com/office/officeart/2018/2/layout/IconLabelList"/>
    <dgm:cxn modelId="{533B507E-D769-4DED-9E1A-6FE9F3E801EF}" srcId="{B30B39BE-12FD-4610-B061-9C2672C62697}" destId="{398A5251-725F-4EAC-86C4-C22E73FEF50D}" srcOrd="3" destOrd="0" parTransId="{447611CF-6BB6-480B-BB19-85ED52713E49}" sibTransId="{8C77E3A0-7839-42E6-9310-22CF47CE7518}"/>
    <dgm:cxn modelId="{0E098DC8-1A70-4A15-A076-DDDD2A974CE4}" type="presOf" srcId="{B30B39BE-12FD-4610-B061-9C2672C62697}" destId="{DC77B7E9-F5CD-4046-9E49-3928FB105488}" srcOrd="0" destOrd="0" presId="urn:microsoft.com/office/officeart/2018/2/layout/IconLabelList"/>
    <dgm:cxn modelId="{DDB0EBD5-495C-4582-8F41-81F9453F146E}" type="presOf" srcId="{1946C230-C4D8-463B-B291-82E0F8D95AE7}" destId="{CE3CCC43-644E-4828-A84C-EABBB0BFC843}" srcOrd="0" destOrd="0" presId="urn:microsoft.com/office/officeart/2018/2/layout/IconLabelList"/>
    <dgm:cxn modelId="{04BC2AFB-7990-4444-A69A-FBC31A12D6B8}" srcId="{B30B39BE-12FD-4610-B061-9C2672C62697}" destId="{D2F33DEC-290D-4E0E-9ED7-C74C9B04891A}" srcOrd="1" destOrd="0" parTransId="{606BF62D-014E-4C2C-B0BC-FBA105F4583D}" sibTransId="{4F39B53D-6362-4171-A8AD-29026D733AEE}"/>
    <dgm:cxn modelId="{874C391B-BE36-4BD3-B631-A9F6901AE64C}" type="presParOf" srcId="{DC77B7E9-F5CD-4046-9E49-3928FB105488}" destId="{C2AB5B9C-6A47-4B08-8B73-DDEC88B184B1}" srcOrd="0" destOrd="0" presId="urn:microsoft.com/office/officeart/2018/2/layout/IconLabelList"/>
    <dgm:cxn modelId="{7BF27F5F-94E8-4BFE-B383-269C427C12E5}" type="presParOf" srcId="{C2AB5B9C-6A47-4B08-8B73-DDEC88B184B1}" destId="{3B98431A-3A5A-4675-9DA4-4F58BD4F79AA}" srcOrd="0" destOrd="0" presId="urn:microsoft.com/office/officeart/2018/2/layout/IconLabelList"/>
    <dgm:cxn modelId="{3B5A4374-747F-4BF3-AFE1-310303A38753}" type="presParOf" srcId="{C2AB5B9C-6A47-4B08-8B73-DDEC88B184B1}" destId="{0C06395A-653C-43E6-B60C-5CD8E2B36BF8}" srcOrd="1" destOrd="0" presId="urn:microsoft.com/office/officeart/2018/2/layout/IconLabelList"/>
    <dgm:cxn modelId="{95A1C643-0067-4AE9-AF2A-BBDD0B1DD8B4}" type="presParOf" srcId="{C2AB5B9C-6A47-4B08-8B73-DDEC88B184B1}" destId="{67ED093D-DD7F-4AB1-8B4F-928A7FAE329A}" srcOrd="2" destOrd="0" presId="urn:microsoft.com/office/officeart/2018/2/layout/IconLabelList"/>
    <dgm:cxn modelId="{ADCB56EB-B92A-4D88-9496-4B1407D842F5}" type="presParOf" srcId="{DC77B7E9-F5CD-4046-9E49-3928FB105488}" destId="{1D800362-E960-4BFE-97F8-77E5FECCDB5B}" srcOrd="1" destOrd="0" presId="urn:microsoft.com/office/officeart/2018/2/layout/IconLabelList"/>
    <dgm:cxn modelId="{1554F998-5F40-4230-AB80-5430EE353138}" type="presParOf" srcId="{DC77B7E9-F5CD-4046-9E49-3928FB105488}" destId="{BAFCA3C3-F5BD-4B8B-B243-BFFF6259606B}" srcOrd="2" destOrd="0" presId="urn:microsoft.com/office/officeart/2018/2/layout/IconLabelList"/>
    <dgm:cxn modelId="{2AF5E3AC-301F-4D5D-B761-D0D8F918CFB6}" type="presParOf" srcId="{BAFCA3C3-F5BD-4B8B-B243-BFFF6259606B}" destId="{84084D96-49E1-4425-868E-CF87504B5E7A}" srcOrd="0" destOrd="0" presId="urn:microsoft.com/office/officeart/2018/2/layout/IconLabelList"/>
    <dgm:cxn modelId="{A8285528-3DE3-4556-B0C0-C94AEE44C50E}" type="presParOf" srcId="{BAFCA3C3-F5BD-4B8B-B243-BFFF6259606B}" destId="{9E5EE8B6-E29A-465E-BFEA-1ABD7D4F3185}" srcOrd="1" destOrd="0" presId="urn:microsoft.com/office/officeart/2018/2/layout/IconLabelList"/>
    <dgm:cxn modelId="{7DB30230-C0DF-4EB4-8A51-B935BBE2B42B}" type="presParOf" srcId="{BAFCA3C3-F5BD-4B8B-B243-BFFF6259606B}" destId="{A21D29A6-4E2D-4E7F-925D-64F7DB09A5CF}" srcOrd="2" destOrd="0" presId="urn:microsoft.com/office/officeart/2018/2/layout/IconLabelList"/>
    <dgm:cxn modelId="{52A5FFD4-75D4-4352-8505-2BEF6B485BCC}" type="presParOf" srcId="{DC77B7E9-F5CD-4046-9E49-3928FB105488}" destId="{AE4EA874-0131-400B-87EB-99DB7D7CEAA9}" srcOrd="3" destOrd="0" presId="urn:microsoft.com/office/officeart/2018/2/layout/IconLabelList"/>
    <dgm:cxn modelId="{0449798A-8978-4F17-8157-44C6842E2817}" type="presParOf" srcId="{DC77B7E9-F5CD-4046-9E49-3928FB105488}" destId="{774734B2-254B-48A9-BF7B-27298FA45A16}" srcOrd="4" destOrd="0" presId="urn:microsoft.com/office/officeart/2018/2/layout/IconLabelList"/>
    <dgm:cxn modelId="{DA9E4D88-3727-431A-9F12-6FA596D84FD2}" type="presParOf" srcId="{774734B2-254B-48A9-BF7B-27298FA45A16}" destId="{0E942573-9496-4B23-A310-C52FEDFDEB3B}" srcOrd="0" destOrd="0" presId="urn:microsoft.com/office/officeart/2018/2/layout/IconLabelList"/>
    <dgm:cxn modelId="{D04406B7-BFBA-4267-BB00-DECA7E3E1600}" type="presParOf" srcId="{774734B2-254B-48A9-BF7B-27298FA45A16}" destId="{EA3754AD-3BCE-4B70-8F82-3FFAAA0FE11B}" srcOrd="1" destOrd="0" presId="urn:microsoft.com/office/officeart/2018/2/layout/IconLabelList"/>
    <dgm:cxn modelId="{A9AE3612-BE89-475A-BFD8-6D6F223B2B69}" type="presParOf" srcId="{774734B2-254B-48A9-BF7B-27298FA45A16}" destId="{CE3CCC43-644E-4828-A84C-EABBB0BFC843}" srcOrd="2" destOrd="0" presId="urn:microsoft.com/office/officeart/2018/2/layout/IconLabelList"/>
    <dgm:cxn modelId="{DFC9B09A-67F6-4D91-A26E-AC6C18EE9907}" type="presParOf" srcId="{DC77B7E9-F5CD-4046-9E49-3928FB105488}" destId="{693E658D-30FC-4703-8657-013518ECB9D0}" srcOrd="5" destOrd="0" presId="urn:microsoft.com/office/officeart/2018/2/layout/IconLabelList"/>
    <dgm:cxn modelId="{6C05B951-1D9E-442F-A5C4-D4D53C5C7292}" type="presParOf" srcId="{DC77B7E9-F5CD-4046-9E49-3928FB105488}" destId="{F96FD3A8-1699-40CB-8CD5-E276667B0B38}" srcOrd="6" destOrd="0" presId="urn:microsoft.com/office/officeart/2018/2/layout/IconLabelList"/>
    <dgm:cxn modelId="{F18BA9C4-1C17-4CA7-A1E1-E5A6FE1C6BA9}" type="presParOf" srcId="{F96FD3A8-1699-40CB-8CD5-E276667B0B38}" destId="{E5E8DB30-8DD1-4E69-8FD1-7C7DECB48F8C}" srcOrd="0" destOrd="0" presId="urn:microsoft.com/office/officeart/2018/2/layout/IconLabelList"/>
    <dgm:cxn modelId="{413F6F7D-648D-4D57-B527-0AD8572CB7BA}" type="presParOf" srcId="{F96FD3A8-1699-40CB-8CD5-E276667B0B38}" destId="{5DEEA72E-5469-43EE-ABDB-E85408E7F583}" srcOrd="1" destOrd="0" presId="urn:microsoft.com/office/officeart/2018/2/layout/IconLabelList"/>
    <dgm:cxn modelId="{C1AA1AFB-7EA8-4C69-BD7F-22BD77CB9C3A}" type="presParOf" srcId="{F96FD3A8-1699-40CB-8CD5-E276667B0B38}" destId="{5DB3B721-D714-45EA-AC93-481B6E3AC232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4.xml><?xml version="1.0" encoding="utf-8"?>
<dgm:dataModel xmlns:dgm="http://schemas.openxmlformats.org/drawingml/2006/diagram" xmlns:a="http://schemas.openxmlformats.org/drawingml/2006/main">
  <dgm:ptLst>
    <dgm:pt modelId="{556572AB-C623-4C09-8A5B-8C75EE21E7FC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6DE798BA-A127-40CF-B6F4-AA772FC455EE}">
      <dgm:prSet/>
      <dgm:spPr/>
      <dgm:t>
        <a:bodyPr/>
        <a:lstStyle/>
        <a:p>
          <a:r>
            <a:rPr lang="en-US"/>
            <a:t>Arc enables cloud management for on-premises and multi-cloud SQL Server</a:t>
          </a:r>
        </a:p>
      </dgm:t>
    </dgm:pt>
    <dgm:pt modelId="{6AEB5529-109C-4A93-8AFB-2DC4D2594746}" type="parTrans" cxnId="{392585A7-14DB-4245-B04D-04355D1695CA}">
      <dgm:prSet/>
      <dgm:spPr/>
      <dgm:t>
        <a:bodyPr/>
        <a:lstStyle/>
        <a:p>
          <a:endParaRPr lang="en-US"/>
        </a:p>
      </dgm:t>
    </dgm:pt>
    <dgm:pt modelId="{1349FB51-B4D4-4B89-A57B-FE8AB9CEB4BC}" type="sibTrans" cxnId="{392585A7-14DB-4245-B04D-04355D1695CA}">
      <dgm:prSet/>
      <dgm:spPr/>
      <dgm:t>
        <a:bodyPr/>
        <a:lstStyle/>
        <a:p>
          <a:endParaRPr lang="en-US"/>
        </a:p>
      </dgm:t>
    </dgm:pt>
    <dgm:pt modelId="{04B61904-1513-44F0-90E1-04BCF290D6A9}">
      <dgm:prSet/>
      <dgm:spPr/>
      <dgm:t>
        <a:bodyPr/>
        <a:lstStyle/>
        <a:p>
          <a:r>
            <a:rPr lang="en-US"/>
            <a:t>Foundation for Managed Identity, Entra authentication, Defender, Azure policies</a:t>
          </a:r>
        </a:p>
      </dgm:t>
    </dgm:pt>
    <dgm:pt modelId="{0A9045A0-6545-4265-AA9C-05761887026C}" type="parTrans" cxnId="{8D6019C6-B954-4984-AA8B-314EC66A73F7}">
      <dgm:prSet/>
      <dgm:spPr/>
      <dgm:t>
        <a:bodyPr/>
        <a:lstStyle/>
        <a:p>
          <a:endParaRPr lang="en-US"/>
        </a:p>
      </dgm:t>
    </dgm:pt>
    <dgm:pt modelId="{719DA807-0E59-48BD-B062-4F4E13C67B5F}" type="sibTrans" cxnId="{8D6019C6-B954-4984-AA8B-314EC66A73F7}">
      <dgm:prSet/>
      <dgm:spPr/>
      <dgm:t>
        <a:bodyPr/>
        <a:lstStyle/>
        <a:p>
          <a:endParaRPr lang="en-US"/>
        </a:p>
      </dgm:t>
    </dgm:pt>
    <dgm:pt modelId="{B4DFE53E-F199-4E09-AC86-574DA42D2C05}">
      <dgm:prSet/>
      <dgm:spPr/>
      <dgm:t>
        <a:bodyPr/>
        <a:lstStyle/>
        <a:p>
          <a:r>
            <a:rPr lang="en-US"/>
            <a:t>The bridge between on-premises SQL and Azure services</a:t>
          </a:r>
        </a:p>
      </dgm:t>
    </dgm:pt>
    <dgm:pt modelId="{54F3FEAF-F6C0-4A1B-AA4A-0F21E4D91EF6}" type="parTrans" cxnId="{1226AAC2-C106-47C2-B711-EC632F810FB7}">
      <dgm:prSet/>
      <dgm:spPr/>
      <dgm:t>
        <a:bodyPr/>
        <a:lstStyle/>
        <a:p>
          <a:endParaRPr lang="en-US"/>
        </a:p>
      </dgm:t>
    </dgm:pt>
    <dgm:pt modelId="{1F199462-2A7D-4638-BBF8-4FD812F7CF6E}" type="sibTrans" cxnId="{1226AAC2-C106-47C2-B711-EC632F810FB7}">
      <dgm:prSet/>
      <dgm:spPr/>
      <dgm:t>
        <a:bodyPr/>
        <a:lstStyle/>
        <a:p>
          <a:endParaRPr lang="en-US"/>
        </a:p>
      </dgm:t>
    </dgm:pt>
    <dgm:pt modelId="{C3815658-A2D5-424A-A1CB-0057ACA976A4}" type="pres">
      <dgm:prSet presAssocID="{556572AB-C623-4C09-8A5B-8C75EE21E7FC}" presName="root" presStyleCnt="0">
        <dgm:presLayoutVars>
          <dgm:dir/>
          <dgm:resizeHandles val="exact"/>
        </dgm:presLayoutVars>
      </dgm:prSet>
      <dgm:spPr/>
    </dgm:pt>
    <dgm:pt modelId="{88A034E4-C356-4195-8D66-F991F67EBAE6}" type="pres">
      <dgm:prSet presAssocID="{556572AB-C623-4C09-8A5B-8C75EE21E7FC}" presName="container" presStyleCnt="0">
        <dgm:presLayoutVars>
          <dgm:dir/>
          <dgm:resizeHandles val="exact"/>
        </dgm:presLayoutVars>
      </dgm:prSet>
      <dgm:spPr/>
    </dgm:pt>
    <dgm:pt modelId="{B0BDBC6F-2E87-4233-B8F5-5E21F2B8CEF1}" type="pres">
      <dgm:prSet presAssocID="{6DE798BA-A127-40CF-B6F4-AA772FC455EE}" presName="compNode" presStyleCnt="0"/>
      <dgm:spPr/>
    </dgm:pt>
    <dgm:pt modelId="{EB6461EA-2D8A-4772-B2C0-C3FD254CFABC}" type="pres">
      <dgm:prSet presAssocID="{6DE798BA-A127-40CF-B6F4-AA772FC455EE}" presName="iconBgRect" presStyleLbl="bgShp" presStyleIdx="0" presStyleCnt="3"/>
      <dgm:spPr/>
    </dgm:pt>
    <dgm:pt modelId="{CB3A8437-08A6-4C4A-A2B9-5A07B31F6739}" type="pres">
      <dgm:prSet presAssocID="{6DE798BA-A127-40CF-B6F4-AA772FC455EE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B06AA66E-7C96-4D48-B8D2-C9EBE2858ABE}" type="pres">
      <dgm:prSet presAssocID="{6DE798BA-A127-40CF-B6F4-AA772FC455EE}" presName="spaceRect" presStyleCnt="0"/>
      <dgm:spPr/>
    </dgm:pt>
    <dgm:pt modelId="{0D3F6A1F-37E5-4DFC-A269-B1ED8D4E010F}" type="pres">
      <dgm:prSet presAssocID="{6DE798BA-A127-40CF-B6F4-AA772FC455EE}" presName="textRect" presStyleLbl="revTx" presStyleIdx="0" presStyleCnt="3">
        <dgm:presLayoutVars>
          <dgm:chMax val="1"/>
          <dgm:chPref val="1"/>
        </dgm:presLayoutVars>
      </dgm:prSet>
      <dgm:spPr/>
    </dgm:pt>
    <dgm:pt modelId="{CC345AC3-9C85-4397-9B3E-6B8F4F849861}" type="pres">
      <dgm:prSet presAssocID="{1349FB51-B4D4-4B89-A57B-FE8AB9CEB4BC}" presName="sibTrans" presStyleLbl="sibTrans2D1" presStyleIdx="0" presStyleCnt="0"/>
      <dgm:spPr/>
    </dgm:pt>
    <dgm:pt modelId="{5F986E36-AD24-406A-A21B-3AAC30A4F02E}" type="pres">
      <dgm:prSet presAssocID="{04B61904-1513-44F0-90E1-04BCF290D6A9}" presName="compNode" presStyleCnt="0"/>
      <dgm:spPr/>
    </dgm:pt>
    <dgm:pt modelId="{693CCFF3-2D43-4186-BE25-469DA529E6CE}" type="pres">
      <dgm:prSet presAssocID="{04B61904-1513-44F0-90E1-04BCF290D6A9}" presName="iconBgRect" presStyleLbl="bgShp" presStyleIdx="1" presStyleCnt="3"/>
      <dgm:spPr/>
    </dgm:pt>
    <dgm:pt modelId="{135D3EE9-2609-44C6-BFC2-67410C03C046}" type="pres">
      <dgm:prSet presAssocID="{04B61904-1513-44F0-90E1-04BCF290D6A9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7F10CF47-263D-48AE-8B7A-D77B05C8859B}" type="pres">
      <dgm:prSet presAssocID="{04B61904-1513-44F0-90E1-04BCF290D6A9}" presName="spaceRect" presStyleCnt="0"/>
      <dgm:spPr/>
    </dgm:pt>
    <dgm:pt modelId="{145ED373-1CBD-4587-B85A-70630E6953D8}" type="pres">
      <dgm:prSet presAssocID="{04B61904-1513-44F0-90E1-04BCF290D6A9}" presName="textRect" presStyleLbl="revTx" presStyleIdx="1" presStyleCnt="3">
        <dgm:presLayoutVars>
          <dgm:chMax val="1"/>
          <dgm:chPref val="1"/>
        </dgm:presLayoutVars>
      </dgm:prSet>
      <dgm:spPr/>
    </dgm:pt>
    <dgm:pt modelId="{59B75ADC-EBA0-46C6-BA71-7B296A1F74CF}" type="pres">
      <dgm:prSet presAssocID="{719DA807-0E59-48BD-B062-4F4E13C67B5F}" presName="sibTrans" presStyleLbl="sibTrans2D1" presStyleIdx="0" presStyleCnt="0"/>
      <dgm:spPr/>
    </dgm:pt>
    <dgm:pt modelId="{93797240-8953-464A-836C-E3D74AB00D8C}" type="pres">
      <dgm:prSet presAssocID="{B4DFE53E-F199-4E09-AC86-574DA42D2C05}" presName="compNode" presStyleCnt="0"/>
      <dgm:spPr/>
    </dgm:pt>
    <dgm:pt modelId="{6A6FEEF9-CD13-404A-BD63-500921123DF2}" type="pres">
      <dgm:prSet presAssocID="{B4DFE53E-F199-4E09-AC86-574DA42D2C05}" presName="iconBgRect" presStyleLbl="bgShp" presStyleIdx="2" presStyleCnt="3"/>
      <dgm:spPr/>
    </dgm:pt>
    <dgm:pt modelId="{143A17D0-62F0-4337-871E-455215C0BFAA}" type="pres">
      <dgm:prSet presAssocID="{B4DFE53E-F199-4E09-AC86-574DA42D2C05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4D243A10-1A48-43C3-BE45-670B9AD96F63}" type="pres">
      <dgm:prSet presAssocID="{B4DFE53E-F199-4E09-AC86-574DA42D2C05}" presName="spaceRect" presStyleCnt="0"/>
      <dgm:spPr/>
    </dgm:pt>
    <dgm:pt modelId="{8E930E97-3A4D-45FC-8EF4-CE049E344E9F}" type="pres">
      <dgm:prSet presAssocID="{B4DFE53E-F199-4E09-AC86-574DA42D2C05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E5556F06-592F-49B0-AA68-18F6A89E2E10}" type="presOf" srcId="{B4DFE53E-F199-4E09-AC86-574DA42D2C05}" destId="{8E930E97-3A4D-45FC-8EF4-CE049E344E9F}" srcOrd="0" destOrd="0" presId="urn:microsoft.com/office/officeart/2018/2/layout/IconCircleList"/>
    <dgm:cxn modelId="{85B04D1D-038A-46F7-81BB-783735B7CFEF}" type="presOf" srcId="{719DA807-0E59-48BD-B062-4F4E13C67B5F}" destId="{59B75ADC-EBA0-46C6-BA71-7B296A1F74CF}" srcOrd="0" destOrd="0" presId="urn:microsoft.com/office/officeart/2018/2/layout/IconCircleList"/>
    <dgm:cxn modelId="{A19B6639-6625-4AEB-81F5-8D7C93AD1A41}" type="presOf" srcId="{04B61904-1513-44F0-90E1-04BCF290D6A9}" destId="{145ED373-1CBD-4587-B85A-70630E6953D8}" srcOrd="0" destOrd="0" presId="urn:microsoft.com/office/officeart/2018/2/layout/IconCircleList"/>
    <dgm:cxn modelId="{392585A7-14DB-4245-B04D-04355D1695CA}" srcId="{556572AB-C623-4C09-8A5B-8C75EE21E7FC}" destId="{6DE798BA-A127-40CF-B6F4-AA772FC455EE}" srcOrd="0" destOrd="0" parTransId="{6AEB5529-109C-4A93-8AFB-2DC4D2594746}" sibTransId="{1349FB51-B4D4-4B89-A57B-FE8AB9CEB4BC}"/>
    <dgm:cxn modelId="{B51A46BB-F536-41C8-9E57-AC8027B0CB18}" type="presOf" srcId="{556572AB-C623-4C09-8A5B-8C75EE21E7FC}" destId="{C3815658-A2D5-424A-A1CB-0057ACA976A4}" srcOrd="0" destOrd="0" presId="urn:microsoft.com/office/officeart/2018/2/layout/IconCircleList"/>
    <dgm:cxn modelId="{1226AAC2-C106-47C2-B711-EC632F810FB7}" srcId="{556572AB-C623-4C09-8A5B-8C75EE21E7FC}" destId="{B4DFE53E-F199-4E09-AC86-574DA42D2C05}" srcOrd="2" destOrd="0" parTransId="{54F3FEAF-F6C0-4A1B-AA4A-0F21E4D91EF6}" sibTransId="{1F199462-2A7D-4638-BBF8-4FD812F7CF6E}"/>
    <dgm:cxn modelId="{8D6019C6-B954-4984-AA8B-314EC66A73F7}" srcId="{556572AB-C623-4C09-8A5B-8C75EE21E7FC}" destId="{04B61904-1513-44F0-90E1-04BCF290D6A9}" srcOrd="1" destOrd="0" parTransId="{0A9045A0-6545-4265-AA9C-05761887026C}" sibTransId="{719DA807-0E59-48BD-B062-4F4E13C67B5F}"/>
    <dgm:cxn modelId="{CFDD19E8-BC13-475A-8513-E730579FE664}" type="presOf" srcId="{6DE798BA-A127-40CF-B6F4-AA772FC455EE}" destId="{0D3F6A1F-37E5-4DFC-A269-B1ED8D4E010F}" srcOrd="0" destOrd="0" presId="urn:microsoft.com/office/officeart/2018/2/layout/IconCircleList"/>
    <dgm:cxn modelId="{9CA35EF4-F26D-4D05-BEB3-4AE392D22B7C}" type="presOf" srcId="{1349FB51-B4D4-4B89-A57B-FE8AB9CEB4BC}" destId="{CC345AC3-9C85-4397-9B3E-6B8F4F849861}" srcOrd="0" destOrd="0" presId="urn:microsoft.com/office/officeart/2018/2/layout/IconCircleList"/>
    <dgm:cxn modelId="{E7CFB80D-ED66-4DEC-9638-0EED35506ADB}" type="presParOf" srcId="{C3815658-A2D5-424A-A1CB-0057ACA976A4}" destId="{88A034E4-C356-4195-8D66-F991F67EBAE6}" srcOrd="0" destOrd="0" presId="urn:microsoft.com/office/officeart/2018/2/layout/IconCircleList"/>
    <dgm:cxn modelId="{E2A47E9F-493D-48E6-B3A7-98974E8988B7}" type="presParOf" srcId="{88A034E4-C356-4195-8D66-F991F67EBAE6}" destId="{B0BDBC6F-2E87-4233-B8F5-5E21F2B8CEF1}" srcOrd="0" destOrd="0" presId="urn:microsoft.com/office/officeart/2018/2/layout/IconCircleList"/>
    <dgm:cxn modelId="{03025487-7FB1-4D62-8CD0-2108862263F8}" type="presParOf" srcId="{B0BDBC6F-2E87-4233-B8F5-5E21F2B8CEF1}" destId="{EB6461EA-2D8A-4772-B2C0-C3FD254CFABC}" srcOrd="0" destOrd="0" presId="urn:microsoft.com/office/officeart/2018/2/layout/IconCircleList"/>
    <dgm:cxn modelId="{A2A2D1B8-7F30-49CD-9A9E-28B14BCA019D}" type="presParOf" srcId="{B0BDBC6F-2E87-4233-B8F5-5E21F2B8CEF1}" destId="{CB3A8437-08A6-4C4A-A2B9-5A07B31F6739}" srcOrd="1" destOrd="0" presId="urn:microsoft.com/office/officeart/2018/2/layout/IconCircleList"/>
    <dgm:cxn modelId="{FCBB864B-8F60-4305-8306-55B6F22D5B43}" type="presParOf" srcId="{B0BDBC6F-2E87-4233-B8F5-5E21F2B8CEF1}" destId="{B06AA66E-7C96-4D48-B8D2-C9EBE2858ABE}" srcOrd="2" destOrd="0" presId="urn:microsoft.com/office/officeart/2018/2/layout/IconCircleList"/>
    <dgm:cxn modelId="{BBE67BAA-9D0D-4B8F-8004-9FD005E2402C}" type="presParOf" srcId="{B0BDBC6F-2E87-4233-B8F5-5E21F2B8CEF1}" destId="{0D3F6A1F-37E5-4DFC-A269-B1ED8D4E010F}" srcOrd="3" destOrd="0" presId="urn:microsoft.com/office/officeart/2018/2/layout/IconCircleList"/>
    <dgm:cxn modelId="{20C4C5EC-C232-4799-BD17-ECD8AF00332D}" type="presParOf" srcId="{88A034E4-C356-4195-8D66-F991F67EBAE6}" destId="{CC345AC3-9C85-4397-9B3E-6B8F4F849861}" srcOrd="1" destOrd="0" presId="urn:microsoft.com/office/officeart/2018/2/layout/IconCircleList"/>
    <dgm:cxn modelId="{21E18BF9-19C7-4E8A-AA66-3010CBE46A4A}" type="presParOf" srcId="{88A034E4-C356-4195-8D66-F991F67EBAE6}" destId="{5F986E36-AD24-406A-A21B-3AAC30A4F02E}" srcOrd="2" destOrd="0" presId="urn:microsoft.com/office/officeart/2018/2/layout/IconCircleList"/>
    <dgm:cxn modelId="{253246DF-A679-46AD-B955-F03F0A2E6E8C}" type="presParOf" srcId="{5F986E36-AD24-406A-A21B-3AAC30A4F02E}" destId="{693CCFF3-2D43-4186-BE25-469DA529E6CE}" srcOrd="0" destOrd="0" presId="urn:microsoft.com/office/officeart/2018/2/layout/IconCircleList"/>
    <dgm:cxn modelId="{B03FF849-5396-4E87-B780-E7A72C8D0C1B}" type="presParOf" srcId="{5F986E36-AD24-406A-A21B-3AAC30A4F02E}" destId="{135D3EE9-2609-44C6-BFC2-67410C03C046}" srcOrd="1" destOrd="0" presId="urn:microsoft.com/office/officeart/2018/2/layout/IconCircleList"/>
    <dgm:cxn modelId="{33EA8A1C-C39D-4B57-ADFD-25B960508464}" type="presParOf" srcId="{5F986E36-AD24-406A-A21B-3AAC30A4F02E}" destId="{7F10CF47-263D-48AE-8B7A-D77B05C8859B}" srcOrd="2" destOrd="0" presId="urn:microsoft.com/office/officeart/2018/2/layout/IconCircleList"/>
    <dgm:cxn modelId="{9A125DBC-118E-4707-851E-1926E5D2707D}" type="presParOf" srcId="{5F986E36-AD24-406A-A21B-3AAC30A4F02E}" destId="{145ED373-1CBD-4587-B85A-70630E6953D8}" srcOrd="3" destOrd="0" presId="urn:microsoft.com/office/officeart/2018/2/layout/IconCircleList"/>
    <dgm:cxn modelId="{3DC93215-FA8D-4768-AC76-12929FC5EAE4}" type="presParOf" srcId="{88A034E4-C356-4195-8D66-F991F67EBAE6}" destId="{59B75ADC-EBA0-46C6-BA71-7B296A1F74CF}" srcOrd="3" destOrd="0" presId="urn:microsoft.com/office/officeart/2018/2/layout/IconCircleList"/>
    <dgm:cxn modelId="{937AD042-273C-4A67-A019-CCC56E5E2058}" type="presParOf" srcId="{88A034E4-C356-4195-8D66-F991F67EBAE6}" destId="{93797240-8953-464A-836C-E3D74AB00D8C}" srcOrd="4" destOrd="0" presId="urn:microsoft.com/office/officeart/2018/2/layout/IconCircleList"/>
    <dgm:cxn modelId="{9B78E244-DB3E-41D5-BA67-A7949AD0CB10}" type="presParOf" srcId="{93797240-8953-464A-836C-E3D74AB00D8C}" destId="{6A6FEEF9-CD13-404A-BD63-500921123DF2}" srcOrd="0" destOrd="0" presId="urn:microsoft.com/office/officeart/2018/2/layout/IconCircleList"/>
    <dgm:cxn modelId="{14EFEBBD-B2AC-4EA0-9D16-E330ABEE646B}" type="presParOf" srcId="{93797240-8953-464A-836C-E3D74AB00D8C}" destId="{143A17D0-62F0-4337-871E-455215C0BFAA}" srcOrd="1" destOrd="0" presId="urn:microsoft.com/office/officeart/2018/2/layout/IconCircleList"/>
    <dgm:cxn modelId="{25447049-7DFC-47BC-B2F3-D4D597630375}" type="presParOf" srcId="{93797240-8953-464A-836C-E3D74AB00D8C}" destId="{4D243A10-1A48-43C3-BE45-670B9AD96F63}" srcOrd="2" destOrd="0" presId="urn:microsoft.com/office/officeart/2018/2/layout/IconCircleList"/>
    <dgm:cxn modelId="{8E2CEF5F-4903-4ACD-A3BB-EB246CE81C45}" type="presParOf" srcId="{93797240-8953-464A-836C-E3D74AB00D8C}" destId="{8E930E97-3A4D-45FC-8EF4-CE049E344E9F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5.xml><?xml version="1.0" encoding="utf-8"?>
<dgm:dataModel xmlns:dgm="http://schemas.openxmlformats.org/drawingml/2006/diagram" xmlns:a="http://schemas.openxmlformats.org/drawingml/2006/main">
  <dgm:ptLst>
    <dgm:pt modelId="{9BC0FD04-41CD-4135-A2A9-C21EE3082AEC}" type="doc">
      <dgm:prSet loTypeId="urn:microsoft.com/office/officeart/2018/2/layout/IconVerticalSolidList" loCatId="icon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6BDAA991-A9AE-4FC1-97D8-C8EDED656C3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Managed Identity (inbound + outbound) </a:t>
          </a:r>
        </a:p>
      </dgm:t>
    </dgm:pt>
    <dgm:pt modelId="{AABA9133-0011-49A4-B322-561C3AC635C3}" type="parTrans" cxnId="{BF341750-9FE6-401E-8BB1-62E3CF4B07A0}">
      <dgm:prSet/>
      <dgm:spPr/>
      <dgm:t>
        <a:bodyPr/>
        <a:lstStyle/>
        <a:p>
          <a:endParaRPr lang="en-US"/>
        </a:p>
      </dgm:t>
    </dgm:pt>
    <dgm:pt modelId="{F1F1D313-581D-430B-B399-93F73A4A2658}" type="sibTrans" cxnId="{BF341750-9FE6-401E-8BB1-62E3CF4B07A0}">
      <dgm:prSet/>
      <dgm:spPr/>
      <dgm:t>
        <a:bodyPr/>
        <a:lstStyle/>
        <a:p>
          <a:endParaRPr lang="en-US"/>
        </a:p>
      </dgm:t>
    </dgm:pt>
    <dgm:pt modelId="{1F8F003E-541B-43B5-9A90-3B88AC0EEEF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Entra authentication for on-premises SQL Server </a:t>
          </a:r>
        </a:p>
      </dgm:t>
    </dgm:pt>
    <dgm:pt modelId="{E4E4A0F1-33FD-4BEC-A5C1-926A9F415D7B}" type="parTrans" cxnId="{B13074D2-E935-4964-8828-CBC35E3F5E49}">
      <dgm:prSet/>
      <dgm:spPr/>
      <dgm:t>
        <a:bodyPr/>
        <a:lstStyle/>
        <a:p>
          <a:endParaRPr lang="en-US"/>
        </a:p>
      </dgm:t>
    </dgm:pt>
    <dgm:pt modelId="{65E4517A-AB49-4CD9-B3AC-D91FFDBC2AD6}" type="sibTrans" cxnId="{B13074D2-E935-4964-8828-CBC35E3F5E49}">
      <dgm:prSet/>
      <dgm:spPr/>
      <dgm:t>
        <a:bodyPr/>
        <a:lstStyle/>
        <a:p>
          <a:endParaRPr lang="en-US"/>
        </a:p>
      </dgm:t>
    </dgm:pt>
    <dgm:pt modelId="{4CD34BFC-3BE1-47A0-8551-177C306B724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Microsoft Defender for SQL threat detection </a:t>
          </a:r>
        </a:p>
      </dgm:t>
    </dgm:pt>
    <dgm:pt modelId="{6E270AA6-77BF-4E1D-883A-09A7491052B5}" type="parTrans" cxnId="{A464AA3F-21FA-4A31-A596-081C74798730}">
      <dgm:prSet/>
      <dgm:spPr/>
      <dgm:t>
        <a:bodyPr/>
        <a:lstStyle/>
        <a:p>
          <a:endParaRPr lang="en-US"/>
        </a:p>
      </dgm:t>
    </dgm:pt>
    <dgm:pt modelId="{C00C5CA3-B272-4465-BF94-0597A8026845}" type="sibTrans" cxnId="{A464AA3F-21FA-4A31-A596-081C74798730}">
      <dgm:prSet/>
      <dgm:spPr/>
      <dgm:t>
        <a:bodyPr/>
        <a:lstStyle/>
        <a:p>
          <a:endParaRPr lang="en-US"/>
        </a:p>
      </dgm:t>
    </dgm:pt>
    <dgm:pt modelId="{D277B335-33EC-4B1C-8576-50E50CA44C6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Unified security posture in Azure Portal</a:t>
          </a:r>
        </a:p>
      </dgm:t>
    </dgm:pt>
    <dgm:pt modelId="{5495AAA2-91FA-4259-AA33-E62683B4A411}" type="parTrans" cxnId="{A43F5BC7-BE1D-4AB2-A68B-055D15D98199}">
      <dgm:prSet/>
      <dgm:spPr/>
      <dgm:t>
        <a:bodyPr/>
        <a:lstStyle/>
        <a:p>
          <a:endParaRPr lang="en-US"/>
        </a:p>
      </dgm:t>
    </dgm:pt>
    <dgm:pt modelId="{3B35352C-774D-42B0-AFA5-B162DD3D9A1F}" type="sibTrans" cxnId="{A43F5BC7-BE1D-4AB2-A68B-055D15D98199}">
      <dgm:prSet/>
      <dgm:spPr/>
      <dgm:t>
        <a:bodyPr/>
        <a:lstStyle/>
        <a:p>
          <a:endParaRPr lang="en-US"/>
        </a:p>
      </dgm:t>
    </dgm:pt>
    <dgm:pt modelId="{2A7AB466-AF54-49E1-A7F1-A70229240EA3}" type="pres">
      <dgm:prSet presAssocID="{9BC0FD04-41CD-4135-A2A9-C21EE3082AEC}" presName="root" presStyleCnt="0">
        <dgm:presLayoutVars>
          <dgm:dir/>
          <dgm:resizeHandles val="exact"/>
        </dgm:presLayoutVars>
      </dgm:prSet>
      <dgm:spPr/>
    </dgm:pt>
    <dgm:pt modelId="{9FC6EC4D-B387-4C45-B942-FF8869329815}" type="pres">
      <dgm:prSet presAssocID="{6BDAA991-A9AE-4FC1-97D8-C8EDED656C37}" presName="compNode" presStyleCnt="0"/>
      <dgm:spPr/>
    </dgm:pt>
    <dgm:pt modelId="{1A0A7220-2FEB-413D-99FC-E231DA4298D8}" type="pres">
      <dgm:prSet presAssocID="{6BDAA991-A9AE-4FC1-97D8-C8EDED656C37}" presName="bgRect" presStyleLbl="bgShp" presStyleIdx="0" presStyleCnt="4"/>
      <dgm:spPr/>
    </dgm:pt>
    <dgm:pt modelId="{359CE933-BB1A-40B5-9599-223CC23AFE5E}" type="pres">
      <dgm:prSet presAssocID="{6BDAA991-A9AE-4FC1-97D8-C8EDED656C37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ilbox"/>
        </a:ext>
      </dgm:extLst>
    </dgm:pt>
    <dgm:pt modelId="{E03B6201-5BEB-4060-BFFF-C8A941C7F86A}" type="pres">
      <dgm:prSet presAssocID="{6BDAA991-A9AE-4FC1-97D8-C8EDED656C37}" presName="spaceRect" presStyleCnt="0"/>
      <dgm:spPr/>
    </dgm:pt>
    <dgm:pt modelId="{12E34C68-C8CB-4D30-9EB9-E36407D8A7D7}" type="pres">
      <dgm:prSet presAssocID="{6BDAA991-A9AE-4FC1-97D8-C8EDED656C37}" presName="parTx" presStyleLbl="revTx" presStyleIdx="0" presStyleCnt="4">
        <dgm:presLayoutVars>
          <dgm:chMax val="0"/>
          <dgm:chPref val="0"/>
        </dgm:presLayoutVars>
      </dgm:prSet>
      <dgm:spPr/>
    </dgm:pt>
    <dgm:pt modelId="{1CC4D4C8-8684-4159-A3DF-2A8B9B9E0FE2}" type="pres">
      <dgm:prSet presAssocID="{F1F1D313-581D-430B-B399-93F73A4A2658}" presName="sibTrans" presStyleCnt="0"/>
      <dgm:spPr/>
    </dgm:pt>
    <dgm:pt modelId="{FDC83A68-F409-47DA-9423-0EE187040EB7}" type="pres">
      <dgm:prSet presAssocID="{1F8F003E-541B-43B5-9A90-3B88AC0EEEFA}" presName="compNode" presStyleCnt="0"/>
      <dgm:spPr/>
    </dgm:pt>
    <dgm:pt modelId="{269A44FF-A51A-4ED5-9F8B-1AECC7016AC6}" type="pres">
      <dgm:prSet presAssocID="{1F8F003E-541B-43B5-9A90-3B88AC0EEEFA}" presName="bgRect" presStyleLbl="bgShp" presStyleIdx="1" presStyleCnt="4"/>
      <dgm:spPr/>
    </dgm:pt>
    <dgm:pt modelId="{B65C74F8-F963-4A8E-AF1E-42436DC6C38A}" type="pres">
      <dgm:prSet presAssocID="{1F8F003E-541B-43B5-9A90-3B88AC0EEEFA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74473FB7-BF8C-4A20-A071-B9E91016C4E5}" type="pres">
      <dgm:prSet presAssocID="{1F8F003E-541B-43B5-9A90-3B88AC0EEEFA}" presName="spaceRect" presStyleCnt="0"/>
      <dgm:spPr/>
    </dgm:pt>
    <dgm:pt modelId="{1B642B8F-781B-410B-B622-DB9844C63AA0}" type="pres">
      <dgm:prSet presAssocID="{1F8F003E-541B-43B5-9A90-3B88AC0EEEFA}" presName="parTx" presStyleLbl="revTx" presStyleIdx="1" presStyleCnt="4">
        <dgm:presLayoutVars>
          <dgm:chMax val="0"/>
          <dgm:chPref val="0"/>
        </dgm:presLayoutVars>
      </dgm:prSet>
      <dgm:spPr/>
    </dgm:pt>
    <dgm:pt modelId="{9F623719-B791-4464-B193-16A9010787D8}" type="pres">
      <dgm:prSet presAssocID="{65E4517A-AB49-4CD9-B3AC-D91FFDBC2AD6}" presName="sibTrans" presStyleCnt="0"/>
      <dgm:spPr/>
    </dgm:pt>
    <dgm:pt modelId="{933A6682-0449-4FA7-9DA4-D3CD70276D97}" type="pres">
      <dgm:prSet presAssocID="{4CD34BFC-3BE1-47A0-8551-177C306B7248}" presName="compNode" presStyleCnt="0"/>
      <dgm:spPr/>
    </dgm:pt>
    <dgm:pt modelId="{ADA5E30E-2600-4CF4-A8C7-6D8C35D33787}" type="pres">
      <dgm:prSet presAssocID="{4CD34BFC-3BE1-47A0-8551-177C306B7248}" presName="bgRect" presStyleLbl="bgShp" presStyleIdx="2" presStyleCnt="4"/>
      <dgm:spPr/>
    </dgm:pt>
    <dgm:pt modelId="{1B091D0B-68B0-4F2A-822D-C041A6356610}" type="pres">
      <dgm:prSet presAssocID="{4CD34BFC-3BE1-47A0-8551-177C306B7248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BC91F8CB-B769-4A30-B659-0EAF915BD1AD}" type="pres">
      <dgm:prSet presAssocID="{4CD34BFC-3BE1-47A0-8551-177C306B7248}" presName="spaceRect" presStyleCnt="0"/>
      <dgm:spPr/>
    </dgm:pt>
    <dgm:pt modelId="{B5A24E0E-57C3-4D2E-9B76-FB44DE5A18A6}" type="pres">
      <dgm:prSet presAssocID="{4CD34BFC-3BE1-47A0-8551-177C306B7248}" presName="parTx" presStyleLbl="revTx" presStyleIdx="2" presStyleCnt="4">
        <dgm:presLayoutVars>
          <dgm:chMax val="0"/>
          <dgm:chPref val="0"/>
        </dgm:presLayoutVars>
      </dgm:prSet>
      <dgm:spPr/>
    </dgm:pt>
    <dgm:pt modelId="{C486B2BD-F198-4E14-B15D-C95660E11D1D}" type="pres">
      <dgm:prSet presAssocID="{C00C5CA3-B272-4465-BF94-0597A8026845}" presName="sibTrans" presStyleCnt="0"/>
      <dgm:spPr/>
    </dgm:pt>
    <dgm:pt modelId="{ACEFF0E5-E6B0-4ED3-9898-A1ED98B156B7}" type="pres">
      <dgm:prSet presAssocID="{D277B335-33EC-4B1C-8576-50E50CA44C63}" presName="compNode" presStyleCnt="0"/>
      <dgm:spPr/>
    </dgm:pt>
    <dgm:pt modelId="{3306D941-C751-4FBB-8479-679B662BAE6F}" type="pres">
      <dgm:prSet presAssocID="{D277B335-33EC-4B1C-8576-50E50CA44C63}" presName="bgRect" presStyleLbl="bgShp" presStyleIdx="3" presStyleCnt="4"/>
      <dgm:spPr/>
    </dgm:pt>
    <dgm:pt modelId="{A5BEEB50-50FA-4526-95FD-A1EA17EA1DC4}" type="pres">
      <dgm:prSet presAssocID="{D277B335-33EC-4B1C-8576-50E50CA44C63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C0A5A80F-7D69-41E4-855A-0D8387980A1F}" type="pres">
      <dgm:prSet presAssocID="{D277B335-33EC-4B1C-8576-50E50CA44C63}" presName="spaceRect" presStyleCnt="0"/>
      <dgm:spPr/>
    </dgm:pt>
    <dgm:pt modelId="{11B1345E-EF74-4678-8D58-23CF252F26D0}" type="pres">
      <dgm:prSet presAssocID="{D277B335-33EC-4B1C-8576-50E50CA44C63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6CA63C1E-B318-4EA6-A350-AA9C4BED4965}" type="presOf" srcId="{9BC0FD04-41CD-4135-A2A9-C21EE3082AEC}" destId="{2A7AB466-AF54-49E1-A7F1-A70229240EA3}" srcOrd="0" destOrd="0" presId="urn:microsoft.com/office/officeart/2018/2/layout/IconVerticalSolidList"/>
    <dgm:cxn modelId="{E19DCC22-175F-4F29-B3E2-12C6439914C0}" type="presOf" srcId="{1F8F003E-541B-43B5-9A90-3B88AC0EEEFA}" destId="{1B642B8F-781B-410B-B622-DB9844C63AA0}" srcOrd="0" destOrd="0" presId="urn:microsoft.com/office/officeart/2018/2/layout/IconVerticalSolidList"/>
    <dgm:cxn modelId="{56A1422E-2C51-456C-A552-817F6F815313}" type="presOf" srcId="{4CD34BFC-3BE1-47A0-8551-177C306B7248}" destId="{B5A24E0E-57C3-4D2E-9B76-FB44DE5A18A6}" srcOrd="0" destOrd="0" presId="urn:microsoft.com/office/officeart/2018/2/layout/IconVerticalSolidList"/>
    <dgm:cxn modelId="{A464AA3F-21FA-4A31-A596-081C74798730}" srcId="{9BC0FD04-41CD-4135-A2A9-C21EE3082AEC}" destId="{4CD34BFC-3BE1-47A0-8551-177C306B7248}" srcOrd="2" destOrd="0" parTransId="{6E270AA6-77BF-4E1D-883A-09A7491052B5}" sibTransId="{C00C5CA3-B272-4465-BF94-0597A8026845}"/>
    <dgm:cxn modelId="{BF341750-9FE6-401E-8BB1-62E3CF4B07A0}" srcId="{9BC0FD04-41CD-4135-A2A9-C21EE3082AEC}" destId="{6BDAA991-A9AE-4FC1-97D8-C8EDED656C37}" srcOrd="0" destOrd="0" parTransId="{AABA9133-0011-49A4-B322-561C3AC635C3}" sibTransId="{F1F1D313-581D-430B-B399-93F73A4A2658}"/>
    <dgm:cxn modelId="{D5FF1D72-7A05-44B5-BD36-1C4C2ED11F3E}" type="presOf" srcId="{D277B335-33EC-4B1C-8576-50E50CA44C63}" destId="{11B1345E-EF74-4678-8D58-23CF252F26D0}" srcOrd="0" destOrd="0" presId="urn:microsoft.com/office/officeart/2018/2/layout/IconVerticalSolidList"/>
    <dgm:cxn modelId="{A43F5BC7-BE1D-4AB2-A68B-055D15D98199}" srcId="{9BC0FD04-41CD-4135-A2A9-C21EE3082AEC}" destId="{D277B335-33EC-4B1C-8576-50E50CA44C63}" srcOrd="3" destOrd="0" parTransId="{5495AAA2-91FA-4259-AA33-E62683B4A411}" sibTransId="{3B35352C-774D-42B0-AFA5-B162DD3D9A1F}"/>
    <dgm:cxn modelId="{B13074D2-E935-4964-8828-CBC35E3F5E49}" srcId="{9BC0FD04-41CD-4135-A2A9-C21EE3082AEC}" destId="{1F8F003E-541B-43B5-9A90-3B88AC0EEEFA}" srcOrd="1" destOrd="0" parTransId="{E4E4A0F1-33FD-4BEC-A5C1-926A9F415D7B}" sibTransId="{65E4517A-AB49-4CD9-B3AC-D91FFDBC2AD6}"/>
    <dgm:cxn modelId="{599595E2-3835-4042-BDA6-D1391B9B24EA}" type="presOf" srcId="{6BDAA991-A9AE-4FC1-97D8-C8EDED656C37}" destId="{12E34C68-C8CB-4D30-9EB9-E36407D8A7D7}" srcOrd="0" destOrd="0" presId="urn:microsoft.com/office/officeart/2018/2/layout/IconVerticalSolidList"/>
    <dgm:cxn modelId="{303037E2-66A7-4A00-87E5-A27C631176F7}" type="presParOf" srcId="{2A7AB466-AF54-49E1-A7F1-A70229240EA3}" destId="{9FC6EC4D-B387-4C45-B942-FF8869329815}" srcOrd="0" destOrd="0" presId="urn:microsoft.com/office/officeart/2018/2/layout/IconVerticalSolidList"/>
    <dgm:cxn modelId="{64144D50-14EF-4C28-A49D-2A161355D668}" type="presParOf" srcId="{9FC6EC4D-B387-4C45-B942-FF8869329815}" destId="{1A0A7220-2FEB-413D-99FC-E231DA4298D8}" srcOrd="0" destOrd="0" presId="urn:microsoft.com/office/officeart/2018/2/layout/IconVerticalSolidList"/>
    <dgm:cxn modelId="{8C629BB4-FAFB-420E-8039-5DA2FBEB03B5}" type="presParOf" srcId="{9FC6EC4D-B387-4C45-B942-FF8869329815}" destId="{359CE933-BB1A-40B5-9599-223CC23AFE5E}" srcOrd="1" destOrd="0" presId="urn:microsoft.com/office/officeart/2018/2/layout/IconVerticalSolidList"/>
    <dgm:cxn modelId="{9BE05F1E-1947-49A8-A939-B04EC31D8FE3}" type="presParOf" srcId="{9FC6EC4D-B387-4C45-B942-FF8869329815}" destId="{E03B6201-5BEB-4060-BFFF-C8A941C7F86A}" srcOrd="2" destOrd="0" presId="urn:microsoft.com/office/officeart/2018/2/layout/IconVerticalSolidList"/>
    <dgm:cxn modelId="{DC33DFDB-699D-4C0B-913F-CD84E676C75C}" type="presParOf" srcId="{9FC6EC4D-B387-4C45-B942-FF8869329815}" destId="{12E34C68-C8CB-4D30-9EB9-E36407D8A7D7}" srcOrd="3" destOrd="0" presId="urn:microsoft.com/office/officeart/2018/2/layout/IconVerticalSolidList"/>
    <dgm:cxn modelId="{F324F452-F758-4608-8956-7CBB82D8B07F}" type="presParOf" srcId="{2A7AB466-AF54-49E1-A7F1-A70229240EA3}" destId="{1CC4D4C8-8684-4159-A3DF-2A8B9B9E0FE2}" srcOrd="1" destOrd="0" presId="urn:microsoft.com/office/officeart/2018/2/layout/IconVerticalSolidList"/>
    <dgm:cxn modelId="{202D6DB7-1E0F-46E7-B885-84ACF1B890C9}" type="presParOf" srcId="{2A7AB466-AF54-49E1-A7F1-A70229240EA3}" destId="{FDC83A68-F409-47DA-9423-0EE187040EB7}" srcOrd="2" destOrd="0" presId="urn:microsoft.com/office/officeart/2018/2/layout/IconVerticalSolidList"/>
    <dgm:cxn modelId="{5CB744CE-3D64-4562-81AD-8E7A9C44ECC9}" type="presParOf" srcId="{FDC83A68-F409-47DA-9423-0EE187040EB7}" destId="{269A44FF-A51A-4ED5-9F8B-1AECC7016AC6}" srcOrd="0" destOrd="0" presId="urn:microsoft.com/office/officeart/2018/2/layout/IconVerticalSolidList"/>
    <dgm:cxn modelId="{BD23664D-9ED1-4ADB-B18A-D317C9939FBD}" type="presParOf" srcId="{FDC83A68-F409-47DA-9423-0EE187040EB7}" destId="{B65C74F8-F963-4A8E-AF1E-42436DC6C38A}" srcOrd="1" destOrd="0" presId="urn:microsoft.com/office/officeart/2018/2/layout/IconVerticalSolidList"/>
    <dgm:cxn modelId="{243AC8E7-1B0D-4236-BCA7-0062A4ED5070}" type="presParOf" srcId="{FDC83A68-F409-47DA-9423-0EE187040EB7}" destId="{74473FB7-BF8C-4A20-A071-B9E91016C4E5}" srcOrd="2" destOrd="0" presId="urn:microsoft.com/office/officeart/2018/2/layout/IconVerticalSolidList"/>
    <dgm:cxn modelId="{099C18F4-1A29-4DE4-8909-C8C415D01919}" type="presParOf" srcId="{FDC83A68-F409-47DA-9423-0EE187040EB7}" destId="{1B642B8F-781B-410B-B622-DB9844C63AA0}" srcOrd="3" destOrd="0" presId="urn:microsoft.com/office/officeart/2018/2/layout/IconVerticalSolidList"/>
    <dgm:cxn modelId="{A2D73C80-09FF-47EF-ACCE-9F500E1564F7}" type="presParOf" srcId="{2A7AB466-AF54-49E1-A7F1-A70229240EA3}" destId="{9F623719-B791-4464-B193-16A9010787D8}" srcOrd="3" destOrd="0" presId="urn:microsoft.com/office/officeart/2018/2/layout/IconVerticalSolidList"/>
    <dgm:cxn modelId="{1618B626-696F-4242-9440-C38A4545CACB}" type="presParOf" srcId="{2A7AB466-AF54-49E1-A7F1-A70229240EA3}" destId="{933A6682-0449-4FA7-9DA4-D3CD70276D97}" srcOrd="4" destOrd="0" presId="urn:microsoft.com/office/officeart/2018/2/layout/IconVerticalSolidList"/>
    <dgm:cxn modelId="{303FACB5-A55B-49C8-9972-2CADEB7DC94A}" type="presParOf" srcId="{933A6682-0449-4FA7-9DA4-D3CD70276D97}" destId="{ADA5E30E-2600-4CF4-A8C7-6D8C35D33787}" srcOrd="0" destOrd="0" presId="urn:microsoft.com/office/officeart/2018/2/layout/IconVerticalSolidList"/>
    <dgm:cxn modelId="{6DBA9F35-72B6-413D-BAC7-921B187D7338}" type="presParOf" srcId="{933A6682-0449-4FA7-9DA4-D3CD70276D97}" destId="{1B091D0B-68B0-4F2A-822D-C041A6356610}" srcOrd="1" destOrd="0" presId="urn:microsoft.com/office/officeart/2018/2/layout/IconVerticalSolidList"/>
    <dgm:cxn modelId="{575B3F79-084B-4EFB-8EA1-C25F80D62FC9}" type="presParOf" srcId="{933A6682-0449-4FA7-9DA4-D3CD70276D97}" destId="{BC91F8CB-B769-4A30-B659-0EAF915BD1AD}" srcOrd="2" destOrd="0" presId="urn:microsoft.com/office/officeart/2018/2/layout/IconVerticalSolidList"/>
    <dgm:cxn modelId="{168FFC83-C4E9-4C92-901A-24826FA91CB0}" type="presParOf" srcId="{933A6682-0449-4FA7-9DA4-D3CD70276D97}" destId="{B5A24E0E-57C3-4D2E-9B76-FB44DE5A18A6}" srcOrd="3" destOrd="0" presId="urn:microsoft.com/office/officeart/2018/2/layout/IconVerticalSolidList"/>
    <dgm:cxn modelId="{9573D486-CAC9-4AFB-9100-C6B5C571C332}" type="presParOf" srcId="{2A7AB466-AF54-49E1-A7F1-A70229240EA3}" destId="{C486B2BD-F198-4E14-B15D-C95660E11D1D}" srcOrd="5" destOrd="0" presId="urn:microsoft.com/office/officeart/2018/2/layout/IconVerticalSolidList"/>
    <dgm:cxn modelId="{E9855A6E-D331-4ECB-8804-534634222B0E}" type="presParOf" srcId="{2A7AB466-AF54-49E1-A7F1-A70229240EA3}" destId="{ACEFF0E5-E6B0-4ED3-9898-A1ED98B156B7}" srcOrd="6" destOrd="0" presId="urn:microsoft.com/office/officeart/2018/2/layout/IconVerticalSolidList"/>
    <dgm:cxn modelId="{22B643B6-1060-4374-B963-8DC673C23D4A}" type="presParOf" srcId="{ACEFF0E5-E6B0-4ED3-9898-A1ED98B156B7}" destId="{3306D941-C751-4FBB-8479-679B662BAE6F}" srcOrd="0" destOrd="0" presId="urn:microsoft.com/office/officeart/2018/2/layout/IconVerticalSolidList"/>
    <dgm:cxn modelId="{33E1E069-4165-4294-8593-F53613DB8884}" type="presParOf" srcId="{ACEFF0E5-E6B0-4ED3-9898-A1ED98B156B7}" destId="{A5BEEB50-50FA-4526-95FD-A1EA17EA1DC4}" srcOrd="1" destOrd="0" presId="urn:microsoft.com/office/officeart/2018/2/layout/IconVerticalSolidList"/>
    <dgm:cxn modelId="{AD5F1055-9784-4FCB-ACD7-7D679E22F660}" type="presParOf" srcId="{ACEFF0E5-E6B0-4ED3-9898-A1ED98B156B7}" destId="{C0A5A80F-7D69-41E4-855A-0D8387980A1F}" srcOrd="2" destOrd="0" presId="urn:microsoft.com/office/officeart/2018/2/layout/IconVerticalSolidList"/>
    <dgm:cxn modelId="{29B79358-1B86-40FA-929F-6D41ABC5CECB}" type="presParOf" srcId="{ACEFF0E5-E6B0-4ED3-9898-A1ED98B156B7}" destId="{11B1345E-EF74-4678-8D58-23CF252F26D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6.xml><?xml version="1.0" encoding="utf-8"?>
<dgm:dataModel xmlns:dgm="http://schemas.openxmlformats.org/drawingml/2006/diagram" xmlns:a="http://schemas.openxmlformats.org/drawingml/2006/main">
  <dgm:ptLst>
    <dgm:pt modelId="{2CD5D3A0-64FD-4535-AD02-8B52E2A40F87}" type="doc">
      <dgm:prSet loTypeId="urn:microsoft.com/office/officeart/2018/2/layout/IconVerticalSolidList" loCatId="icon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FF2FB090-3406-46CA-A130-0E34D3704C0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Secure AI model access via Arc-managed credentials </a:t>
          </a:r>
        </a:p>
      </dgm:t>
    </dgm:pt>
    <dgm:pt modelId="{ECA557BD-BBAE-489D-909F-555E37119F1B}" type="parTrans" cxnId="{5ACF118E-B7D4-43F1-A6E0-414277EEC066}">
      <dgm:prSet/>
      <dgm:spPr/>
      <dgm:t>
        <a:bodyPr/>
        <a:lstStyle/>
        <a:p>
          <a:endParaRPr lang="en-US"/>
        </a:p>
      </dgm:t>
    </dgm:pt>
    <dgm:pt modelId="{CB80F93C-32A5-46ED-8E33-226F084F5C73}" type="sibTrans" cxnId="{5ACF118E-B7D4-43F1-A6E0-414277EEC066}">
      <dgm:prSet/>
      <dgm:spPr/>
      <dgm:t>
        <a:bodyPr/>
        <a:lstStyle/>
        <a:p>
          <a:endParaRPr lang="en-US"/>
        </a:p>
      </dgm:t>
    </dgm:pt>
    <dgm:pt modelId="{80640523-4EAB-4187-A6DD-6C63E0DE360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Fabric mirroring configuration and management </a:t>
          </a:r>
        </a:p>
      </dgm:t>
    </dgm:pt>
    <dgm:pt modelId="{59F76805-8608-480E-9899-B27D045ED911}" type="parTrans" cxnId="{AAB25C67-1C48-4374-A263-52C108CDF8D7}">
      <dgm:prSet/>
      <dgm:spPr/>
      <dgm:t>
        <a:bodyPr/>
        <a:lstStyle/>
        <a:p>
          <a:endParaRPr lang="en-US"/>
        </a:p>
      </dgm:t>
    </dgm:pt>
    <dgm:pt modelId="{B4B65CF6-C881-4D70-A91B-DEF71872FF41}" type="sibTrans" cxnId="{AAB25C67-1C48-4374-A263-52C108CDF8D7}">
      <dgm:prSet/>
      <dgm:spPr/>
      <dgm:t>
        <a:bodyPr/>
        <a:lstStyle/>
        <a:p>
          <a:endParaRPr lang="en-US"/>
        </a:p>
      </dgm:t>
    </dgm:pt>
    <dgm:pt modelId="{09C1912E-513F-42AE-BABA-3075613295C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Backup to URL with Managed Identity </a:t>
          </a:r>
        </a:p>
      </dgm:t>
    </dgm:pt>
    <dgm:pt modelId="{0C32409D-2FC3-4C05-8EDD-B97B4E5A240F}" type="parTrans" cxnId="{72D7A927-5BCB-437A-9A79-482896CEE0AE}">
      <dgm:prSet/>
      <dgm:spPr/>
      <dgm:t>
        <a:bodyPr/>
        <a:lstStyle/>
        <a:p>
          <a:endParaRPr lang="en-US"/>
        </a:p>
      </dgm:t>
    </dgm:pt>
    <dgm:pt modelId="{93757299-F03F-4082-B2F7-44A7427D9544}" type="sibTrans" cxnId="{72D7A927-5BCB-437A-9A79-482896CEE0AE}">
      <dgm:prSet/>
      <dgm:spPr/>
      <dgm:t>
        <a:bodyPr/>
        <a:lstStyle/>
        <a:p>
          <a:endParaRPr lang="en-US"/>
        </a:p>
      </dgm:t>
    </dgm:pt>
    <dgm:pt modelId="{929C0D35-773F-4CD3-BE62-55FDCEC6564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Backup to Azure immutable storage</a:t>
          </a:r>
        </a:p>
      </dgm:t>
    </dgm:pt>
    <dgm:pt modelId="{6319D6F2-D0C3-42E9-A2D9-C0F5B72CAA85}" type="parTrans" cxnId="{0185F027-E132-4AE4-9EB8-C1D5385D2A47}">
      <dgm:prSet/>
      <dgm:spPr/>
      <dgm:t>
        <a:bodyPr/>
        <a:lstStyle/>
        <a:p>
          <a:endParaRPr lang="en-US"/>
        </a:p>
      </dgm:t>
    </dgm:pt>
    <dgm:pt modelId="{9AE9A53C-C81C-4875-AE5D-CEBCD38169E9}" type="sibTrans" cxnId="{0185F027-E132-4AE4-9EB8-C1D5385D2A47}">
      <dgm:prSet/>
      <dgm:spPr/>
      <dgm:t>
        <a:bodyPr/>
        <a:lstStyle/>
        <a:p>
          <a:endParaRPr lang="en-US"/>
        </a:p>
      </dgm:t>
    </dgm:pt>
    <dgm:pt modelId="{4CE199E5-2A3F-4500-AAD9-8668F5474C35}" type="pres">
      <dgm:prSet presAssocID="{2CD5D3A0-64FD-4535-AD02-8B52E2A40F87}" presName="root" presStyleCnt="0">
        <dgm:presLayoutVars>
          <dgm:dir/>
          <dgm:resizeHandles val="exact"/>
        </dgm:presLayoutVars>
      </dgm:prSet>
      <dgm:spPr/>
    </dgm:pt>
    <dgm:pt modelId="{5C326990-B0DD-4B96-A57D-83AE1E2D1513}" type="pres">
      <dgm:prSet presAssocID="{FF2FB090-3406-46CA-A130-0E34D3704C02}" presName="compNode" presStyleCnt="0"/>
      <dgm:spPr/>
    </dgm:pt>
    <dgm:pt modelId="{D0775B51-40D1-45FF-AB90-A3BC089C0536}" type="pres">
      <dgm:prSet presAssocID="{FF2FB090-3406-46CA-A130-0E34D3704C02}" presName="bgRect" presStyleLbl="bgShp" presStyleIdx="0" presStyleCnt="4"/>
      <dgm:spPr/>
    </dgm:pt>
    <dgm:pt modelId="{4DDD9570-953C-4E4F-BB2F-E0F017BE0A94}" type="pres">
      <dgm:prSet presAssocID="{FF2FB090-3406-46CA-A130-0E34D3704C02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249B5A55-845F-4CFD-9B39-2EE1F366FB51}" type="pres">
      <dgm:prSet presAssocID="{FF2FB090-3406-46CA-A130-0E34D3704C02}" presName="spaceRect" presStyleCnt="0"/>
      <dgm:spPr/>
    </dgm:pt>
    <dgm:pt modelId="{A880EC89-603B-4992-9FD5-C15E310436BF}" type="pres">
      <dgm:prSet presAssocID="{FF2FB090-3406-46CA-A130-0E34D3704C02}" presName="parTx" presStyleLbl="revTx" presStyleIdx="0" presStyleCnt="4">
        <dgm:presLayoutVars>
          <dgm:chMax val="0"/>
          <dgm:chPref val="0"/>
        </dgm:presLayoutVars>
      </dgm:prSet>
      <dgm:spPr/>
    </dgm:pt>
    <dgm:pt modelId="{2476B3BF-78C8-478A-99C7-75D4D5209274}" type="pres">
      <dgm:prSet presAssocID="{CB80F93C-32A5-46ED-8E33-226F084F5C73}" presName="sibTrans" presStyleCnt="0"/>
      <dgm:spPr/>
    </dgm:pt>
    <dgm:pt modelId="{714D1DC2-22AC-4D00-AD76-EF65DB269F15}" type="pres">
      <dgm:prSet presAssocID="{80640523-4EAB-4187-A6DD-6C63E0DE3600}" presName="compNode" presStyleCnt="0"/>
      <dgm:spPr/>
    </dgm:pt>
    <dgm:pt modelId="{68958C05-6E84-4525-872D-F2FA13F766BF}" type="pres">
      <dgm:prSet presAssocID="{80640523-4EAB-4187-A6DD-6C63E0DE3600}" presName="bgRect" presStyleLbl="bgShp" presStyleIdx="1" presStyleCnt="4"/>
      <dgm:spPr/>
    </dgm:pt>
    <dgm:pt modelId="{CC88FCCB-B88D-4937-9AF5-E005694AF8E5}" type="pres">
      <dgm:prSet presAssocID="{80640523-4EAB-4187-A6DD-6C63E0DE3600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239D12C0-EA0F-46AF-8565-896262273203}" type="pres">
      <dgm:prSet presAssocID="{80640523-4EAB-4187-A6DD-6C63E0DE3600}" presName="spaceRect" presStyleCnt="0"/>
      <dgm:spPr/>
    </dgm:pt>
    <dgm:pt modelId="{B8A5D71F-A7B1-4D72-98C1-086F1B602CB7}" type="pres">
      <dgm:prSet presAssocID="{80640523-4EAB-4187-A6DD-6C63E0DE3600}" presName="parTx" presStyleLbl="revTx" presStyleIdx="1" presStyleCnt="4">
        <dgm:presLayoutVars>
          <dgm:chMax val="0"/>
          <dgm:chPref val="0"/>
        </dgm:presLayoutVars>
      </dgm:prSet>
      <dgm:spPr/>
    </dgm:pt>
    <dgm:pt modelId="{AE001AFE-BFD8-4F68-A1B1-DB5CBAAFD4D1}" type="pres">
      <dgm:prSet presAssocID="{B4B65CF6-C881-4D70-A91B-DEF71872FF41}" presName="sibTrans" presStyleCnt="0"/>
      <dgm:spPr/>
    </dgm:pt>
    <dgm:pt modelId="{681D79E5-C225-457E-8CCA-82FD20CEC6D5}" type="pres">
      <dgm:prSet presAssocID="{09C1912E-513F-42AE-BABA-3075613295C6}" presName="compNode" presStyleCnt="0"/>
      <dgm:spPr/>
    </dgm:pt>
    <dgm:pt modelId="{12E62058-8296-4BBF-AB0C-4464986A9601}" type="pres">
      <dgm:prSet presAssocID="{09C1912E-513F-42AE-BABA-3075613295C6}" presName="bgRect" presStyleLbl="bgShp" presStyleIdx="2" presStyleCnt="4"/>
      <dgm:spPr/>
    </dgm:pt>
    <dgm:pt modelId="{5F816B60-070A-4115-92A0-FA8581C4481F}" type="pres">
      <dgm:prSet presAssocID="{09C1912E-513F-42AE-BABA-3075613295C6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E969F9CF-8AF2-4082-BE36-6C027D81663E}" type="pres">
      <dgm:prSet presAssocID="{09C1912E-513F-42AE-BABA-3075613295C6}" presName="spaceRect" presStyleCnt="0"/>
      <dgm:spPr/>
    </dgm:pt>
    <dgm:pt modelId="{90F86286-5F51-44E9-8B6A-F080E871E9B5}" type="pres">
      <dgm:prSet presAssocID="{09C1912E-513F-42AE-BABA-3075613295C6}" presName="parTx" presStyleLbl="revTx" presStyleIdx="2" presStyleCnt="4">
        <dgm:presLayoutVars>
          <dgm:chMax val="0"/>
          <dgm:chPref val="0"/>
        </dgm:presLayoutVars>
      </dgm:prSet>
      <dgm:spPr/>
    </dgm:pt>
    <dgm:pt modelId="{C3322C68-297A-4508-A9B1-86A3A075DCD2}" type="pres">
      <dgm:prSet presAssocID="{93757299-F03F-4082-B2F7-44A7427D9544}" presName="sibTrans" presStyleCnt="0"/>
      <dgm:spPr/>
    </dgm:pt>
    <dgm:pt modelId="{0F1E1BC9-4CF8-468A-A6CB-BA02B96B9E69}" type="pres">
      <dgm:prSet presAssocID="{929C0D35-773F-4CD3-BE62-55FDCEC6564A}" presName="compNode" presStyleCnt="0"/>
      <dgm:spPr/>
    </dgm:pt>
    <dgm:pt modelId="{44D360B2-743C-40A1-A390-8761EF4C8CD7}" type="pres">
      <dgm:prSet presAssocID="{929C0D35-773F-4CD3-BE62-55FDCEC6564A}" presName="bgRect" presStyleLbl="bgShp" presStyleIdx="3" presStyleCnt="4"/>
      <dgm:spPr/>
    </dgm:pt>
    <dgm:pt modelId="{6BE9455C-02AE-474C-BF60-8ADFC2B003D2}" type="pres">
      <dgm:prSet presAssocID="{929C0D35-773F-4CD3-BE62-55FDCEC6564A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ECFF05E0-B0D0-45ED-BEB2-E05E9DC0C9E1}" type="pres">
      <dgm:prSet presAssocID="{929C0D35-773F-4CD3-BE62-55FDCEC6564A}" presName="spaceRect" presStyleCnt="0"/>
      <dgm:spPr/>
    </dgm:pt>
    <dgm:pt modelId="{50D0B4B8-DACC-44B2-87F8-D96BED767223}" type="pres">
      <dgm:prSet presAssocID="{929C0D35-773F-4CD3-BE62-55FDCEC6564A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72D7A927-5BCB-437A-9A79-482896CEE0AE}" srcId="{2CD5D3A0-64FD-4535-AD02-8B52E2A40F87}" destId="{09C1912E-513F-42AE-BABA-3075613295C6}" srcOrd="2" destOrd="0" parTransId="{0C32409D-2FC3-4C05-8EDD-B97B4E5A240F}" sibTransId="{93757299-F03F-4082-B2F7-44A7427D9544}"/>
    <dgm:cxn modelId="{0185F027-E132-4AE4-9EB8-C1D5385D2A47}" srcId="{2CD5D3A0-64FD-4535-AD02-8B52E2A40F87}" destId="{929C0D35-773F-4CD3-BE62-55FDCEC6564A}" srcOrd="3" destOrd="0" parTransId="{6319D6F2-D0C3-42E9-A2D9-C0F5B72CAA85}" sibTransId="{9AE9A53C-C81C-4875-AE5D-CEBCD38169E9}"/>
    <dgm:cxn modelId="{AAB25C67-1C48-4374-A263-52C108CDF8D7}" srcId="{2CD5D3A0-64FD-4535-AD02-8B52E2A40F87}" destId="{80640523-4EAB-4187-A6DD-6C63E0DE3600}" srcOrd="1" destOrd="0" parTransId="{59F76805-8608-480E-9899-B27D045ED911}" sibTransId="{B4B65CF6-C881-4D70-A91B-DEF71872FF41}"/>
    <dgm:cxn modelId="{5ACF118E-B7D4-43F1-A6E0-414277EEC066}" srcId="{2CD5D3A0-64FD-4535-AD02-8B52E2A40F87}" destId="{FF2FB090-3406-46CA-A130-0E34D3704C02}" srcOrd="0" destOrd="0" parTransId="{ECA557BD-BBAE-489D-909F-555E37119F1B}" sibTransId="{CB80F93C-32A5-46ED-8E33-226F084F5C73}"/>
    <dgm:cxn modelId="{1E6F63A3-78B6-403D-B8BE-3830F2C84F99}" type="presOf" srcId="{80640523-4EAB-4187-A6DD-6C63E0DE3600}" destId="{B8A5D71F-A7B1-4D72-98C1-086F1B602CB7}" srcOrd="0" destOrd="0" presId="urn:microsoft.com/office/officeart/2018/2/layout/IconVerticalSolidList"/>
    <dgm:cxn modelId="{428F39CA-8874-4FA4-A178-D95C2238928C}" type="presOf" srcId="{929C0D35-773F-4CD3-BE62-55FDCEC6564A}" destId="{50D0B4B8-DACC-44B2-87F8-D96BED767223}" srcOrd="0" destOrd="0" presId="urn:microsoft.com/office/officeart/2018/2/layout/IconVerticalSolidList"/>
    <dgm:cxn modelId="{17550BCE-594A-41ED-A599-5C8B5E3AD144}" type="presOf" srcId="{09C1912E-513F-42AE-BABA-3075613295C6}" destId="{90F86286-5F51-44E9-8B6A-F080E871E9B5}" srcOrd="0" destOrd="0" presId="urn:microsoft.com/office/officeart/2018/2/layout/IconVerticalSolidList"/>
    <dgm:cxn modelId="{5069E7D3-8EF9-4DF2-8C14-9130C3EE9041}" type="presOf" srcId="{2CD5D3A0-64FD-4535-AD02-8B52E2A40F87}" destId="{4CE199E5-2A3F-4500-AAD9-8668F5474C35}" srcOrd="0" destOrd="0" presId="urn:microsoft.com/office/officeart/2018/2/layout/IconVerticalSolidList"/>
    <dgm:cxn modelId="{5F6BC4EC-DE90-4AFF-A42B-B43D724D0645}" type="presOf" srcId="{FF2FB090-3406-46CA-A130-0E34D3704C02}" destId="{A880EC89-603B-4992-9FD5-C15E310436BF}" srcOrd="0" destOrd="0" presId="urn:microsoft.com/office/officeart/2018/2/layout/IconVerticalSolidList"/>
    <dgm:cxn modelId="{269202AD-A752-47BF-8E66-ECDE16AB6020}" type="presParOf" srcId="{4CE199E5-2A3F-4500-AAD9-8668F5474C35}" destId="{5C326990-B0DD-4B96-A57D-83AE1E2D1513}" srcOrd="0" destOrd="0" presId="urn:microsoft.com/office/officeart/2018/2/layout/IconVerticalSolidList"/>
    <dgm:cxn modelId="{B4CD49D0-8AB0-4900-9078-09D68B24FBAE}" type="presParOf" srcId="{5C326990-B0DD-4B96-A57D-83AE1E2D1513}" destId="{D0775B51-40D1-45FF-AB90-A3BC089C0536}" srcOrd="0" destOrd="0" presId="urn:microsoft.com/office/officeart/2018/2/layout/IconVerticalSolidList"/>
    <dgm:cxn modelId="{6456DD8A-2B92-40A8-8D3B-538DA08A2FD1}" type="presParOf" srcId="{5C326990-B0DD-4B96-A57D-83AE1E2D1513}" destId="{4DDD9570-953C-4E4F-BB2F-E0F017BE0A94}" srcOrd="1" destOrd="0" presId="urn:microsoft.com/office/officeart/2018/2/layout/IconVerticalSolidList"/>
    <dgm:cxn modelId="{2C838BC5-D211-4F1E-A8FA-FC015FCF44F8}" type="presParOf" srcId="{5C326990-B0DD-4B96-A57D-83AE1E2D1513}" destId="{249B5A55-845F-4CFD-9B39-2EE1F366FB51}" srcOrd="2" destOrd="0" presId="urn:microsoft.com/office/officeart/2018/2/layout/IconVerticalSolidList"/>
    <dgm:cxn modelId="{5EE16557-9D8E-4BE6-AA73-7FC0A30FC331}" type="presParOf" srcId="{5C326990-B0DD-4B96-A57D-83AE1E2D1513}" destId="{A880EC89-603B-4992-9FD5-C15E310436BF}" srcOrd="3" destOrd="0" presId="urn:microsoft.com/office/officeart/2018/2/layout/IconVerticalSolidList"/>
    <dgm:cxn modelId="{251216F6-5F01-41D0-8891-220A86DF9089}" type="presParOf" srcId="{4CE199E5-2A3F-4500-AAD9-8668F5474C35}" destId="{2476B3BF-78C8-478A-99C7-75D4D5209274}" srcOrd="1" destOrd="0" presId="urn:microsoft.com/office/officeart/2018/2/layout/IconVerticalSolidList"/>
    <dgm:cxn modelId="{C0E7D6C7-C96E-410D-B3A9-4C7EAAD9BF32}" type="presParOf" srcId="{4CE199E5-2A3F-4500-AAD9-8668F5474C35}" destId="{714D1DC2-22AC-4D00-AD76-EF65DB269F15}" srcOrd="2" destOrd="0" presId="urn:microsoft.com/office/officeart/2018/2/layout/IconVerticalSolidList"/>
    <dgm:cxn modelId="{CEAD6C43-89B4-40A9-A996-8EF9AFF5BB4B}" type="presParOf" srcId="{714D1DC2-22AC-4D00-AD76-EF65DB269F15}" destId="{68958C05-6E84-4525-872D-F2FA13F766BF}" srcOrd="0" destOrd="0" presId="urn:microsoft.com/office/officeart/2018/2/layout/IconVerticalSolidList"/>
    <dgm:cxn modelId="{CB55675E-4397-427E-83B5-96FF4B99BDA6}" type="presParOf" srcId="{714D1DC2-22AC-4D00-AD76-EF65DB269F15}" destId="{CC88FCCB-B88D-4937-9AF5-E005694AF8E5}" srcOrd="1" destOrd="0" presId="urn:microsoft.com/office/officeart/2018/2/layout/IconVerticalSolidList"/>
    <dgm:cxn modelId="{6A670E43-AB21-4DBD-8549-4832E2923731}" type="presParOf" srcId="{714D1DC2-22AC-4D00-AD76-EF65DB269F15}" destId="{239D12C0-EA0F-46AF-8565-896262273203}" srcOrd="2" destOrd="0" presId="urn:microsoft.com/office/officeart/2018/2/layout/IconVerticalSolidList"/>
    <dgm:cxn modelId="{98CC71EB-C13A-400D-BB7B-5F2335713296}" type="presParOf" srcId="{714D1DC2-22AC-4D00-AD76-EF65DB269F15}" destId="{B8A5D71F-A7B1-4D72-98C1-086F1B602CB7}" srcOrd="3" destOrd="0" presId="urn:microsoft.com/office/officeart/2018/2/layout/IconVerticalSolidList"/>
    <dgm:cxn modelId="{8EBB304C-B7AC-4447-8024-39C9AE7F266D}" type="presParOf" srcId="{4CE199E5-2A3F-4500-AAD9-8668F5474C35}" destId="{AE001AFE-BFD8-4F68-A1B1-DB5CBAAFD4D1}" srcOrd="3" destOrd="0" presId="urn:microsoft.com/office/officeart/2018/2/layout/IconVerticalSolidList"/>
    <dgm:cxn modelId="{9AAE8FC7-8023-406D-BCAF-CABBACD43C07}" type="presParOf" srcId="{4CE199E5-2A3F-4500-AAD9-8668F5474C35}" destId="{681D79E5-C225-457E-8CCA-82FD20CEC6D5}" srcOrd="4" destOrd="0" presId="urn:microsoft.com/office/officeart/2018/2/layout/IconVerticalSolidList"/>
    <dgm:cxn modelId="{72047048-FF86-49D6-AAF6-B7798477D098}" type="presParOf" srcId="{681D79E5-C225-457E-8CCA-82FD20CEC6D5}" destId="{12E62058-8296-4BBF-AB0C-4464986A9601}" srcOrd="0" destOrd="0" presId="urn:microsoft.com/office/officeart/2018/2/layout/IconVerticalSolidList"/>
    <dgm:cxn modelId="{54F7E6AD-E719-43A4-8C49-8BFC037AAA40}" type="presParOf" srcId="{681D79E5-C225-457E-8CCA-82FD20CEC6D5}" destId="{5F816B60-070A-4115-92A0-FA8581C4481F}" srcOrd="1" destOrd="0" presId="urn:microsoft.com/office/officeart/2018/2/layout/IconVerticalSolidList"/>
    <dgm:cxn modelId="{7A7DF025-5B8C-49BE-986C-4F977CF9B27D}" type="presParOf" srcId="{681D79E5-C225-457E-8CCA-82FD20CEC6D5}" destId="{E969F9CF-8AF2-4082-BE36-6C027D81663E}" srcOrd="2" destOrd="0" presId="urn:microsoft.com/office/officeart/2018/2/layout/IconVerticalSolidList"/>
    <dgm:cxn modelId="{4D617D7F-EB21-490A-9C4B-1C5410F24BD8}" type="presParOf" srcId="{681D79E5-C225-457E-8CCA-82FD20CEC6D5}" destId="{90F86286-5F51-44E9-8B6A-F080E871E9B5}" srcOrd="3" destOrd="0" presId="urn:microsoft.com/office/officeart/2018/2/layout/IconVerticalSolidList"/>
    <dgm:cxn modelId="{A116EA3D-8227-4F08-A2B2-4ABB9022F45B}" type="presParOf" srcId="{4CE199E5-2A3F-4500-AAD9-8668F5474C35}" destId="{C3322C68-297A-4508-A9B1-86A3A075DCD2}" srcOrd="5" destOrd="0" presId="urn:microsoft.com/office/officeart/2018/2/layout/IconVerticalSolidList"/>
    <dgm:cxn modelId="{FE067A26-21C8-4015-AA72-722BFA1CA6DB}" type="presParOf" srcId="{4CE199E5-2A3F-4500-AAD9-8668F5474C35}" destId="{0F1E1BC9-4CF8-468A-A6CB-BA02B96B9E69}" srcOrd="6" destOrd="0" presId="urn:microsoft.com/office/officeart/2018/2/layout/IconVerticalSolidList"/>
    <dgm:cxn modelId="{5E76749A-221F-49F7-82CD-7430713C53F4}" type="presParOf" srcId="{0F1E1BC9-4CF8-468A-A6CB-BA02B96B9E69}" destId="{44D360B2-743C-40A1-A390-8761EF4C8CD7}" srcOrd="0" destOrd="0" presId="urn:microsoft.com/office/officeart/2018/2/layout/IconVerticalSolidList"/>
    <dgm:cxn modelId="{4B578FC2-058A-4799-865D-A6548864E93A}" type="presParOf" srcId="{0F1E1BC9-4CF8-468A-A6CB-BA02B96B9E69}" destId="{6BE9455C-02AE-474C-BF60-8ADFC2B003D2}" srcOrd="1" destOrd="0" presId="urn:microsoft.com/office/officeart/2018/2/layout/IconVerticalSolidList"/>
    <dgm:cxn modelId="{984C36FD-4D8A-4166-A215-EED536BA6948}" type="presParOf" srcId="{0F1E1BC9-4CF8-468A-A6CB-BA02B96B9E69}" destId="{ECFF05E0-B0D0-45ED-BEB2-E05E9DC0C9E1}" srcOrd="2" destOrd="0" presId="urn:microsoft.com/office/officeart/2018/2/layout/IconVerticalSolidList"/>
    <dgm:cxn modelId="{0739FD61-8DFB-4C52-A772-D96B525143B0}" type="presParOf" srcId="{0F1E1BC9-4CF8-468A-A6CB-BA02B96B9E69}" destId="{50D0B4B8-DACC-44B2-87F8-D96BED76722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7.xml><?xml version="1.0" encoding="utf-8"?>
<dgm:dataModel xmlns:dgm="http://schemas.openxmlformats.org/drawingml/2006/diagram" xmlns:a="http://schemas.openxmlformats.org/drawingml/2006/main">
  <dgm:ptLst>
    <dgm:pt modelId="{F9E745C8-7CDA-4A54-A487-800E32AB54C7}" type="doc">
      <dgm:prSet loTypeId="urn:microsoft.com/office/officeart/2005/8/layout/vList2" loCatId="list" qsTypeId="urn:microsoft.com/office/officeart/2005/8/quickstyle/simple1" qsCatId="simple" csTypeId="urn:microsoft.com/office/officeart/2005/8/colors/colorful3" csCatId="colorful"/>
      <dgm:spPr/>
      <dgm:t>
        <a:bodyPr/>
        <a:lstStyle/>
        <a:p>
          <a:endParaRPr lang="en-US"/>
        </a:p>
      </dgm:t>
    </dgm:pt>
    <dgm:pt modelId="{6A87F2DD-2CC5-4DCD-87D0-CDA9A4248996}">
      <dgm:prSet/>
      <dgm:spPr/>
      <dgm:t>
        <a:bodyPr/>
        <a:lstStyle/>
        <a:p>
          <a:r>
            <a:rPr lang="en-US" dirty="0"/>
            <a:t>Arc agent installation and registration </a:t>
          </a:r>
        </a:p>
      </dgm:t>
    </dgm:pt>
    <dgm:pt modelId="{8811F488-E73A-4A6A-B7C2-0D3697C9EFAF}" type="parTrans" cxnId="{9873A8F4-C206-4A4E-A270-4A96AF2904A8}">
      <dgm:prSet/>
      <dgm:spPr/>
      <dgm:t>
        <a:bodyPr/>
        <a:lstStyle/>
        <a:p>
          <a:endParaRPr lang="en-US"/>
        </a:p>
      </dgm:t>
    </dgm:pt>
    <dgm:pt modelId="{A615F183-F1EB-4751-8B4B-666330E63157}" type="sibTrans" cxnId="{9873A8F4-C206-4A4E-A270-4A96AF2904A8}">
      <dgm:prSet/>
      <dgm:spPr/>
      <dgm:t>
        <a:bodyPr/>
        <a:lstStyle/>
        <a:p>
          <a:endParaRPr lang="en-US"/>
        </a:p>
      </dgm:t>
    </dgm:pt>
    <dgm:pt modelId="{5778AE58-62B3-46CD-B9DA-71EE849DFC29}">
      <dgm:prSet/>
      <dgm:spPr/>
      <dgm:t>
        <a:bodyPr/>
        <a:lstStyle/>
        <a:p>
          <a:r>
            <a:rPr lang="en-US"/>
            <a:t>Connecting SQL Server instances to Azure Arc </a:t>
          </a:r>
        </a:p>
      </dgm:t>
    </dgm:pt>
    <dgm:pt modelId="{A52C8BB0-3D49-4889-92A0-FF6FF87BF669}" type="parTrans" cxnId="{6E582EC3-BC00-4C17-A998-4948E0EF558D}">
      <dgm:prSet/>
      <dgm:spPr/>
      <dgm:t>
        <a:bodyPr/>
        <a:lstStyle/>
        <a:p>
          <a:endParaRPr lang="en-US"/>
        </a:p>
      </dgm:t>
    </dgm:pt>
    <dgm:pt modelId="{4F441C57-4ECD-4EFA-9E8E-9163B294948F}" type="sibTrans" cxnId="{6E582EC3-BC00-4C17-A998-4948E0EF558D}">
      <dgm:prSet/>
      <dgm:spPr/>
      <dgm:t>
        <a:bodyPr/>
        <a:lstStyle/>
        <a:p>
          <a:endParaRPr lang="en-US"/>
        </a:p>
      </dgm:t>
    </dgm:pt>
    <dgm:pt modelId="{F9B00AB1-0C2E-4AE7-8A5B-5FF8C2C3DA47}">
      <dgm:prSet/>
      <dgm:spPr/>
      <dgm:t>
        <a:bodyPr/>
        <a:lstStyle/>
        <a:p>
          <a:r>
            <a:rPr lang="en-US"/>
            <a:t>Azure resource representation of on-premises </a:t>
          </a:r>
        </a:p>
      </dgm:t>
    </dgm:pt>
    <dgm:pt modelId="{AF941FD7-D798-445E-918C-F7409A07CE91}" type="parTrans" cxnId="{4A72E13C-BBDE-433B-B72F-84EA7B867082}">
      <dgm:prSet/>
      <dgm:spPr/>
      <dgm:t>
        <a:bodyPr/>
        <a:lstStyle/>
        <a:p>
          <a:endParaRPr lang="en-US"/>
        </a:p>
      </dgm:t>
    </dgm:pt>
    <dgm:pt modelId="{826F021E-9828-4820-8CDD-984F4D3CA077}" type="sibTrans" cxnId="{4A72E13C-BBDE-433B-B72F-84EA7B867082}">
      <dgm:prSet/>
      <dgm:spPr/>
      <dgm:t>
        <a:bodyPr/>
        <a:lstStyle/>
        <a:p>
          <a:endParaRPr lang="en-US"/>
        </a:p>
      </dgm:t>
    </dgm:pt>
    <dgm:pt modelId="{F4F15298-496B-491A-81D6-8DA531789BF9}">
      <dgm:prSet/>
      <dgm:spPr/>
      <dgm:t>
        <a:bodyPr/>
        <a:lstStyle/>
        <a:p>
          <a:r>
            <a:rPr lang="en-US"/>
            <a:t>SQL instances Network requirements and connectivity options</a:t>
          </a:r>
        </a:p>
      </dgm:t>
    </dgm:pt>
    <dgm:pt modelId="{449668A2-6744-45A7-8317-793B34F01301}" type="parTrans" cxnId="{1D75CE61-8D96-493C-A2FB-06DB745AC4E3}">
      <dgm:prSet/>
      <dgm:spPr/>
      <dgm:t>
        <a:bodyPr/>
        <a:lstStyle/>
        <a:p>
          <a:endParaRPr lang="en-US"/>
        </a:p>
      </dgm:t>
    </dgm:pt>
    <dgm:pt modelId="{B8F49DBB-2AD7-46F4-B6B4-1CD955991789}" type="sibTrans" cxnId="{1D75CE61-8D96-493C-A2FB-06DB745AC4E3}">
      <dgm:prSet/>
      <dgm:spPr/>
      <dgm:t>
        <a:bodyPr/>
        <a:lstStyle/>
        <a:p>
          <a:endParaRPr lang="en-US"/>
        </a:p>
      </dgm:t>
    </dgm:pt>
    <dgm:pt modelId="{4B16E48C-ACA7-C941-B889-32EBCD0611D8}" type="pres">
      <dgm:prSet presAssocID="{F9E745C8-7CDA-4A54-A487-800E32AB54C7}" presName="linear" presStyleCnt="0">
        <dgm:presLayoutVars>
          <dgm:animLvl val="lvl"/>
          <dgm:resizeHandles val="exact"/>
        </dgm:presLayoutVars>
      </dgm:prSet>
      <dgm:spPr/>
    </dgm:pt>
    <dgm:pt modelId="{4C289102-3D3E-BF4F-AD2A-799A3C618C36}" type="pres">
      <dgm:prSet presAssocID="{6A87F2DD-2CC5-4DCD-87D0-CDA9A424899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C1B9DC55-D9CE-1D4E-9DD1-DE69E85004F5}" type="pres">
      <dgm:prSet presAssocID="{A615F183-F1EB-4751-8B4B-666330E63157}" presName="spacer" presStyleCnt="0"/>
      <dgm:spPr/>
    </dgm:pt>
    <dgm:pt modelId="{E466C3AB-9D4D-B94F-8FD2-2D66E22E83E9}" type="pres">
      <dgm:prSet presAssocID="{5778AE58-62B3-46CD-B9DA-71EE849DFC2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B0AF6A7C-89E2-994B-8853-F52778767F63}" type="pres">
      <dgm:prSet presAssocID="{4F441C57-4ECD-4EFA-9E8E-9163B294948F}" presName="spacer" presStyleCnt="0"/>
      <dgm:spPr/>
    </dgm:pt>
    <dgm:pt modelId="{285F2C0D-3220-8A4A-9354-8E1E46317E88}" type="pres">
      <dgm:prSet presAssocID="{F9B00AB1-0C2E-4AE7-8A5B-5FF8C2C3DA47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C800F063-15E9-FD44-B5D3-B67C6CC28C38}" type="pres">
      <dgm:prSet presAssocID="{826F021E-9828-4820-8CDD-984F4D3CA077}" presName="spacer" presStyleCnt="0"/>
      <dgm:spPr/>
    </dgm:pt>
    <dgm:pt modelId="{A1FAF621-DCEE-B546-8C01-049D1ECB41BA}" type="pres">
      <dgm:prSet presAssocID="{F4F15298-496B-491A-81D6-8DA531789BF9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4A72E13C-BBDE-433B-B72F-84EA7B867082}" srcId="{F9E745C8-7CDA-4A54-A487-800E32AB54C7}" destId="{F9B00AB1-0C2E-4AE7-8A5B-5FF8C2C3DA47}" srcOrd="2" destOrd="0" parTransId="{AF941FD7-D798-445E-918C-F7409A07CE91}" sibTransId="{826F021E-9828-4820-8CDD-984F4D3CA077}"/>
    <dgm:cxn modelId="{C861725B-B954-3443-BD68-432EFC7DAFC1}" type="presOf" srcId="{F4F15298-496B-491A-81D6-8DA531789BF9}" destId="{A1FAF621-DCEE-B546-8C01-049D1ECB41BA}" srcOrd="0" destOrd="0" presId="urn:microsoft.com/office/officeart/2005/8/layout/vList2"/>
    <dgm:cxn modelId="{1D75CE61-8D96-493C-A2FB-06DB745AC4E3}" srcId="{F9E745C8-7CDA-4A54-A487-800E32AB54C7}" destId="{F4F15298-496B-491A-81D6-8DA531789BF9}" srcOrd="3" destOrd="0" parTransId="{449668A2-6744-45A7-8317-793B34F01301}" sibTransId="{B8F49DBB-2AD7-46F4-B6B4-1CD955991789}"/>
    <dgm:cxn modelId="{A0242A92-737D-4A40-871A-F417A04E2F46}" type="presOf" srcId="{5778AE58-62B3-46CD-B9DA-71EE849DFC29}" destId="{E466C3AB-9D4D-B94F-8FD2-2D66E22E83E9}" srcOrd="0" destOrd="0" presId="urn:microsoft.com/office/officeart/2005/8/layout/vList2"/>
    <dgm:cxn modelId="{6E582EC3-BC00-4C17-A998-4948E0EF558D}" srcId="{F9E745C8-7CDA-4A54-A487-800E32AB54C7}" destId="{5778AE58-62B3-46CD-B9DA-71EE849DFC29}" srcOrd="1" destOrd="0" parTransId="{A52C8BB0-3D49-4889-92A0-FF6FF87BF669}" sibTransId="{4F441C57-4ECD-4EFA-9E8E-9163B294948F}"/>
    <dgm:cxn modelId="{B5F464DC-8D1C-2C42-BB3C-6AD928DE2559}" type="presOf" srcId="{F9E745C8-7CDA-4A54-A487-800E32AB54C7}" destId="{4B16E48C-ACA7-C941-B889-32EBCD0611D8}" srcOrd="0" destOrd="0" presId="urn:microsoft.com/office/officeart/2005/8/layout/vList2"/>
    <dgm:cxn modelId="{E99AFAF2-0C66-CF4C-9463-7E7BA811D022}" type="presOf" srcId="{6A87F2DD-2CC5-4DCD-87D0-CDA9A4248996}" destId="{4C289102-3D3E-BF4F-AD2A-799A3C618C36}" srcOrd="0" destOrd="0" presId="urn:microsoft.com/office/officeart/2005/8/layout/vList2"/>
    <dgm:cxn modelId="{9873A8F4-C206-4A4E-A270-4A96AF2904A8}" srcId="{F9E745C8-7CDA-4A54-A487-800E32AB54C7}" destId="{6A87F2DD-2CC5-4DCD-87D0-CDA9A4248996}" srcOrd="0" destOrd="0" parTransId="{8811F488-E73A-4A6A-B7C2-0D3697C9EFAF}" sibTransId="{A615F183-F1EB-4751-8B4B-666330E63157}"/>
    <dgm:cxn modelId="{66890BFD-6599-E041-B821-CAB30876AD08}" type="presOf" srcId="{F9B00AB1-0C2E-4AE7-8A5B-5FF8C2C3DA47}" destId="{285F2C0D-3220-8A4A-9354-8E1E46317E88}" srcOrd="0" destOrd="0" presId="urn:microsoft.com/office/officeart/2005/8/layout/vList2"/>
    <dgm:cxn modelId="{6B4F0A4E-4BCD-5C48-BEFD-5133234BFB92}" type="presParOf" srcId="{4B16E48C-ACA7-C941-B889-32EBCD0611D8}" destId="{4C289102-3D3E-BF4F-AD2A-799A3C618C36}" srcOrd="0" destOrd="0" presId="urn:microsoft.com/office/officeart/2005/8/layout/vList2"/>
    <dgm:cxn modelId="{A5F6D03D-1BCA-474E-9D99-D523B9EAA0CE}" type="presParOf" srcId="{4B16E48C-ACA7-C941-B889-32EBCD0611D8}" destId="{C1B9DC55-D9CE-1D4E-9DD1-DE69E85004F5}" srcOrd="1" destOrd="0" presId="urn:microsoft.com/office/officeart/2005/8/layout/vList2"/>
    <dgm:cxn modelId="{8C7266BA-7998-1740-AC4B-37D845E1D29B}" type="presParOf" srcId="{4B16E48C-ACA7-C941-B889-32EBCD0611D8}" destId="{E466C3AB-9D4D-B94F-8FD2-2D66E22E83E9}" srcOrd="2" destOrd="0" presId="urn:microsoft.com/office/officeart/2005/8/layout/vList2"/>
    <dgm:cxn modelId="{2ABA0C9C-2C16-B246-B4A6-F6533C1F4C95}" type="presParOf" srcId="{4B16E48C-ACA7-C941-B889-32EBCD0611D8}" destId="{B0AF6A7C-89E2-994B-8853-F52778767F63}" srcOrd="3" destOrd="0" presId="urn:microsoft.com/office/officeart/2005/8/layout/vList2"/>
    <dgm:cxn modelId="{0D85542F-5645-D44C-A901-6F2A6D8CBE1C}" type="presParOf" srcId="{4B16E48C-ACA7-C941-B889-32EBCD0611D8}" destId="{285F2C0D-3220-8A4A-9354-8E1E46317E88}" srcOrd="4" destOrd="0" presId="urn:microsoft.com/office/officeart/2005/8/layout/vList2"/>
    <dgm:cxn modelId="{457113A2-C577-484F-B0AB-138351306628}" type="presParOf" srcId="{4B16E48C-ACA7-C941-B889-32EBCD0611D8}" destId="{C800F063-15E9-FD44-B5D3-B67C6CC28C38}" srcOrd="5" destOrd="0" presId="urn:microsoft.com/office/officeart/2005/8/layout/vList2"/>
    <dgm:cxn modelId="{9510F606-BE81-F54E-AE01-80769F84D0B1}" type="presParOf" srcId="{4B16E48C-ACA7-C941-B889-32EBCD0611D8}" destId="{A1FAF621-DCEE-B546-8C01-049D1ECB41BA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8.xml><?xml version="1.0" encoding="utf-8"?>
<dgm:dataModel xmlns:dgm="http://schemas.openxmlformats.org/drawingml/2006/diagram" xmlns:a="http://schemas.openxmlformats.org/drawingml/2006/main">
  <dgm:ptLst>
    <dgm:pt modelId="{097A8912-A45D-49D3-996C-11C6DCA0BE8E}" type="doc">
      <dgm:prSet loTypeId="urn:microsoft.com/office/officeart/2008/layout/LinedList" loCatId="list" qsTypeId="urn:microsoft.com/office/officeart/2005/8/quickstyle/simple1" qsCatId="simple" csTypeId="urn:microsoft.com/office/officeart/2005/8/colors/colorful3" csCatId="colorful"/>
      <dgm:spPr/>
      <dgm:t>
        <a:bodyPr/>
        <a:lstStyle/>
        <a:p>
          <a:endParaRPr lang="en-US"/>
        </a:p>
      </dgm:t>
    </dgm:pt>
    <dgm:pt modelId="{7269BDF2-4812-4AA1-B040-2A00A08C8F3D}">
      <dgm:prSet/>
      <dgm:spPr/>
      <dgm:t>
        <a:bodyPr/>
        <a:lstStyle/>
        <a:p>
          <a:r>
            <a:rPr lang="en-US"/>
            <a:t>Offload read/analytics workloads from production SQL Server </a:t>
          </a:r>
        </a:p>
      </dgm:t>
    </dgm:pt>
    <dgm:pt modelId="{6B19D25C-66BC-4E03-9B02-2B7767A2AB7E}" type="parTrans" cxnId="{45267D24-976A-4AF2-A062-62C5834080E2}">
      <dgm:prSet/>
      <dgm:spPr/>
      <dgm:t>
        <a:bodyPr/>
        <a:lstStyle/>
        <a:p>
          <a:endParaRPr lang="en-US"/>
        </a:p>
      </dgm:t>
    </dgm:pt>
    <dgm:pt modelId="{82259200-C2B0-455B-92AC-B208F92DBB29}" type="sibTrans" cxnId="{45267D24-976A-4AF2-A062-62C5834080E2}">
      <dgm:prSet/>
      <dgm:spPr/>
      <dgm:t>
        <a:bodyPr/>
        <a:lstStyle/>
        <a:p>
          <a:endParaRPr lang="en-US"/>
        </a:p>
      </dgm:t>
    </dgm:pt>
    <dgm:pt modelId="{5DB4EAEA-1278-4A45-B2ED-2B135F9DAD8E}">
      <dgm:prSet/>
      <dgm:spPr/>
      <dgm:t>
        <a:bodyPr/>
        <a:lstStyle/>
        <a:p>
          <a:r>
            <a:rPr lang="en-US"/>
            <a:t>No ETL pipeline required </a:t>
          </a:r>
        </a:p>
      </dgm:t>
    </dgm:pt>
    <dgm:pt modelId="{AC5587C9-715A-4D19-80B1-A32997EB9A43}" type="parTrans" cxnId="{3DCCEF4A-E475-488E-9694-6BE21DFF4200}">
      <dgm:prSet/>
      <dgm:spPr/>
      <dgm:t>
        <a:bodyPr/>
        <a:lstStyle/>
        <a:p>
          <a:endParaRPr lang="en-US"/>
        </a:p>
      </dgm:t>
    </dgm:pt>
    <dgm:pt modelId="{2E3020F2-DF4A-421C-BE4D-C01F1FFA6896}" type="sibTrans" cxnId="{3DCCEF4A-E475-488E-9694-6BE21DFF4200}">
      <dgm:prSet/>
      <dgm:spPr/>
      <dgm:t>
        <a:bodyPr/>
        <a:lstStyle/>
        <a:p>
          <a:endParaRPr lang="en-US"/>
        </a:p>
      </dgm:t>
    </dgm:pt>
    <dgm:pt modelId="{B8C06FDC-43AB-41CB-807A-43F613D9D308}">
      <dgm:prSet/>
      <dgm:spPr/>
      <dgm:t>
        <a:bodyPr/>
        <a:lstStyle/>
        <a:p>
          <a:r>
            <a:rPr lang="en-US"/>
            <a:t>Near-real-time data availability in Fabric </a:t>
          </a:r>
        </a:p>
      </dgm:t>
    </dgm:pt>
    <dgm:pt modelId="{113A6694-642D-4725-A106-3D676B7C807E}" type="parTrans" cxnId="{FA3D0BFD-D15F-4B77-ABBC-395B576B8D52}">
      <dgm:prSet/>
      <dgm:spPr/>
      <dgm:t>
        <a:bodyPr/>
        <a:lstStyle/>
        <a:p>
          <a:endParaRPr lang="en-US"/>
        </a:p>
      </dgm:t>
    </dgm:pt>
    <dgm:pt modelId="{8EDA4EDD-2391-411D-A95D-4452AD72161D}" type="sibTrans" cxnId="{FA3D0BFD-D15F-4B77-ABBC-395B576B8D52}">
      <dgm:prSet/>
      <dgm:spPr/>
      <dgm:t>
        <a:bodyPr/>
        <a:lstStyle/>
        <a:p>
          <a:endParaRPr lang="en-US"/>
        </a:p>
      </dgm:t>
    </dgm:pt>
    <dgm:pt modelId="{520E7C6E-8665-44D0-A645-17D92C26814B}">
      <dgm:prSet/>
      <dgm:spPr/>
      <dgm:t>
        <a:bodyPr/>
        <a:lstStyle/>
        <a:p>
          <a:r>
            <a:rPr lang="en-US"/>
            <a:t>Unlock Power BI, Copilot, and AI/ML capabilities on operational data</a:t>
          </a:r>
        </a:p>
      </dgm:t>
    </dgm:pt>
    <dgm:pt modelId="{A4082DC4-70DD-494C-91C7-AF0463AE9033}" type="parTrans" cxnId="{E2ADEF8B-29CA-4BD2-940F-609BAD8A4729}">
      <dgm:prSet/>
      <dgm:spPr/>
      <dgm:t>
        <a:bodyPr/>
        <a:lstStyle/>
        <a:p>
          <a:endParaRPr lang="en-US"/>
        </a:p>
      </dgm:t>
    </dgm:pt>
    <dgm:pt modelId="{D64A5502-9693-48D0-8F1B-BFCE7638908C}" type="sibTrans" cxnId="{E2ADEF8B-29CA-4BD2-940F-609BAD8A4729}">
      <dgm:prSet/>
      <dgm:spPr/>
      <dgm:t>
        <a:bodyPr/>
        <a:lstStyle/>
        <a:p>
          <a:endParaRPr lang="en-US"/>
        </a:p>
      </dgm:t>
    </dgm:pt>
    <dgm:pt modelId="{AFEB24A7-6D30-2D49-9933-8A60707DBD02}" type="pres">
      <dgm:prSet presAssocID="{097A8912-A45D-49D3-996C-11C6DCA0BE8E}" presName="vert0" presStyleCnt="0">
        <dgm:presLayoutVars>
          <dgm:dir/>
          <dgm:animOne val="branch"/>
          <dgm:animLvl val="lvl"/>
        </dgm:presLayoutVars>
      </dgm:prSet>
      <dgm:spPr/>
    </dgm:pt>
    <dgm:pt modelId="{F5B71DF2-62A4-8F40-A668-1458E57AE4C7}" type="pres">
      <dgm:prSet presAssocID="{7269BDF2-4812-4AA1-B040-2A00A08C8F3D}" presName="thickLine" presStyleLbl="alignNode1" presStyleIdx="0" presStyleCnt="4"/>
      <dgm:spPr/>
    </dgm:pt>
    <dgm:pt modelId="{48F907E4-F5D3-A546-BDDF-B7FCC1EB58C2}" type="pres">
      <dgm:prSet presAssocID="{7269BDF2-4812-4AA1-B040-2A00A08C8F3D}" presName="horz1" presStyleCnt="0"/>
      <dgm:spPr/>
    </dgm:pt>
    <dgm:pt modelId="{A0BFAC7C-4CEE-244E-8A5D-8F3882BED709}" type="pres">
      <dgm:prSet presAssocID="{7269BDF2-4812-4AA1-B040-2A00A08C8F3D}" presName="tx1" presStyleLbl="revTx" presStyleIdx="0" presStyleCnt="4"/>
      <dgm:spPr/>
    </dgm:pt>
    <dgm:pt modelId="{99106206-0A4D-3245-9832-442AA8D6E493}" type="pres">
      <dgm:prSet presAssocID="{7269BDF2-4812-4AA1-B040-2A00A08C8F3D}" presName="vert1" presStyleCnt="0"/>
      <dgm:spPr/>
    </dgm:pt>
    <dgm:pt modelId="{B0E74761-FD74-6743-89F6-429E71EAABDF}" type="pres">
      <dgm:prSet presAssocID="{5DB4EAEA-1278-4A45-B2ED-2B135F9DAD8E}" presName="thickLine" presStyleLbl="alignNode1" presStyleIdx="1" presStyleCnt="4"/>
      <dgm:spPr/>
    </dgm:pt>
    <dgm:pt modelId="{BAC38261-D315-6F45-804F-E2988004CA91}" type="pres">
      <dgm:prSet presAssocID="{5DB4EAEA-1278-4A45-B2ED-2B135F9DAD8E}" presName="horz1" presStyleCnt="0"/>
      <dgm:spPr/>
    </dgm:pt>
    <dgm:pt modelId="{C373ACDA-9519-2C41-9B3C-BC718FC591F8}" type="pres">
      <dgm:prSet presAssocID="{5DB4EAEA-1278-4A45-B2ED-2B135F9DAD8E}" presName="tx1" presStyleLbl="revTx" presStyleIdx="1" presStyleCnt="4"/>
      <dgm:spPr/>
    </dgm:pt>
    <dgm:pt modelId="{A43E51D6-9A3F-D44B-8341-DD8C7553BDCA}" type="pres">
      <dgm:prSet presAssocID="{5DB4EAEA-1278-4A45-B2ED-2B135F9DAD8E}" presName="vert1" presStyleCnt="0"/>
      <dgm:spPr/>
    </dgm:pt>
    <dgm:pt modelId="{224771D2-EFF8-E842-AC6F-70D7BD7300FE}" type="pres">
      <dgm:prSet presAssocID="{B8C06FDC-43AB-41CB-807A-43F613D9D308}" presName="thickLine" presStyleLbl="alignNode1" presStyleIdx="2" presStyleCnt="4"/>
      <dgm:spPr/>
    </dgm:pt>
    <dgm:pt modelId="{3F977279-0230-C64C-A898-1390EED7C810}" type="pres">
      <dgm:prSet presAssocID="{B8C06FDC-43AB-41CB-807A-43F613D9D308}" presName="horz1" presStyleCnt="0"/>
      <dgm:spPr/>
    </dgm:pt>
    <dgm:pt modelId="{2F05540D-4FF6-F840-B662-FCFC919DB74E}" type="pres">
      <dgm:prSet presAssocID="{B8C06FDC-43AB-41CB-807A-43F613D9D308}" presName="tx1" presStyleLbl="revTx" presStyleIdx="2" presStyleCnt="4"/>
      <dgm:spPr/>
    </dgm:pt>
    <dgm:pt modelId="{E9029D50-8C63-5143-B081-FFFE866E902F}" type="pres">
      <dgm:prSet presAssocID="{B8C06FDC-43AB-41CB-807A-43F613D9D308}" presName="vert1" presStyleCnt="0"/>
      <dgm:spPr/>
    </dgm:pt>
    <dgm:pt modelId="{0E5933EE-F6A7-BB4E-92FE-CE5D6E836018}" type="pres">
      <dgm:prSet presAssocID="{520E7C6E-8665-44D0-A645-17D92C26814B}" presName="thickLine" presStyleLbl="alignNode1" presStyleIdx="3" presStyleCnt="4"/>
      <dgm:spPr/>
    </dgm:pt>
    <dgm:pt modelId="{A5B81059-E084-2641-A3AF-9874B2678C17}" type="pres">
      <dgm:prSet presAssocID="{520E7C6E-8665-44D0-A645-17D92C26814B}" presName="horz1" presStyleCnt="0"/>
      <dgm:spPr/>
    </dgm:pt>
    <dgm:pt modelId="{A1752309-AC0D-2B4E-AE2E-31816205B73F}" type="pres">
      <dgm:prSet presAssocID="{520E7C6E-8665-44D0-A645-17D92C26814B}" presName="tx1" presStyleLbl="revTx" presStyleIdx="3" presStyleCnt="4"/>
      <dgm:spPr/>
    </dgm:pt>
    <dgm:pt modelId="{4EB9B16A-B536-4548-A8F9-2D126D549FC0}" type="pres">
      <dgm:prSet presAssocID="{520E7C6E-8665-44D0-A645-17D92C26814B}" presName="vert1" presStyleCnt="0"/>
      <dgm:spPr/>
    </dgm:pt>
  </dgm:ptLst>
  <dgm:cxnLst>
    <dgm:cxn modelId="{B266721C-832F-C042-A8A5-DA0BC4D086A0}" type="presOf" srcId="{520E7C6E-8665-44D0-A645-17D92C26814B}" destId="{A1752309-AC0D-2B4E-AE2E-31816205B73F}" srcOrd="0" destOrd="0" presId="urn:microsoft.com/office/officeart/2008/layout/LinedList"/>
    <dgm:cxn modelId="{45267D24-976A-4AF2-A062-62C5834080E2}" srcId="{097A8912-A45D-49D3-996C-11C6DCA0BE8E}" destId="{7269BDF2-4812-4AA1-B040-2A00A08C8F3D}" srcOrd="0" destOrd="0" parTransId="{6B19D25C-66BC-4E03-9B02-2B7767A2AB7E}" sibTransId="{82259200-C2B0-455B-92AC-B208F92DBB29}"/>
    <dgm:cxn modelId="{7E371F46-FDA2-3B4F-9DA1-7DA9266FBFE1}" type="presOf" srcId="{5DB4EAEA-1278-4A45-B2ED-2B135F9DAD8E}" destId="{C373ACDA-9519-2C41-9B3C-BC718FC591F8}" srcOrd="0" destOrd="0" presId="urn:microsoft.com/office/officeart/2008/layout/LinedList"/>
    <dgm:cxn modelId="{3DCCEF4A-E475-488E-9694-6BE21DFF4200}" srcId="{097A8912-A45D-49D3-996C-11C6DCA0BE8E}" destId="{5DB4EAEA-1278-4A45-B2ED-2B135F9DAD8E}" srcOrd="1" destOrd="0" parTransId="{AC5587C9-715A-4D19-80B1-A32997EB9A43}" sibTransId="{2E3020F2-DF4A-421C-BE4D-C01F1FFA6896}"/>
    <dgm:cxn modelId="{AA39964B-2A3A-5549-9454-38A552DF63EB}" type="presOf" srcId="{B8C06FDC-43AB-41CB-807A-43F613D9D308}" destId="{2F05540D-4FF6-F840-B662-FCFC919DB74E}" srcOrd="0" destOrd="0" presId="urn:microsoft.com/office/officeart/2008/layout/LinedList"/>
    <dgm:cxn modelId="{6DCE7951-56C7-3647-A6DF-9858AC225D83}" type="presOf" srcId="{7269BDF2-4812-4AA1-B040-2A00A08C8F3D}" destId="{A0BFAC7C-4CEE-244E-8A5D-8F3882BED709}" srcOrd="0" destOrd="0" presId="urn:microsoft.com/office/officeart/2008/layout/LinedList"/>
    <dgm:cxn modelId="{E2ADEF8B-29CA-4BD2-940F-609BAD8A4729}" srcId="{097A8912-A45D-49D3-996C-11C6DCA0BE8E}" destId="{520E7C6E-8665-44D0-A645-17D92C26814B}" srcOrd="3" destOrd="0" parTransId="{A4082DC4-70DD-494C-91C7-AF0463AE9033}" sibTransId="{D64A5502-9693-48D0-8F1B-BFCE7638908C}"/>
    <dgm:cxn modelId="{E6FA72C3-9B2D-3F46-9EF8-6A65832EAAA1}" type="presOf" srcId="{097A8912-A45D-49D3-996C-11C6DCA0BE8E}" destId="{AFEB24A7-6D30-2D49-9933-8A60707DBD02}" srcOrd="0" destOrd="0" presId="urn:microsoft.com/office/officeart/2008/layout/LinedList"/>
    <dgm:cxn modelId="{FA3D0BFD-D15F-4B77-ABBC-395B576B8D52}" srcId="{097A8912-A45D-49D3-996C-11C6DCA0BE8E}" destId="{B8C06FDC-43AB-41CB-807A-43F613D9D308}" srcOrd="2" destOrd="0" parTransId="{113A6694-642D-4725-A106-3D676B7C807E}" sibTransId="{8EDA4EDD-2391-411D-A95D-4452AD72161D}"/>
    <dgm:cxn modelId="{4A592D8B-3F95-8242-A364-FC9EE28D31D0}" type="presParOf" srcId="{AFEB24A7-6D30-2D49-9933-8A60707DBD02}" destId="{F5B71DF2-62A4-8F40-A668-1458E57AE4C7}" srcOrd="0" destOrd="0" presId="urn:microsoft.com/office/officeart/2008/layout/LinedList"/>
    <dgm:cxn modelId="{7B51C778-3BB6-8B42-A2E4-D896E9FEAED7}" type="presParOf" srcId="{AFEB24A7-6D30-2D49-9933-8A60707DBD02}" destId="{48F907E4-F5D3-A546-BDDF-B7FCC1EB58C2}" srcOrd="1" destOrd="0" presId="urn:microsoft.com/office/officeart/2008/layout/LinedList"/>
    <dgm:cxn modelId="{BAE2724A-A290-594F-B53A-854A3E987A8E}" type="presParOf" srcId="{48F907E4-F5D3-A546-BDDF-B7FCC1EB58C2}" destId="{A0BFAC7C-4CEE-244E-8A5D-8F3882BED709}" srcOrd="0" destOrd="0" presId="urn:microsoft.com/office/officeart/2008/layout/LinedList"/>
    <dgm:cxn modelId="{4EACACCF-B73C-4846-9F2B-66B66519BB08}" type="presParOf" srcId="{48F907E4-F5D3-A546-BDDF-B7FCC1EB58C2}" destId="{99106206-0A4D-3245-9832-442AA8D6E493}" srcOrd="1" destOrd="0" presId="urn:microsoft.com/office/officeart/2008/layout/LinedList"/>
    <dgm:cxn modelId="{33087F6F-E24D-9D44-AEB9-437252ADF5F3}" type="presParOf" srcId="{AFEB24A7-6D30-2D49-9933-8A60707DBD02}" destId="{B0E74761-FD74-6743-89F6-429E71EAABDF}" srcOrd="2" destOrd="0" presId="urn:microsoft.com/office/officeart/2008/layout/LinedList"/>
    <dgm:cxn modelId="{667C3F47-444D-FB46-9CA7-D130CD2760DF}" type="presParOf" srcId="{AFEB24A7-6D30-2D49-9933-8A60707DBD02}" destId="{BAC38261-D315-6F45-804F-E2988004CA91}" srcOrd="3" destOrd="0" presId="urn:microsoft.com/office/officeart/2008/layout/LinedList"/>
    <dgm:cxn modelId="{8BF399DA-0662-0945-BFC1-0C8431A5E7FE}" type="presParOf" srcId="{BAC38261-D315-6F45-804F-E2988004CA91}" destId="{C373ACDA-9519-2C41-9B3C-BC718FC591F8}" srcOrd="0" destOrd="0" presId="urn:microsoft.com/office/officeart/2008/layout/LinedList"/>
    <dgm:cxn modelId="{451749E9-1F1D-694A-8AFB-D19AE570323E}" type="presParOf" srcId="{BAC38261-D315-6F45-804F-E2988004CA91}" destId="{A43E51D6-9A3F-D44B-8341-DD8C7553BDCA}" srcOrd="1" destOrd="0" presId="urn:microsoft.com/office/officeart/2008/layout/LinedList"/>
    <dgm:cxn modelId="{D448BC6D-1724-B440-A05C-CCB1A039AA4E}" type="presParOf" srcId="{AFEB24A7-6D30-2D49-9933-8A60707DBD02}" destId="{224771D2-EFF8-E842-AC6F-70D7BD7300FE}" srcOrd="4" destOrd="0" presId="urn:microsoft.com/office/officeart/2008/layout/LinedList"/>
    <dgm:cxn modelId="{D717EA8B-3EF6-D44A-B9B0-466190EB9704}" type="presParOf" srcId="{AFEB24A7-6D30-2D49-9933-8A60707DBD02}" destId="{3F977279-0230-C64C-A898-1390EED7C810}" srcOrd="5" destOrd="0" presId="urn:microsoft.com/office/officeart/2008/layout/LinedList"/>
    <dgm:cxn modelId="{4BA88302-F285-6248-8914-81DB1581E681}" type="presParOf" srcId="{3F977279-0230-C64C-A898-1390EED7C810}" destId="{2F05540D-4FF6-F840-B662-FCFC919DB74E}" srcOrd="0" destOrd="0" presId="urn:microsoft.com/office/officeart/2008/layout/LinedList"/>
    <dgm:cxn modelId="{6AF6256B-3899-164C-A42F-DF919EB0C2FD}" type="presParOf" srcId="{3F977279-0230-C64C-A898-1390EED7C810}" destId="{E9029D50-8C63-5143-B081-FFFE866E902F}" srcOrd="1" destOrd="0" presId="urn:microsoft.com/office/officeart/2008/layout/LinedList"/>
    <dgm:cxn modelId="{CC9D2F44-620F-B147-A88A-18A072EE4B6E}" type="presParOf" srcId="{AFEB24A7-6D30-2D49-9933-8A60707DBD02}" destId="{0E5933EE-F6A7-BB4E-92FE-CE5D6E836018}" srcOrd="6" destOrd="0" presId="urn:microsoft.com/office/officeart/2008/layout/LinedList"/>
    <dgm:cxn modelId="{B912D51D-65C4-344A-B7D7-23602F7B87B6}" type="presParOf" srcId="{AFEB24A7-6D30-2D49-9933-8A60707DBD02}" destId="{A5B81059-E084-2641-A3AF-9874B2678C17}" srcOrd="7" destOrd="0" presId="urn:microsoft.com/office/officeart/2008/layout/LinedList"/>
    <dgm:cxn modelId="{7ABA2222-5718-834C-A6F6-171351CA9BEA}" type="presParOf" srcId="{A5B81059-E084-2641-A3AF-9874B2678C17}" destId="{A1752309-AC0D-2B4E-AE2E-31816205B73F}" srcOrd="0" destOrd="0" presId="urn:microsoft.com/office/officeart/2008/layout/LinedList"/>
    <dgm:cxn modelId="{D27DC5E0-CDBD-024A-9D50-34C596A789F1}" type="presParOf" srcId="{A5B81059-E084-2641-A3AF-9874B2678C17}" destId="{4EB9B16A-B536-4548-A8F9-2D126D549FC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9.xml><?xml version="1.0" encoding="utf-8"?>
<dgm:dataModel xmlns:dgm="http://schemas.openxmlformats.org/drawingml/2006/diagram" xmlns:a="http://schemas.openxmlformats.org/drawingml/2006/main">
  <dgm:ptLst>
    <dgm:pt modelId="{CAFDC9B2-4964-4831-93EA-B97AA648C239}" type="doc">
      <dgm:prSet loTypeId="urn:microsoft.com/office/officeart/2018/2/layout/IconVerticalSolidList" loCatId="icon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30C9072E-3A40-4B97-8B7C-76575F5F840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SQL Server 2025 → Change Feed → OneLake (Delta Parquet format) </a:t>
          </a:r>
        </a:p>
      </dgm:t>
    </dgm:pt>
    <dgm:pt modelId="{9BFDBA78-AF86-43EC-86C3-12D3BD2C9531}" type="parTrans" cxnId="{0056BF7A-6A13-41AF-BE8F-789C65D0889D}">
      <dgm:prSet/>
      <dgm:spPr/>
      <dgm:t>
        <a:bodyPr/>
        <a:lstStyle/>
        <a:p>
          <a:endParaRPr lang="en-US"/>
        </a:p>
      </dgm:t>
    </dgm:pt>
    <dgm:pt modelId="{80B54FE1-D8D2-4A84-8A4A-250DF69C5F84}" type="sibTrans" cxnId="{0056BF7A-6A13-41AF-BE8F-789C65D0889D}">
      <dgm:prSet/>
      <dgm:spPr/>
      <dgm:t>
        <a:bodyPr/>
        <a:lstStyle/>
        <a:p>
          <a:endParaRPr lang="en-US"/>
        </a:p>
      </dgm:t>
    </dgm:pt>
    <dgm:pt modelId="{0FF0825C-D87E-41FB-B3BA-5432B662636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Reads committed transaction log changes </a:t>
          </a:r>
        </a:p>
      </dgm:t>
    </dgm:pt>
    <dgm:pt modelId="{28D1EC1A-7371-448A-AEC4-9B4FE381AB5D}" type="parTrans" cxnId="{B4AC49B9-D2D3-47B4-8B6C-46ADAF7CA22C}">
      <dgm:prSet/>
      <dgm:spPr/>
      <dgm:t>
        <a:bodyPr/>
        <a:lstStyle/>
        <a:p>
          <a:endParaRPr lang="en-US"/>
        </a:p>
      </dgm:t>
    </dgm:pt>
    <dgm:pt modelId="{C67B40D3-8312-4E81-9606-7C4C6D633830}" type="sibTrans" cxnId="{B4AC49B9-D2D3-47B4-8B6C-46ADAF7CA22C}">
      <dgm:prSet/>
      <dgm:spPr/>
      <dgm:t>
        <a:bodyPr/>
        <a:lstStyle/>
        <a:p>
          <a:endParaRPr lang="en-US"/>
        </a:p>
      </dgm:t>
    </dgm:pt>
    <dgm:pt modelId="{F0C82C85-64D7-4AFF-908D-D81BA023E00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Pushes automatically to Microsoft Fabric OneLake </a:t>
          </a:r>
        </a:p>
      </dgm:t>
    </dgm:pt>
    <dgm:pt modelId="{6CEC7BB4-28C2-4D68-ABF7-F3D24247C9BC}" type="parTrans" cxnId="{A668C151-5AE2-49EE-923C-94B7E77FDB55}">
      <dgm:prSet/>
      <dgm:spPr/>
      <dgm:t>
        <a:bodyPr/>
        <a:lstStyle/>
        <a:p>
          <a:endParaRPr lang="en-US"/>
        </a:p>
      </dgm:t>
    </dgm:pt>
    <dgm:pt modelId="{A3C9B6ED-309A-4CE8-8FE7-EF4A9A50A826}" type="sibTrans" cxnId="{A668C151-5AE2-49EE-923C-94B7E77FDB55}">
      <dgm:prSet/>
      <dgm:spPr/>
      <dgm:t>
        <a:bodyPr/>
        <a:lstStyle/>
        <a:p>
          <a:endParaRPr lang="en-US"/>
        </a:p>
      </dgm:t>
    </dgm:pt>
    <dgm:pt modelId="{E9BED1C6-123D-4805-80C4-E8CCBB23766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SQL Analytics Endpoint in Fabric for querying</a:t>
          </a:r>
        </a:p>
      </dgm:t>
    </dgm:pt>
    <dgm:pt modelId="{67B64746-4496-4E16-93AF-CDAA3226BFC9}" type="parTrans" cxnId="{99884251-E45E-4028-9F99-D305A81F0168}">
      <dgm:prSet/>
      <dgm:spPr/>
      <dgm:t>
        <a:bodyPr/>
        <a:lstStyle/>
        <a:p>
          <a:endParaRPr lang="en-US"/>
        </a:p>
      </dgm:t>
    </dgm:pt>
    <dgm:pt modelId="{DB95BF67-4656-4190-B37B-F17152D957E1}" type="sibTrans" cxnId="{99884251-E45E-4028-9F99-D305A81F0168}">
      <dgm:prSet/>
      <dgm:spPr/>
      <dgm:t>
        <a:bodyPr/>
        <a:lstStyle/>
        <a:p>
          <a:endParaRPr lang="en-US"/>
        </a:p>
      </dgm:t>
    </dgm:pt>
    <dgm:pt modelId="{87B49402-1ADC-4CD8-BF18-2C3A37BDD296}" type="pres">
      <dgm:prSet presAssocID="{CAFDC9B2-4964-4831-93EA-B97AA648C239}" presName="root" presStyleCnt="0">
        <dgm:presLayoutVars>
          <dgm:dir/>
          <dgm:resizeHandles val="exact"/>
        </dgm:presLayoutVars>
      </dgm:prSet>
      <dgm:spPr/>
    </dgm:pt>
    <dgm:pt modelId="{DD378334-83FA-48F0-91EB-06FE0BC0E983}" type="pres">
      <dgm:prSet presAssocID="{30C9072E-3A40-4B97-8B7C-76575F5F840D}" presName="compNode" presStyleCnt="0"/>
      <dgm:spPr/>
    </dgm:pt>
    <dgm:pt modelId="{EBAF5141-FAC1-4EE5-B748-56C0AB59455A}" type="pres">
      <dgm:prSet presAssocID="{30C9072E-3A40-4B97-8B7C-76575F5F840D}" presName="bgRect" presStyleLbl="bgShp" presStyleIdx="0" presStyleCnt="4"/>
      <dgm:spPr/>
    </dgm:pt>
    <dgm:pt modelId="{98DDC8BC-0C4D-4573-AC94-B1E577C90CFE}" type="pres">
      <dgm:prSet presAssocID="{30C9072E-3A40-4B97-8B7C-76575F5F840D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BD51B1D4-A796-4A8C-9002-EA1E3E34F3D6}" type="pres">
      <dgm:prSet presAssocID="{30C9072E-3A40-4B97-8B7C-76575F5F840D}" presName="spaceRect" presStyleCnt="0"/>
      <dgm:spPr/>
    </dgm:pt>
    <dgm:pt modelId="{79D37F80-A04E-4E53-BD76-D9039D35875F}" type="pres">
      <dgm:prSet presAssocID="{30C9072E-3A40-4B97-8B7C-76575F5F840D}" presName="parTx" presStyleLbl="revTx" presStyleIdx="0" presStyleCnt="4">
        <dgm:presLayoutVars>
          <dgm:chMax val="0"/>
          <dgm:chPref val="0"/>
        </dgm:presLayoutVars>
      </dgm:prSet>
      <dgm:spPr/>
    </dgm:pt>
    <dgm:pt modelId="{B06F66AE-A34D-4389-A197-2AC2E9B7EEA9}" type="pres">
      <dgm:prSet presAssocID="{80B54FE1-D8D2-4A84-8A4A-250DF69C5F84}" presName="sibTrans" presStyleCnt="0"/>
      <dgm:spPr/>
    </dgm:pt>
    <dgm:pt modelId="{AF512A8B-C7CE-4A80-AFF0-6F7256D3F48D}" type="pres">
      <dgm:prSet presAssocID="{0FF0825C-D87E-41FB-B3BA-5432B6626365}" presName="compNode" presStyleCnt="0"/>
      <dgm:spPr/>
    </dgm:pt>
    <dgm:pt modelId="{FF51C4C2-89FF-440B-8543-1F07AAC497E1}" type="pres">
      <dgm:prSet presAssocID="{0FF0825C-D87E-41FB-B3BA-5432B6626365}" presName="bgRect" presStyleLbl="bgShp" presStyleIdx="1" presStyleCnt="4"/>
      <dgm:spPr/>
    </dgm:pt>
    <dgm:pt modelId="{855D5C0B-D2E7-4BD2-9FF6-424F210F8A25}" type="pres">
      <dgm:prSet presAssocID="{0FF0825C-D87E-41FB-B3BA-5432B6626365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4FA8525B-D747-489D-A8C4-2B51A0E0ECB0}" type="pres">
      <dgm:prSet presAssocID="{0FF0825C-D87E-41FB-B3BA-5432B6626365}" presName="spaceRect" presStyleCnt="0"/>
      <dgm:spPr/>
    </dgm:pt>
    <dgm:pt modelId="{0F419581-AA11-4D99-AF95-C8A5F48EE086}" type="pres">
      <dgm:prSet presAssocID="{0FF0825C-D87E-41FB-B3BA-5432B6626365}" presName="parTx" presStyleLbl="revTx" presStyleIdx="1" presStyleCnt="4">
        <dgm:presLayoutVars>
          <dgm:chMax val="0"/>
          <dgm:chPref val="0"/>
        </dgm:presLayoutVars>
      </dgm:prSet>
      <dgm:spPr/>
    </dgm:pt>
    <dgm:pt modelId="{8B9F3ADF-94DD-4031-B3CE-4A87E50D8265}" type="pres">
      <dgm:prSet presAssocID="{C67B40D3-8312-4E81-9606-7C4C6D633830}" presName="sibTrans" presStyleCnt="0"/>
      <dgm:spPr/>
    </dgm:pt>
    <dgm:pt modelId="{457EDAED-697D-4B72-8FD7-FDCC8197B400}" type="pres">
      <dgm:prSet presAssocID="{F0C82C85-64D7-4AFF-908D-D81BA023E004}" presName="compNode" presStyleCnt="0"/>
      <dgm:spPr/>
    </dgm:pt>
    <dgm:pt modelId="{05C3F083-3F8E-460E-8B21-79A25803F7CD}" type="pres">
      <dgm:prSet presAssocID="{F0C82C85-64D7-4AFF-908D-D81BA023E004}" presName="bgRect" presStyleLbl="bgShp" presStyleIdx="2" presStyleCnt="4"/>
      <dgm:spPr/>
    </dgm:pt>
    <dgm:pt modelId="{AD251D38-B4D6-4B86-90B8-BB891712A416}" type="pres">
      <dgm:prSet presAssocID="{F0C82C85-64D7-4AFF-908D-D81BA023E004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oud"/>
        </a:ext>
      </dgm:extLst>
    </dgm:pt>
    <dgm:pt modelId="{775B19DF-15D4-41AE-9D3E-B8C53E697604}" type="pres">
      <dgm:prSet presAssocID="{F0C82C85-64D7-4AFF-908D-D81BA023E004}" presName="spaceRect" presStyleCnt="0"/>
      <dgm:spPr/>
    </dgm:pt>
    <dgm:pt modelId="{7C0BB2D6-1E23-41D6-88DC-89A4E0824871}" type="pres">
      <dgm:prSet presAssocID="{F0C82C85-64D7-4AFF-908D-D81BA023E004}" presName="parTx" presStyleLbl="revTx" presStyleIdx="2" presStyleCnt="4">
        <dgm:presLayoutVars>
          <dgm:chMax val="0"/>
          <dgm:chPref val="0"/>
        </dgm:presLayoutVars>
      </dgm:prSet>
      <dgm:spPr/>
    </dgm:pt>
    <dgm:pt modelId="{A9C49094-114A-424F-90C4-8C2B988F59DA}" type="pres">
      <dgm:prSet presAssocID="{A3C9B6ED-309A-4CE8-8FE7-EF4A9A50A826}" presName="sibTrans" presStyleCnt="0"/>
      <dgm:spPr/>
    </dgm:pt>
    <dgm:pt modelId="{080B2315-5ED4-40E9-AC5D-3DC926BFF5A5}" type="pres">
      <dgm:prSet presAssocID="{E9BED1C6-123D-4805-80C4-E8CCBB237664}" presName="compNode" presStyleCnt="0"/>
      <dgm:spPr/>
    </dgm:pt>
    <dgm:pt modelId="{93EC8B1B-FAD3-432D-A128-63830EC9126E}" type="pres">
      <dgm:prSet presAssocID="{E9BED1C6-123D-4805-80C4-E8CCBB237664}" presName="bgRect" presStyleLbl="bgShp" presStyleIdx="3" presStyleCnt="4"/>
      <dgm:spPr/>
    </dgm:pt>
    <dgm:pt modelId="{8C86F306-F68A-41FE-B81B-50945485457B}" type="pres">
      <dgm:prSet presAssocID="{E9BED1C6-123D-4805-80C4-E8CCBB237664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4D6A3938-D2D5-4BD1-BAF3-F1D18380D752}" type="pres">
      <dgm:prSet presAssocID="{E9BED1C6-123D-4805-80C4-E8CCBB237664}" presName="spaceRect" presStyleCnt="0"/>
      <dgm:spPr/>
    </dgm:pt>
    <dgm:pt modelId="{B348D53F-C71C-4D54-B5B2-1B9C04A9187A}" type="pres">
      <dgm:prSet presAssocID="{E9BED1C6-123D-4805-80C4-E8CCBB237664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4A310548-1810-465A-A3CE-0F5982B75AB0}" type="presOf" srcId="{0FF0825C-D87E-41FB-B3BA-5432B6626365}" destId="{0F419581-AA11-4D99-AF95-C8A5F48EE086}" srcOrd="0" destOrd="0" presId="urn:microsoft.com/office/officeart/2018/2/layout/IconVerticalSolidList"/>
    <dgm:cxn modelId="{99884251-E45E-4028-9F99-D305A81F0168}" srcId="{CAFDC9B2-4964-4831-93EA-B97AA648C239}" destId="{E9BED1C6-123D-4805-80C4-E8CCBB237664}" srcOrd="3" destOrd="0" parTransId="{67B64746-4496-4E16-93AF-CDAA3226BFC9}" sibTransId="{DB95BF67-4656-4190-B37B-F17152D957E1}"/>
    <dgm:cxn modelId="{A668C151-5AE2-49EE-923C-94B7E77FDB55}" srcId="{CAFDC9B2-4964-4831-93EA-B97AA648C239}" destId="{F0C82C85-64D7-4AFF-908D-D81BA023E004}" srcOrd="2" destOrd="0" parTransId="{6CEC7BB4-28C2-4D68-ABF7-F3D24247C9BC}" sibTransId="{A3C9B6ED-309A-4CE8-8FE7-EF4A9A50A826}"/>
    <dgm:cxn modelId="{CB463F74-62E7-43AD-914B-2E4CDAB61335}" type="presOf" srcId="{E9BED1C6-123D-4805-80C4-E8CCBB237664}" destId="{B348D53F-C71C-4D54-B5B2-1B9C04A9187A}" srcOrd="0" destOrd="0" presId="urn:microsoft.com/office/officeart/2018/2/layout/IconVerticalSolidList"/>
    <dgm:cxn modelId="{0056BF7A-6A13-41AF-BE8F-789C65D0889D}" srcId="{CAFDC9B2-4964-4831-93EA-B97AA648C239}" destId="{30C9072E-3A40-4B97-8B7C-76575F5F840D}" srcOrd="0" destOrd="0" parTransId="{9BFDBA78-AF86-43EC-86C3-12D3BD2C9531}" sibTransId="{80B54FE1-D8D2-4A84-8A4A-250DF69C5F84}"/>
    <dgm:cxn modelId="{DE6301B3-193A-4DDB-A5DC-70E5B58E1C18}" type="presOf" srcId="{CAFDC9B2-4964-4831-93EA-B97AA648C239}" destId="{87B49402-1ADC-4CD8-BF18-2C3A37BDD296}" srcOrd="0" destOrd="0" presId="urn:microsoft.com/office/officeart/2018/2/layout/IconVerticalSolidList"/>
    <dgm:cxn modelId="{B4AC49B9-D2D3-47B4-8B6C-46ADAF7CA22C}" srcId="{CAFDC9B2-4964-4831-93EA-B97AA648C239}" destId="{0FF0825C-D87E-41FB-B3BA-5432B6626365}" srcOrd="1" destOrd="0" parTransId="{28D1EC1A-7371-448A-AEC4-9B4FE381AB5D}" sibTransId="{C67B40D3-8312-4E81-9606-7C4C6D633830}"/>
    <dgm:cxn modelId="{556C1BDC-A1F1-4C35-9357-BC44A5A5A184}" type="presOf" srcId="{F0C82C85-64D7-4AFF-908D-D81BA023E004}" destId="{7C0BB2D6-1E23-41D6-88DC-89A4E0824871}" srcOrd="0" destOrd="0" presId="urn:microsoft.com/office/officeart/2018/2/layout/IconVerticalSolidList"/>
    <dgm:cxn modelId="{4B55B8DE-6548-4AC2-8047-7425B4D21166}" type="presOf" srcId="{30C9072E-3A40-4B97-8B7C-76575F5F840D}" destId="{79D37F80-A04E-4E53-BD76-D9039D35875F}" srcOrd="0" destOrd="0" presId="urn:microsoft.com/office/officeart/2018/2/layout/IconVerticalSolidList"/>
    <dgm:cxn modelId="{40474E4C-9CEA-42C6-A4E9-128A120EF9FD}" type="presParOf" srcId="{87B49402-1ADC-4CD8-BF18-2C3A37BDD296}" destId="{DD378334-83FA-48F0-91EB-06FE0BC0E983}" srcOrd="0" destOrd="0" presId="urn:microsoft.com/office/officeart/2018/2/layout/IconVerticalSolidList"/>
    <dgm:cxn modelId="{4EBD5D83-33F1-4A0C-A28B-90582531C1F0}" type="presParOf" srcId="{DD378334-83FA-48F0-91EB-06FE0BC0E983}" destId="{EBAF5141-FAC1-4EE5-B748-56C0AB59455A}" srcOrd="0" destOrd="0" presId="urn:microsoft.com/office/officeart/2018/2/layout/IconVerticalSolidList"/>
    <dgm:cxn modelId="{63F3C6BB-0DAB-4D4B-B773-097F33E80E15}" type="presParOf" srcId="{DD378334-83FA-48F0-91EB-06FE0BC0E983}" destId="{98DDC8BC-0C4D-4573-AC94-B1E577C90CFE}" srcOrd="1" destOrd="0" presId="urn:microsoft.com/office/officeart/2018/2/layout/IconVerticalSolidList"/>
    <dgm:cxn modelId="{2F11AD55-F963-49ED-9F80-89C342777FE7}" type="presParOf" srcId="{DD378334-83FA-48F0-91EB-06FE0BC0E983}" destId="{BD51B1D4-A796-4A8C-9002-EA1E3E34F3D6}" srcOrd="2" destOrd="0" presId="urn:microsoft.com/office/officeart/2018/2/layout/IconVerticalSolidList"/>
    <dgm:cxn modelId="{0E8140AC-46B0-46BF-A88A-AD55CD1AA44F}" type="presParOf" srcId="{DD378334-83FA-48F0-91EB-06FE0BC0E983}" destId="{79D37F80-A04E-4E53-BD76-D9039D35875F}" srcOrd="3" destOrd="0" presId="urn:microsoft.com/office/officeart/2018/2/layout/IconVerticalSolidList"/>
    <dgm:cxn modelId="{F8C77FF3-7A5F-4E85-B4E6-9C4BA91E6371}" type="presParOf" srcId="{87B49402-1ADC-4CD8-BF18-2C3A37BDD296}" destId="{B06F66AE-A34D-4389-A197-2AC2E9B7EEA9}" srcOrd="1" destOrd="0" presId="urn:microsoft.com/office/officeart/2018/2/layout/IconVerticalSolidList"/>
    <dgm:cxn modelId="{EC62CC33-2FC3-4465-804C-9348C38368D7}" type="presParOf" srcId="{87B49402-1ADC-4CD8-BF18-2C3A37BDD296}" destId="{AF512A8B-C7CE-4A80-AFF0-6F7256D3F48D}" srcOrd="2" destOrd="0" presId="urn:microsoft.com/office/officeart/2018/2/layout/IconVerticalSolidList"/>
    <dgm:cxn modelId="{794260EE-5B36-4CBE-8191-55C380C45E22}" type="presParOf" srcId="{AF512A8B-C7CE-4A80-AFF0-6F7256D3F48D}" destId="{FF51C4C2-89FF-440B-8543-1F07AAC497E1}" srcOrd="0" destOrd="0" presId="urn:microsoft.com/office/officeart/2018/2/layout/IconVerticalSolidList"/>
    <dgm:cxn modelId="{FD669443-E1F4-40D0-A186-CED469209988}" type="presParOf" srcId="{AF512A8B-C7CE-4A80-AFF0-6F7256D3F48D}" destId="{855D5C0B-D2E7-4BD2-9FF6-424F210F8A25}" srcOrd="1" destOrd="0" presId="urn:microsoft.com/office/officeart/2018/2/layout/IconVerticalSolidList"/>
    <dgm:cxn modelId="{E0FB33C5-FB10-40FD-8A81-0EB8FD807609}" type="presParOf" srcId="{AF512A8B-C7CE-4A80-AFF0-6F7256D3F48D}" destId="{4FA8525B-D747-489D-A8C4-2B51A0E0ECB0}" srcOrd="2" destOrd="0" presId="urn:microsoft.com/office/officeart/2018/2/layout/IconVerticalSolidList"/>
    <dgm:cxn modelId="{5D9CB805-60C6-4056-8CD4-86E42CA04CD9}" type="presParOf" srcId="{AF512A8B-C7CE-4A80-AFF0-6F7256D3F48D}" destId="{0F419581-AA11-4D99-AF95-C8A5F48EE086}" srcOrd="3" destOrd="0" presId="urn:microsoft.com/office/officeart/2018/2/layout/IconVerticalSolidList"/>
    <dgm:cxn modelId="{1E7FFF9D-FE00-417A-B84E-91681C9DCFBA}" type="presParOf" srcId="{87B49402-1ADC-4CD8-BF18-2C3A37BDD296}" destId="{8B9F3ADF-94DD-4031-B3CE-4A87E50D8265}" srcOrd="3" destOrd="0" presId="urn:microsoft.com/office/officeart/2018/2/layout/IconVerticalSolidList"/>
    <dgm:cxn modelId="{7193726F-0AB8-46DA-A124-553C5239B36B}" type="presParOf" srcId="{87B49402-1ADC-4CD8-BF18-2C3A37BDD296}" destId="{457EDAED-697D-4B72-8FD7-FDCC8197B400}" srcOrd="4" destOrd="0" presId="urn:microsoft.com/office/officeart/2018/2/layout/IconVerticalSolidList"/>
    <dgm:cxn modelId="{4B10A887-3964-445D-95A8-E1B5A85030F6}" type="presParOf" srcId="{457EDAED-697D-4B72-8FD7-FDCC8197B400}" destId="{05C3F083-3F8E-460E-8B21-79A25803F7CD}" srcOrd="0" destOrd="0" presId="urn:microsoft.com/office/officeart/2018/2/layout/IconVerticalSolidList"/>
    <dgm:cxn modelId="{EC62A85C-4384-4FA8-8FA0-2137493C15AE}" type="presParOf" srcId="{457EDAED-697D-4B72-8FD7-FDCC8197B400}" destId="{AD251D38-B4D6-4B86-90B8-BB891712A416}" srcOrd="1" destOrd="0" presId="urn:microsoft.com/office/officeart/2018/2/layout/IconVerticalSolidList"/>
    <dgm:cxn modelId="{9ED19B1E-05CF-4AD3-BE9E-EDCCAB273920}" type="presParOf" srcId="{457EDAED-697D-4B72-8FD7-FDCC8197B400}" destId="{775B19DF-15D4-41AE-9D3E-B8C53E697604}" srcOrd="2" destOrd="0" presId="urn:microsoft.com/office/officeart/2018/2/layout/IconVerticalSolidList"/>
    <dgm:cxn modelId="{63A6F69D-7267-41C1-8CDC-349FC1E303E2}" type="presParOf" srcId="{457EDAED-697D-4B72-8FD7-FDCC8197B400}" destId="{7C0BB2D6-1E23-41D6-88DC-89A4E0824871}" srcOrd="3" destOrd="0" presId="urn:microsoft.com/office/officeart/2018/2/layout/IconVerticalSolidList"/>
    <dgm:cxn modelId="{E88EACE7-BBE1-4DF9-917A-AEDB4535E173}" type="presParOf" srcId="{87B49402-1ADC-4CD8-BF18-2C3A37BDD296}" destId="{A9C49094-114A-424F-90C4-8C2B988F59DA}" srcOrd="5" destOrd="0" presId="urn:microsoft.com/office/officeart/2018/2/layout/IconVerticalSolidList"/>
    <dgm:cxn modelId="{0F41AEA6-F9DD-42C9-A333-046A98AECA7F}" type="presParOf" srcId="{87B49402-1ADC-4CD8-BF18-2C3A37BDD296}" destId="{080B2315-5ED4-40E9-AC5D-3DC926BFF5A5}" srcOrd="6" destOrd="0" presId="urn:microsoft.com/office/officeart/2018/2/layout/IconVerticalSolidList"/>
    <dgm:cxn modelId="{325D29D2-9516-43BF-BAA6-F1FEEE4EDEB9}" type="presParOf" srcId="{080B2315-5ED4-40E9-AC5D-3DC926BFF5A5}" destId="{93EC8B1B-FAD3-432D-A128-63830EC9126E}" srcOrd="0" destOrd="0" presId="urn:microsoft.com/office/officeart/2018/2/layout/IconVerticalSolidList"/>
    <dgm:cxn modelId="{FE674ECB-9AE8-4F49-8322-64C4165F85B2}" type="presParOf" srcId="{080B2315-5ED4-40E9-AC5D-3DC926BFF5A5}" destId="{8C86F306-F68A-41FE-B81B-50945485457B}" srcOrd="1" destOrd="0" presId="urn:microsoft.com/office/officeart/2018/2/layout/IconVerticalSolidList"/>
    <dgm:cxn modelId="{C2A21469-B197-4C2D-B112-431F1F6C1C4E}" type="presParOf" srcId="{080B2315-5ED4-40E9-AC5D-3DC926BFF5A5}" destId="{4D6A3938-D2D5-4BD1-BAF3-F1D18380D752}" srcOrd="2" destOrd="0" presId="urn:microsoft.com/office/officeart/2018/2/layout/IconVerticalSolidList"/>
    <dgm:cxn modelId="{9065F4F9-648D-40A8-9E28-6C671CBA7835}" type="presParOf" srcId="{080B2315-5ED4-40E9-AC5D-3DC926BFF5A5}" destId="{B348D53F-C71C-4D54-B5B2-1B9C04A9187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0.xml><?xml version="1.0" encoding="utf-8"?>
<dgm:dataModel xmlns:dgm="http://schemas.openxmlformats.org/drawingml/2006/diagram" xmlns:a="http://schemas.openxmlformats.org/drawingml/2006/main">
  <dgm:ptLst>
    <dgm:pt modelId="{B4597BED-78FB-4499-920A-F582856B194B}" type="doc">
      <dgm:prSet loTypeId="urn:microsoft.com/office/officeart/2005/8/layout/vList2" loCatId="list" qsTypeId="urn:microsoft.com/office/officeart/2005/8/quickstyle/simple4" qsCatId="simple" csTypeId="urn:microsoft.com/office/officeart/2005/8/colors/colorful3" csCatId="colorful"/>
      <dgm:spPr/>
      <dgm:t>
        <a:bodyPr/>
        <a:lstStyle/>
        <a:p>
          <a:endParaRPr lang="en-US"/>
        </a:p>
      </dgm:t>
    </dgm:pt>
    <dgm:pt modelId="{E674DF4C-0EB0-4B61-9433-1E79DB4D922A}">
      <dgm:prSet/>
      <dgm:spPr/>
      <dgm:t>
        <a:bodyPr/>
        <a:lstStyle/>
        <a:p>
          <a:r>
            <a:rPr lang="en-US" dirty="0"/>
            <a:t>Unified analytics: combine SQL Server data with other Fabric data sources</a:t>
          </a:r>
        </a:p>
      </dgm:t>
    </dgm:pt>
    <dgm:pt modelId="{106F7857-D3FA-43B2-B48E-A788E0823E52}" type="parTrans" cxnId="{39DDFF7A-94C9-4461-B20B-FA41CDDF1DAD}">
      <dgm:prSet/>
      <dgm:spPr/>
      <dgm:t>
        <a:bodyPr/>
        <a:lstStyle/>
        <a:p>
          <a:endParaRPr lang="en-US"/>
        </a:p>
      </dgm:t>
    </dgm:pt>
    <dgm:pt modelId="{8CF9B058-D6B6-465E-9950-7F64FF2E8BA4}" type="sibTrans" cxnId="{39DDFF7A-94C9-4461-B20B-FA41CDDF1DAD}">
      <dgm:prSet/>
      <dgm:spPr/>
      <dgm:t>
        <a:bodyPr/>
        <a:lstStyle/>
        <a:p>
          <a:endParaRPr lang="en-US"/>
        </a:p>
      </dgm:t>
    </dgm:pt>
    <dgm:pt modelId="{AB9125F9-BEE9-47E8-9A66-24E3CC3DB347}">
      <dgm:prSet/>
      <dgm:spPr/>
      <dgm:t>
        <a:bodyPr/>
        <a:lstStyle/>
        <a:p>
          <a:r>
            <a:rPr lang="en-US"/>
            <a:t>Power BI real-time dashboards on operational data</a:t>
          </a:r>
        </a:p>
      </dgm:t>
    </dgm:pt>
    <dgm:pt modelId="{0CE09332-52A4-48E5-ABB9-3B98A5A184AB}" type="parTrans" cxnId="{B0A74B2A-857B-44A1-A401-35CD4328DACC}">
      <dgm:prSet/>
      <dgm:spPr/>
      <dgm:t>
        <a:bodyPr/>
        <a:lstStyle/>
        <a:p>
          <a:endParaRPr lang="en-US"/>
        </a:p>
      </dgm:t>
    </dgm:pt>
    <dgm:pt modelId="{4F8FC7EA-5F5B-48F3-A4C6-56A462CCF1A3}" type="sibTrans" cxnId="{B0A74B2A-857B-44A1-A401-35CD4328DACC}">
      <dgm:prSet/>
      <dgm:spPr/>
      <dgm:t>
        <a:bodyPr/>
        <a:lstStyle/>
        <a:p>
          <a:endParaRPr lang="en-US"/>
        </a:p>
      </dgm:t>
    </dgm:pt>
    <dgm:pt modelId="{268B3FB5-D852-4F51-AEA2-2D6986B84641}">
      <dgm:prSet/>
      <dgm:spPr/>
      <dgm:t>
        <a:bodyPr/>
        <a:lstStyle/>
        <a:p>
          <a:r>
            <a:rPr lang="en-US"/>
            <a:t>Lakehouse and warehouse integration</a:t>
          </a:r>
        </a:p>
      </dgm:t>
    </dgm:pt>
    <dgm:pt modelId="{DA858D3B-5F03-4EDE-BC34-B3D8B5639079}" type="parTrans" cxnId="{9F489B88-FC7D-433B-BF8F-7932B4F52ABF}">
      <dgm:prSet/>
      <dgm:spPr/>
      <dgm:t>
        <a:bodyPr/>
        <a:lstStyle/>
        <a:p>
          <a:endParaRPr lang="en-US"/>
        </a:p>
      </dgm:t>
    </dgm:pt>
    <dgm:pt modelId="{0C06B289-3CD6-4F49-84B6-F42DCB26E416}" type="sibTrans" cxnId="{9F489B88-FC7D-433B-BF8F-7932B4F52ABF}">
      <dgm:prSet/>
      <dgm:spPr/>
      <dgm:t>
        <a:bodyPr/>
        <a:lstStyle/>
        <a:p>
          <a:endParaRPr lang="en-US"/>
        </a:p>
      </dgm:t>
    </dgm:pt>
    <dgm:pt modelId="{2E325995-ABAC-4608-A825-A774D8B1B953}">
      <dgm:prSet/>
      <dgm:spPr/>
      <dgm:t>
        <a:bodyPr/>
        <a:lstStyle/>
        <a:p>
          <a:r>
            <a:rPr lang="en-US"/>
            <a:t>AI/ML training data pipelines</a:t>
          </a:r>
        </a:p>
      </dgm:t>
    </dgm:pt>
    <dgm:pt modelId="{8ACCAA44-29E7-4459-A949-81C64D938805}" type="parTrans" cxnId="{194A33F0-4659-45FA-AB80-4CA6C8829574}">
      <dgm:prSet/>
      <dgm:spPr/>
      <dgm:t>
        <a:bodyPr/>
        <a:lstStyle/>
        <a:p>
          <a:endParaRPr lang="en-US"/>
        </a:p>
      </dgm:t>
    </dgm:pt>
    <dgm:pt modelId="{90E1978F-355E-47ED-9234-D5627C21289F}" type="sibTrans" cxnId="{194A33F0-4659-45FA-AB80-4CA6C8829574}">
      <dgm:prSet/>
      <dgm:spPr/>
      <dgm:t>
        <a:bodyPr/>
        <a:lstStyle/>
        <a:p>
          <a:endParaRPr lang="en-US"/>
        </a:p>
      </dgm:t>
    </dgm:pt>
    <dgm:pt modelId="{5FF1CFBE-CF4C-4730-8285-270A837DD772}">
      <dgm:prSet/>
      <dgm:spPr/>
      <dgm:t>
        <a:bodyPr/>
        <a:lstStyle/>
        <a:p>
          <a:r>
            <a:rPr lang="en-US"/>
            <a:t>Cross-platform data exploration</a:t>
          </a:r>
        </a:p>
      </dgm:t>
    </dgm:pt>
    <dgm:pt modelId="{ED93338F-BEC0-4967-BEC5-30893226938E}" type="parTrans" cxnId="{D1D3E533-3C80-4039-83D3-1D85DC1CA05D}">
      <dgm:prSet/>
      <dgm:spPr/>
      <dgm:t>
        <a:bodyPr/>
        <a:lstStyle/>
        <a:p>
          <a:endParaRPr lang="en-US"/>
        </a:p>
      </dgm:t>
    </dgm:pt>
    <dgm:pt modelId="{E8442F84-2E10-47ED-9E04-A778ADAD9118}" type="sibTrans" cxnId="{D1D3E533-3C80-4039-83D3-1D85DC1CA05D}">
      <dgm:prSet/>
      <dgm:spPr/>
      <dgm:t>
        <a:bodyPr/>
        <a:lstStyle/>
        <a:p>
          <a:endParaRPr lang="en-US"/>
        </a:p>
      </dgm:t>
    </dgm:pt>
    <dgm:pt modelId="{226FD016-562A-DB40-B492-2041F6034EC1}" type="pres">
      <dgm:prSet presAssocID="{B4597BED-78FB-4499-920A-F582856B194B}" presName="linear" presStyleCnt="0">
        <dgm:presLayoutVars>
          <dgm:animLvl val="lvl"/>
          <dgm:resizeHandles val="exact"/>
        </dgm:presLayoutVars>
      </dgm:prSet>
      <dgm:spPr/>
    </dgm:pt>
    <dgm:pt modelId="{E27B59FC-A00A-B14B-A187-882C03C08B6F}" type="pres">
      <dgm:prSet presAssocID="{E674DF4C-0EB0-4B61-9433-1E79DB4D922A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BA371EB1-0691-6041-A18A-05AC60581BEB}" type="pres">
      <dgm:prSet presAssocID="{8CF9B058-D6B6-465E-9950-7F64FF2E8BA4}" presName="spacer" presStyleCnt="0"/>
      <dgm:spPr/>
    </dgm:pt>
    <dgm:pt modelId="{14B8941D-1338-A545-9C3C-3EAEB7536BEC}" type="pres">
      <dgm:prSet presAssocID="{AB9125F9-BEE9-47E8-9A66-24E3CC3DB347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A3F543C9-93B6-8044-B4E1-E6954ECBE10C}" type="pres">
      <dgm:prSet presAssocID="{4F8FC7EA-5F5B-48F3-A4C6-56A462CCF1A3}" presName="spacer" presStyleCnt="0"/>
      <dgm:spPr/>
    </dgm:pt>
    <dgm:pt modelId="{350AA60B-438E-0842-91BC-634CF9182A48}" type="pres">
      <dgm:prSet presAssocID="{268B3FB5-D852-4F51-AEA2-2D6986B84641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2A75E65B-E6A0-E140-A0D5-AEA0214478E8}" type="pres">
      <dgm:prSet presAssocID="{0C06B289-3CD6-4F49-84B6-F42DCB26E416}" presName="spacer" presStyleCnt="0"/>
      <dgm:spPr/>
    </dgm:pt>
    <dgm:pt modelId="{6F149A10-77CF-084F-8382-8A3FE633616F}" type="pres">
      <dgm:prSet presAssocID="{2E325995-ABAC-4608-A825-A774D8B1B953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20ED26B4-FE9A-9F4F-AFBA-B8D554D5611B}" type="pres">
      <dgm:prSet presAssocID="{90E1978F-355E-47ED-9234-D5627C21289F}" presName="spacer" presStyleCnt="0"/>
      <dgm:spPr/>
    </dgm:pt>
    <dgm:pt modelId="{0A6F96CF-6B71-7C49-B991-4EBC6A9A395D}" type="pres">
      <dgm:prSet presAssocID="{5FF1CFBE-CF4C-4730-8285-270A837DD772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21765507-A3A6-0448-86F2-8136ECE6C9FD}" type="presOf" srcId="{B4597BED-78FB-4499-920A-F582856B194B}" destId="{226FD016-562A-DB40-B492-2041F6034EC1}" srcOrd="0" destOrd="0" presId="urn:microsoft.com/office/officeart/2005/8/layout/vList2"/>
    <dgm:cxn modelId="{F76AED26-A4BC-5C4A-9D6F-BAC72FA6AE47}" type="presOf" srcId="{AB9125F9-BEE9-47E8-9A66-24E3CC3DB347}" destId="{14B8941D-1338-A545-9C3C-3EAEB7536BEC}" srcOrd="0" destOrd="0" presId="urn:microsoft.com/office/officeart/2005/8/layout/vList2"/>
    <dgm:cxn modelId="{B0A74B2A-857B-44A1-A401-35CD4328DACC}" srcId="{B4597BED-78FB-4499-920A-F582856B194B}" destId="{AB9125F9-BEE9-47E8-9A66-24E3CC3DB347}" srcOrd="1" destOrd="0" parTransId="{0CE09332-52A4-48E5-ABB9-3B98A5A184AB}" sibTransId="{4F8FC7EA-5F5B-48F3-A4C6-56A462CCF1A3}"/>
    <dgm:cxn modelId="{D1D3E533-3C80-4039-83D3-1D85DC1CA05D}" srcId="{B4597BED-78FB-4499-920A-F582856B194B}" destId="{5FF1CFBE-CF4C-4730-8285-270A837DD772}" srcOrd="4" destOrd="0" parTransId="{ED93338F-BEC0-4967-BEC5-30893226938E}" sibTransId="{E8442F84-2E10-47ED-9E04-A778ADAD9118}"/>
    <dgm:cxn modelId="{52DD7663-0953-D14A-BB0B-D10B20218A4F}" type="presOf" srcId="{268B3FB5-D852-4F51-AEA2-2D6986B84641}" destId="{350AA60B-438E-0842-91BC-634CF9182A48}" srcOrd="0" destOrd="0" presId="urn:microsoft.com/office/officeart/2005/8/layout/vList2"/>
    <dgm:cxn modelId="{48C8D965-9225-1443-A2C1-06DCC178B0F1}" type="presOf" srcId="{E674DF4C-0EB0-4B61-9433-1E79DB4D922A}" destId="{E27B59FC-A00A-B14B-A187-882C03C08B6F}" srcOrd="0" destOrd="0" presId="urn:microsoft.com/office/officeart/2005/8/layout/vList2"/>
    <dgm:cxn modelId="{39DDFF7A-94C9-4461-B20B-FA41CDDF1DAD}" srcId="{B4597BED-78FB-4499-920A-F582856B194B}" destId="{E674DF4C-0EB0-4B61-9433-1E79DB4D922A}" srcOrd="0" destOrd="0" parTransId="{106F7857-D3FA-43B2-B48E-A788E0823E52}" sibTransId="{8CF9B058-D6B6-465E-9950-7F64FF2E8BA4}"/>
    <dgm:cxn modelId="{9F489B88-FC7D-433B-BF8F-7932B4F52ABF}" srcId="{B4597BED-78FB-4499-920A-F582856B194B}" destId="{268B3FB5-D852-4F51-AEA2-2D6986B84641}" srcOrd="2" destOrd="0" parTransId="{DA858D3B-5F03-4EDE-BC34-B3D8B5639079}" sibTransId="{0C06B289-3CD6-4F49-84B6-F42DCB26E416}"/>
    <dgm:cxn modelId="{750636A5-484E-B544-9D39-D70A0B18A7D3}" type="presOf" srcId="{5FF1CFBE-CF4C-4730-8285-270A837DD772}" destId="{0A6F96CF-6B71-7C49-B991-4EBC6A9A395D}" srcOrd="0" destOrd="0" presId="urn:microsoft.com/office/officeart/2005/8/layout/vList2"/>
    <dgm:cxn modelId="{8BC4CAEB-C69A-584E-8129-912A9780B380}" type="presOf" srcId="{2E325995-ABAC-4608-A825-A774D8B1B953}" destId="{6F149A10-77CF-084F-8382-8A3FE633616F}" srcOrd="0" destOrd="0" presId="urn:microsoft.com/office/officeart/2005/8/layout/vList2"/>
    <dgm:cxn modelId="{194A33F0-4659-45FA-AB80-4CA6C8829574}" srcId="{B4597BED-78FB-4499-920A-F582856B194B}" destId="{2E325995-ABAC-4608-A825-A774D8B1B953}" srcOrd="3" destOrd="0" parTransId="{8ACCAA44-29E7-4459-A949-81C64D938805}" sibTransId="{90E1978F-355E-47ED-9234-D5627C21289F}"/>
    <dgm:cxn modelId="{DD5BDB0D-8636-4F48-B123-94F6C32F7C3B}" type="presParOf" srcId="{226FD016-562A-DB40-B492-2041F6034EC1}" destId="{E27B59FC-A00A-B14B-A187-882C03C08B6F}" srcOrd="0" destOrd="0" presId="urn:microsoft.com/office/officeart/2005/8/layout/vList2"/>
    <dgm:cxn modelId="{76671D35-1D31-0746-A016-DE252B51CF40}" type="presParOf" srcId="{226FD016-562A-DB40-B492-2041F6034EC1}" destId="{BA371EB1-0691-6041-A18A-05AC60581BEB}" srcOrd="1" destOrd="0" presId="urn:microsoft.com/office/officeart/2005/8/layout/vList2"/>
    <dgm:cxn modelId="{9E42CC56-196F-2945-BD1F-CC8D25A44020}" type="presParOf" srcId="{226FD016-562A-DB40-B492-2041F6034EC1}" destId="{14B8941D-1338-A545-9C3C-3EAEB7536BEC}" srcOrd="2" destOrd="0" presId="urn:microsoft.com/office/officeart/2005/8/layout/vList2"/>
    <dgm:cxn modelId="{2773A21D-4970-DD45-B4EF-26745F9A6253}" type="presParOf" srcId="{226FD016-562A-DB40-B492-2041F6034EC1}" destId="{A3F543C9-93B6-8044-B4E1-E6954ECBE10C}" srcOrd="3" destOrd="0" presId="urn:microsoft.com/office/officeart/2005/8/layout/vList2"/>
    <dgm:cxn modelId="{D8AE50EC-860B-0243-8210-FE8ACE643164}" type="presParOf" srcId="{226FD016-562A-DB40-B492-2041F6034EC1}" destId="{350AA60B-438E-0842-91BC-634CF9182A48}" srcOrd="4" destOrd="0" presId="urn:microsoft.com/office/officeart/2005/8/layout/vList2"/>
    <dgm:cxn modelId="{75924AE0-A0EC-E14E-A8D1-F355D81B5806}" type="presParOf" srcId="{226FD016-562A-DB40-B492-2041F6034EC1}" destId="{2A75E65B-E6A0-E140-A0D5-AEA0214478E8}" srcOrd="5" destOrd="0" presId="urn:microsoft.com/office/officeart/2005/8/layout/vList2"/>
    <dgm:cxn modelId="{217EDF5B-6BF8-654A-8185-CE1B52147586}" type="presParOf" srcId="{226FD016-562A-DB40-B492-2041F6034EC1}" destId="{6F149A10-77CF-084F-8382-8A3FE633616F}" srcOrd="6" destOrd="0" presId="urn:microsoft.com/office/officeart/2005/8/layout/vList2"/>
    <dgm:cxn modelId="{184B45CA-4251-5C4E-8487-671CBA3ADADE}" type="presParOf" srcId="{226FD016-562A-DB40-B492-2041F6034EC1}" destId="{20ED26B4-FE9A-9F4F-AFBA-B8D554D5611B}" srcOrd="7" destOrd="0" presId="urn:microsoft.com/office/officeart/2005/8/layout/vList2"/>
    <dgm:cxn modelId="{ED217D5F-A19E-7247-998A-2CEE5D52D65B}" type="presParOf" srcId="{226FD016-562A-DB40-B492-2041F6034EC1}" destId="{0A6F96CF-6B71-7C49-B991-4EBC6A9A395D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1.xml><?xml version="1.0" encoding="utf-8"?>
<dgm:dataModel xmlns:dgm="http://schemas.openxmlformats.org/drawingml/2006/diagram" xmlns:a="http://schemas.openxmlformats.org/drawingml/2006/main">
  <dgm:ptLst>
    <dgm:pt modelId="{94BB9E53-BAA7-40AF-93E2-C679C92C12DE}" type="doc">
      <dgm:prSet loTypeId="urn:microsoft.com/office/officeart/2005/8/layout/vList2" loCatId="list" qsTypeId="urn:microsoft.com/office/officeart/2005/8/quickstyle/simple1" qsCatId="simple" csTypeId="urn:microsoft.com/office/officeart/2005/8/colors/colorful3" csCatId="colorful"/>
      <dgm:spPr/>
      <dgm:t>
        <a:bodyPr/>
        <a:lstStyle/>
        <a:p>
          <a:endParaRPr lang="en-US"/>
        </a:p>
      </dgm:t>
    </dgm:pt>
    <dgm:pt modelId="{D77FDEE3-483D-42FB-8BE3-1497C699D677}">
      <dgm:prSet/>
      <dgm:spPr/>
      <dgm:t>
        <a:bodyPr/>
        <a:lstStyle/>
        <a:p>
          <a:r>
            <a:rPr lang="en-US" dirty="0"/>
            <a:t>Configuration via Arc and Azure Portal </a:t>
          </a:r>
        </a:p>
      </dgm:t>
    </dgm:pt>
    <dgm:pt modelId="{5F4568A4-A63A-4167-8227-FB6430F53DA0}" type="parTrans" cxnId="{15C5B1ED-15B3-4C8C-B523-FB70C5D18933}">
      <dgm:prSet/>
      <dgm:spPr/>
      <dgm:t>
        <a:bodyPr/>
        <a:lstStyle/>
        <a:p>
          <a:endParaRPr lang="en-US"/>
        </a:p>
      </dgm:t>
    </dgm:pt>
    <dgm:pt modelId="{B656812B-3201-4155-A580-94C8623E93F7}" type="sibTrans" cxnId="{15C5B1ED-15B3-4C8C-B523-FB70C5D18933}">
      <dgm:prSet/>
      <dgm:spPr/>
      <dgm:t>
        <a:bodyPr/>
        <a:lstStyle/>
        <a:p>
          <a:endParaRPr lang="en-US"/>
        </a:p>
      </dgm:t>
    </dgm:pt>
    <dgm:pt modelId="{5AAB539B-5F99-48DA-87A6-479B43C31B96}">
      <dgm:prSet/>
      <dgm:spPr/>
      <dgm:t>
        <a:bodyPr/>
        <a:lstStyle/>
        <a:p>
          <a:r>
            <a:rPr lang="en-US"/>
            <a:t>Monitoring latency and sync status </a:t>
          </a:r>
        </a:p>
      </dgm:t>
    </dgm:pt>
    <dgm:pt modelId="{7BC8D73F-3324-4E92-9E4E-9D5179FFADF6}" type="parTrans" cxnId="{C1E2597A-AAB0-478C-AC66-9B271907CAAC}">
      <dgm:prSet/>
      <dgm:spPr/>
      <dgm:t>
        <a:bodyPr/>
        <a:lstStyle/>
        <a:p>
          <a:endParaRPr lang="en-US"/>
        </a:p>
      </dgm:t>
    </dgm:pt>
    <dgm:pt modelId="{4CE52669-3148-448D-A8B5-FC588452CEBC}" type="sibTrans" cxnId="{C1E2597A-AAB0-478C-AC66-9B271907CAAC}">
      <dgm:prSet/>
      <dgm:spPr/>
      <dgm:t>
        <a:bodyPr/>
        <a:lstStyle/>
        <a:p>
          <a:endParaRPr lang="en-US"/>
        </a:p>
      </dgm:t>
    </dgm:pt>
    <dgm:pt modelId="{589E58B3-0E15-492C-893E-877AC5E64D7F}">
      <dgm:prSet/>
      <dgm:spPr/>
      <dgm:t>
        <a:bodyPr/>
        <a:lstStyle/>
        <a:p>
          <a:r>
            <a:rPr lang="en-US"/>
            <a:t>Table selection and filtering </a:t>
          </a:r>
        </a:p>
      </dgm:t>
    </dgm:pt>
    <dgm:pt modelId="{67BEF862-CCDA-4024-BCEB-3B0ECCE46FA3}" type="parTrans" cxnId="{283D5586-E116-497B-9F86-40650BCA0033}">
      <dgm:prSet/>
      <dgm:spPr/>
      <dgm:t>
        <a:bodyPr/>
        <a:lstStyle/>
        <a:p>
          <a:endParaRPr lang="en-US"/>
        </a:p>
      </dgm:t>
    </dgm:pt>
    <dgm:pt modelId="{2DA46692-53AD-4C10-ACBA-AEF049AE974A}" type="sibTrans" cxnId="{283D5586-E116-497B-9F86-40650BCA0033}">
      <dgm:prSet/>
      <dgm:spPr/>
      <dgm:t>
        <a:bodyPr/>
        <a:lstStyle/>
        <a:p>
          <a:endParaRPr lang="en-US"/>
        </a:p>
      </dgm:t>
    </dgm:pt>
    <dgm:pt modelId="{F552B9BC-BE9C-4D65-B990-A8ABDFFD1C79}">
      <dgm:prSet/>
      <dgm:spPr/>
      <dgm:t>
        <a:bodyPr/>
        <a:lstStyle/>
        <a:p>
          <a:r>
            <a:rPr lang="en-US"/>
            <a:t>Security and access control</a:t>
          </a:r>
        </a:p>
      </dgm:t>
    </dgm:pt>
    <dgm:pt modelId="{14034EDD-D379-4E0E-9596-0BA319F1042E}" type="parTrans" cxnId="{7C5EF16D-D6FC-4A4C-AA3B-8A660EB56D97}">
      <dgm:prSet/>
      <dgm:spPr/>
      <dgm:t>
        <a:bodyPr/>
        <a:lstStyle/>
        <a:p>
          <a:endParaRPr lang="en-US"/>
        </a:p>
      </dgm:t>
    </dgm:pt>
    <dgm:pt modelId="{EB4C18CA-B000-4844-BD5B-BCB6F05474BE}" type="sibTrans" cxnId="{7C5EF16D-D6FC-4A4C-AA3B-8A660EB56D97}">
      <dgm:prSet/>
      <dgm:spPr/>
      <dgm:t>
        <a:bodyPr/>
        <a:lstStyle/>
        <a:p>
          <a:endParaRPr lang="en-US"/>
        </a:p>
      </dgm:t>
    </dgm:pt>
    <dgm:pt modelId="{250F7E67-9589-114C-A629-A863119A5E54}" type="pres">
      <dgm:prSet presAssocID="{94BB9E53-BAA7-40AF-93E2-C679C92C12DE}" presName="linear" presStyleCnt="0">
        <dgm:presLayoutVars>
          <dgm:animLvl val="lvl"/>
          <dgm:resizeHandles val="exact"/>
        </dgm:presLayoutVars>
      </dgm:prSet>
      <dgm:spPr/>
    </dgm:pt>
    <dgm:pt modelId="{4C117B32-9DB0-104E-95B8-A7C84851ECFA}" type="pres">
      <dgm:prSet presAssocID="{D77FDEE3-483D-42FB-8BE3-1497C699D677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FB0BED54-75CA-8C4C-99BF-6854FED5B4D2}" type="pres">
      <dgm:prSet presAssocID="{B656812B-3201-4155-A580-94C8623E93F7}" presName="spacer" presStyleCnt="0"/>
      <dgm:spPr/>
    </dgm:pt>
    <dgm:pt modelId="{29C27467-C59A-D949-9339-2D81DA9AB2BB}" type="pres">
      <dgm:prSet presAssocID="{5AAB539B-5F99-48DA-87A6-479B43C31B96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39EF442-A5B4-2649-8382-256473DFF2EC}" type="pres">
      <dgm:prSet presAssocID="{4CE52669-3148-448D-A8B5-FC588452CEBC}" presName="spacer" presStyleCnt="0"/>
      <dgm:spPr/>
    </dgm:pt>
    <dgm:pt modelId="{BB3E4B38-FA81-4540-8D0F-FEEFCBAE80AD}" type="pres">
      <dgm:prSet presAssocID="{589E58B3-0E15-492C-893E-877AC5E64D7F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42390E3C-1B76-E741-A9E6-6C298EC3DDF8}" type="pres">
      <dgm:prSet presAssocID="{2DA46692-53AD-4C10-ACBA-AEF049AE974A}" presName="spacer" presStyleCnt="0"/>
      <dgm:spPr/>
    </dgm:pt>
    <dgm:pt modelId="{081B8C22-5D88-4B41-A229-EC2068DE45E3}" type="pres">
      <dgm:prSet presAssocID="{F552B9BC-BE9C-4D65-B990-A8ABDFFD1C79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5EF7C80E-E4FC-564F-A182-72D902E1CAA2}" type="presOf" srcId="{589E58B3-0E15-492C-893E-877AC5E64D7F}" destId="{BB3E4B38-FA81-4540-8D0F-FEEFCBAE80AD}" srcOrd="0" destOrd="0" presId="urn:microsoft.com/office/officeart/2005/8/layout/vList2"/>
    <dgm:cxn modelId="{1042E325-0110-A84B-B687-107DA1C5AD3A}" type="presOf" srcId="{94BB9E53-BAA7-40AF-93E2-C679C92C12DE}" destId="{250F7E67-9589-114C-A629-A863119A5E54}" srcOrd="0" destOrd="0" presId="urn:microsoft.com/office/officeart/2005/8/layout/vList2"/>
    <dgm:cxn modelId="{7C5EF16D-D6FC-4A4C-AA3B-8A660EB56D97}" srcId="{94BB9E53-BAA7-40AF-93E2-C679C92C12DE}" destId="{F552B9BC-BE9C-4D65-B990-A8ABDFFD1C79}" srcOrd="3" destOrd="0" parTransId="{14034EDD-D379-4E0E-9596-0BA319F1042E}" sibTransId="{EB4C18CA-B000-4844-BD5B-BCB6F05474BE}"/>
    <dgm:cxn modelId="{C1E2597A-AAB0-478C-AC66-9B271907CAAC}" srcId="{94BB9E53-BAA7-40AF-93E2-C679C92C12DE}" destId="{5AAB539B-5F99-48DA-87A6-479B43C31B96}" srcOrd="1" destOrd="0" parTransId="{7BC8D73F-3324-4E92-9E4E-9D5179FFADF6}" sibTransId="{4CE52669-3148-448D-A8B5-FC588452CEBC}"/>
    <dgm:cxn modelId="{B8032086-1C4C-334B-ABB1-44A237E4E38E}" type="presOf" srcId="{D77FDEE3-483D-42FB-8BE3-1497C699D677}" destId="{4C117B32-9DB0-104E-95B8-A7C84851ECFA}" srcOrd="0" destOrd="0" presId="urn:microsoft.com/office/officeart/2005/8/layout/vList2"/>
    <dgm:cxn modelId="{283D5586-E116-497B-9F86-40650BCA0033}" srcId="{94BB9E53-BAA7-40AF-93E2-C679C92C12DE}" destId="{589E58B3-0E15-492C-893E-877AC5E64D7F}" srcOrd="2" destOrd="0" parTransId="{67BEF862-CCDA-4024-BCEB-3B0ECCE46FA3}" sibTransId="{2DA46692-53AD-4C10-ACBA-AEF049AE974A}"/>
    <dgm:cxn modelId="{D43023B5-C51C-804C-A725-4DDF2C7FA6B8}" type="presOf" srcId="{F552B9BC-BE9C-4D65-B990-A8ABDFFD1C79}" destId="{081B8C22-5D88-4B41-A229-EC2068DE45E3}" srcOrd="0" destOrd="0" presId="urn:microsoft.com/office/officeart/2005/8/layout/vList2"/>
    <dgm:cxn modelId="{EECF4FDF-2B95-E146-9FC7-BFB052FDF3E2}" type="presOf" srcId="{5AAB539B-5F99-48DA-87A6-479B43C31B96}" destId="{29C27467-C59A-D949-9339-2D81DA9AB2BB}" srcOrd="0" destOrd="0" presId="urn:microsoft.com/office/officeart/2005/8/layout/vList2"/>
    <dgm:cxn modelId="{15C5B1ED-15B3-4C8C-B523-FB70C5D18933}" srcId="{94BB9E53-BAA7-40AF-93E2-C679C92C12DE}" destId="{D77FDEE3-483D-42FB-8BE3-1497C699D677}" srcOrd="0" destOrd="0" parTransId="{5F4568A4-A63A-4167-8227-FB6430F53DA0}" sibTransId="{B656812B-3201-4155-A580-94C8623E93F7}"/>
    <dgm:cxn modelId="{C760E3A5-5E90-B544-A7CB-74E3EBE7A0E2}" type="presParOf" srcId="{250F7E67-9589-114C-A629-A863119A5E54}" destId="{4C117B32-9DB0-104E-95B8-A7C84851ECFA}" srcOrd="0" destOrd="0" presId="urn:microsoft.com/office/officeart/2005/8/layout/vList2"/>
    <dgm:cxn modelId="{C74F9758-7FE4-B04D-960E-54AC34184923}" type="presParOf" srcId="{250F7E67-9589-114C-A629-A863119A5E54}" destId="{FB0BED54-75CA-8C4C-99BF-6854FED5B4D2}" srcOrd="1" destOrd="0" presId="urn:microsoft.com/office/officeart/2005/8/layout/vList2"/>
    <dgm:cxn modelId="{395DDA55-058F-6445-B529-A6E54DD0E842}" type="presParOf" srcId="{250F7E67-9589-114C-A629-A863119A5E54}" destId="{29C27467-C59A-D949-9339-2D81DA9AB2BB}" srcOrd="2" destOrd="0" presId="urn:microsoft.com/office/officeart/2005/8/layout/vList2"/>
    <dgm:cxn modelId="{7F332055-A3FD-9D4C-9894-F861DFDD5409}" type="presParOf" srcId="{250F7E67-9589-114C-A629-A863119A5E54}" destId="{439EF442-A5B4-2649-8382-256473DFF2EC}" srcOrd="3" destOrd="0" presId="urn:microsoft.com/office/officeart/2005/8/layout/vList2"/>
    <dgm:cxn modelId="{6DA09ACC-5DF8-8749-BA6E-9F1CA21090E5}" type="presParOf" srcId="{250F7E67-9589-114C-A629-A863119A5E54}" destId="{BB3E4B38-FA81-4540-8D0F-FEEFCBAE80AD}" srcOrd="4" destOrd="0" presId="urn:microsoft.com/office/officeart/2005/8/layout/vList2"/>
    <dgm:cxn modelId="{7601323F-346E-B046-86A8-4DDF7CD9873A}" type="presParOf" srcId="{250F7E67-9589-114C-A629-A863119A5E54}" destId="{42390E3C-1B76-E741-A9E6-6C298EC3DDF8}" srcOrd="5" destOrd="0" presId="urn:microsoft.com/office/officeart/2005/8/layout/vList2"/>
    <dgm:cxn modelId="{30233FD8-6FA0-1342-83AC-D7043BA2B864}" type="presParOf" srcId="{250F7E67-9589-114C-A629-A863119A5E54}" destId="{081B8C22-5D88-4B41-A229-EC2068DE45E3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2.xml><?xml version="1.0" encoding="utf-8"?>
<dgm:dataModel xmlns:dgm="http://schemas.openxmlformats.org/drawingml/2006/diagram" xmlns:a="http://schemas.openxmlformats.org/drawingml/2006/main">
  <dgm:ptLst>
    <dgm:pt modelId="{DD774429-771A-4808-90CA-1FCB80501736}" type="doc">
      <dgm:prSet loTypeId="urn:microsoft.com/office/officeart/2018/2/layout/IconVerticalSolidList" loCatId="icon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63354CC6-36AB-4F41-B90E-8D4E705BEFA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Express:</a:t>
          </a:r>
          <a:r>
            <a:rPr lang="en-US" dirty="0"/>
            <a:t> 50GB database, many new features</a:t>
          </a:r>
        </a:p>
      </dgm:t>
    </dgm:pt>
    <dgm:pt modelId="{5833E877-1CA5-4A53-A0B0-77835815AD5D}" type="parTrans" cxnId="{06CD7567-10D8-445B-9FEA-192C34FDB1E2}">
      <dgm:prSet/>
      <dgm:spPr/>
      <dgm:t>
        <a:bodyPr/>
        <a:lstStyle/>
        <a:p>
          <a:endParaRPr lang="en-US"/>
        </a:p>
      </dgm:t>
    </dgm:pt>
    <dgm:pt modelId="{A941EE7F-945F-4FB7-B6F5-755640BC31D1}" type="sibTrans" cxnId="{06CD7567-10D8-445B-9FEA-192C34FDB1E2}">
      <dgm:prSet/>
      <dgm:spPr/>
      <dgm:t>
        <a:bodyPr/>
        <a:lstStyle/>
        <a:p>
          <a:endParaRPr lang="en-US"/>
        </a:p>
      </dgm:t>
    </dgm:pt>
    <dgm:pt modelId="{8A3E5624-59AA-43C4-B70A-DBEEF0E0696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Standard:</a:t>
          </a:r>
          <a:r>
            <a:rPr lang="en-US"/>
            <a:t> 32 cores, 256GB RAM, full Resource Governor</a:t>
          </a:r>
        </a:p>
      </dgm:t>
    </dgm:pt>
    <dgm:pt modelId="{D1C0DE20-A321-4626-A58D-FBDDFC42786E}" type="parTrans" cxnId="{54F5DB2E-88D6-4A27-84F7-15DF361CFDED}">
      <dgm:prSet/>
      <dgm:spPr/>
      <dgm:t>
        <a:bodyPr/>
        <a:lstStyle/>
        <a:p>
          <a:endParaRPr lang="en-US"/>
        </a:p>
      </dgm:t>
    </dgm:pt>
    <dgm:pt modelId="{EB7815CF-CE11-49B2-8E79-2144B2A303C7}" type="sibTrans" cxnId="{54F5DB2E-88D6-4A27-84F7-15DF361CFDED}">
      <dgm:prSet/>
      <dgm:spPr/>
      <dgm:t>
        <a:bodyPr/>
        <a:lstStyle/>
        <a:p>
          <a:endParaRPr lang="en-US"/>
        </a:p>
      </dgm:t>
    </dgm:pt>
    <dgm:pt modelId="{2BD435C1-839C-41D5-BA24-7325E4C69B5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Enterprise:</a:t>
          </a:r>
          <a:r>
            <a:rPr lang="en-US"/>
            <a:t> All features, DiskANN vector index, all AG enhancements</a:t>
          </a:r>
        </a:p>
      </dgm:t>
    </dgm:pt>
    <dgm:pt modelId="{94244012-D494-48A7-97CD-2DA7C740818C}" type="parTrans" cxnId="{56087FD6-FA91-4744-A1D9-41EBA2BE692D}">
      <dgm:prSet/>
      <dgm:spPr/>
      <dgm:t>
        <a:bodyPr/>
        <a:lstStyle/>
        <a:p>
          <a:endParaRPr lang="en-US"/>
        </a:p>
      </dgm:t>
    </dgm:pt>
    <dgm:pt modelId="{CFE1D5E0-85FD-479C-A73B-4D7E36CEDCE1}" type="sibTrans" cxnId="{56087FD6-FA91-4744-A1D9-41EBA2BE692D}">
      <dgm:prSet/>
      <dgm:spPr/>
      <dgm:t>
        <a:bodyPr/>
        <a:lstStyle/>
        <a:p>
          <a:endParaRPr lang="en-US"/>
        </a:p>
      </dgm:t>
    </dgm:pt>
    <dgm:pt modelId="{0C152701-BB57-40B6-BEEE-29352BDD262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Developer:</a:t>
          </a:r>
          <a:r>
            <a:rPr lang="en-US"/>
            <a:t> Free for dev/test, Standard and Enterprise flavors</a:t>
          </a:r>
        </a:p>
      </dgm:t>
    </dgm:pt>
    <dgm:pt modelId="{272AC045-5FCB-47F1-89B4-6853DD726C50}" type="parTrans" cxnId="{A53448FC-0C46-4461-8B69-6D71E3B0E8D4}">
      <dgm:prSet/>
      <dgm:spPr/>
      <dgm:t>
        <a:bodyPr/>
        <a:lstStyle/>
        <a:p>
          <a:endParaRPr lang="en-US"/>
        </a:p>
      </dgm:t>
    </dgm:pt>
    <dgm:pt modelId="{60E5AA9B-B922-4835-9EC7-532217B149CC}" type="sibTrans" cxnId="{A53448FC-0C46-4461-8B69-6D71E3B0E8D4}">
      <dgm:prSet/>
      <dgm:spPr/>
      <dgm:t>
        <a:bodyPr/>
        <a:lstStyle/>
        <a:p>
          <a:endParaRPr lang="en-US"/>
        </a:p>
      </dgm:t>
    </dgm:pt>
    <dgm:pt modelId="{EB5CDF7F-E9BE-46D5-A367-3992B09FB867}" type="pres">
      <dgm:prSet presAssocID="{DD774429-771A-4808-90CA-1FCB80501736}" presName="root" presStyleCnt="0">
        <dgm:presLayoutVars>
          <dgm:dir/>
          <dgm:resizeHandles val="exact"/>
        </dgm:presLayoutVars>
      </dgm:prSet>
      <dgm:spPr/>
    </dgm:pt>
    <dgm:pt modelId="{C4E5A95F-1DB7-4AF4-B5C5-ACD82D16D14E}" type="pres">
      <dgm:prSet presAssocID="{63354CC6-36AB-4F41-B90E-8D4E705BEFA3}" presName="compNode" presStyleCnt="0"/>
      <dgm:spPr/>
    </dgm:pt>
    <dgm:pt modelId="{97BA9FFE-6003-4668-B338-E8B241700474}" type="pres">
      <dgm:prSet presAssocID="{63354CC6-36AB-4F41-B90E-8D4E705BEFA3}" presName="bgRect" presStyleLbl="bgShp" presStyleIdx="0" presStyleCnt="4"/>
      <dgm:spPr/>
    </dgm:pt>
    <dgm:pt modelId="{6AA408BD-134F-46F3-8DD2-1FF2E1591D26}" type="pres">
      <dgm:prSet presAssocID="{63354CC6-36AB-4F41-B90E-8D4E705BEFA3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B078619C-9C90-46A2-9412-5717DA32899C}" type="pres">
      <dgm:prSet presAssocID="{63354CC6-36AB-4F41-B90E-8D4E705BEFA3}" presName="spaceRect" presStyleCnt="0"/>
      <dgm:spPr/>
    </dgm:pt>
    <dgm:pt modelId="{C0B0D962-1A0D-4AF7-B4D7-10FCFC5C75FA}" type="pres">
      <dgm:prSet presAssocID="{63354CC6-36AB-4F41-B90E-8D4E705BEFA3}" presName="parTx" presStyleLbl="revTx" presStyleIdx="0" presStyleCnt="4">
        <dgm:presLayoutVars>
          <dgm:chMax val="0"/>
          <dgm:chPref val="0"/>
        </dgm:presLayoutVars>
      </dgm:prSet>
      <dgm:spPr/>
    </dgm:pt>
    <dgm:pt modelId="{3B029F8B-5CEA-4AA9-AEC4-BE15BF438983}" type="pres">
      <dgm:prSet presAssocID="{A941EE7F-945F-4FB7-B6F5-755640BC31D1}" presName="sibTrans" presStyleCnt="0"/>
      <dgm:spPr/>
    </dgm:pt>
    <dgm:pt modelId="{003A65A0-D4F2-4D20-8702-108C7F004431}" type="pres">
      <dgm:prSet presAssocID="{8A3E5624-59AA-43C4-B70A-DBEEF0E06963}" presName="compNode" presStyleCnt="0"/>
      <dgm:spPr/>
    </dgm:pt>
    <dgm:pt modelId="{6E0A1769-03D9-48A4-94E2-45AA62653EEB}" type="pres">
      <dgm:prSet presAssocID="{8A3E5624-59AA-43C4-B70A-DBEEF0E06963}" presName="bgRect" presStyleLbl="bgShp" presStyleIdx="1" presStyleCnt="4"/>
      <dgm:spPr/>
    </dgm:pt>
    <dgm:pt modelId="{EAE0783C-8957-4D6E-963B-275412128C19}" type="pres">
      <dgm:prSet presAssocID="{8A3E5624-59AA-43C4-B70A-DBEEF0E06963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31E36175-81EF-4A17-96BA-8F463BAAC8A6}" type="pres">
      <dgm:prSet presAssocID="{8A3E5624-59AA-43C4-B70A-DBEEF0E06963}" presName="spaceRect" presStyleCnt="0"/>
      <dgm:spPr/>
    </dgm:pt>
    <dgm:pt modelId="{790D0300-D2E8-4BBD-A00F-40C66936B463}" type="pres">
      <dgm:prSet presAssocID="{8A3E5624-59AA-43C4-B70A-DBEEF0E06963}" presName="parTx" presStyleLbl="revTx" presStyleIdx="1" presStyleCnt="4">
        <dgm:presLayoutVars>
          <dgm:chMax val="0"/>
          <dgm:chPref val="0"/>
        </dgm:presLayoutVars>
      </dgm:prSet>
      <dgm:spPr/>
    </dgm:pt>
    <dgm:pt modelId="{96E5EDBA-3ACB-46F8-8B25-6B4B99EB376F}" type="pres">
      <dgm:prSet presAssocID="{EB7815CF-CE11-49B2-8E79-2144B2A303C7}" presName="sibTrans" presStyleCnt="0"/>
      <dgm:spPr/>
    </dgm:pt>
    <dgm:pt modelId="{7AA150E9-14A1-4456-9AF4-A42E062B2238}" type="pres">
      <dgm:prSet presAssocID="{2BD435C1-839C-41D5-BA24-7325E4C69B50}" presName="compNode" presStyleCnt="0"/>
      <dgm:spPr/>
    </dgm:pt>
    <dgm:pt modelId="{6B7873C4-4068-4B62-9F32-F66859F7B26C}" type="pres">
      <dgm:prSet presAssocID="{2BD435C1-839C-41D5-BA24-7325E4C69B50}" presName="bgRect" presStyleLbl="bgShp" presStyleIdx="2" presStyleCnt="4"/>
      <dgm:spPr/>
    </dgm:pt>
    <dgm:pt modelId="{3B229FC2-6601-44F0-8C97-DF3023A1F0C0}" type="pres">
      <dgm:prSet presAssocID="{2BD435C1-839C-41D5-BA24-7325E4C69B50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lant"/>
        </a:ext>
      </dgm:extLst>
    </dgm:pt>
    <dgm:pt modelId="{043054C3-0B07-4A08-A7E5-245A506E1C87}" type="pres">
      <dgm:prSet presAssocID="{2BD435C1-839C-41D5-BA24-7325E4C69B50}" presName="spaceRect" presStyleCnt="0"/>
      <dgm:spPr/>
    </dgm:pt>
    <dgm:pt modelId="{8CC2D0A2-22E3-41CD-93B6-778B58CAD6C7}" type="pres">
      <dgm:prSet presAssocID="{2BD435C1-839C-41D5-BA24-7325E4C69B50}" presName="parTx" presStyleLbl="revTx" presStyleIdx="2" presStyleCnt="4">
        <dgm:presLayoutVars>
          <dgm:chMax val="0"/>
          <dgm:chPref val="0"/>
        </dgm:presLayoutVars>
      </dgm:prSet>
      <dgm:spPr/>
    </dgm:pt>
    <dgm:pt modelId="{CB75A53F-0F32-4A94-80D6-EA1549D7F637}" type="pres">
      <dgm:prSet presAssocID="{CFE1D5E0-85FD-479C-A73B-4D7E36CEDCE1}" presName="sibTrans" presStyleCnt="0"/>
      <dgm:spPr/>
    </dgm:pt>
    <dgm:pt modelId="{A2050B85-5276-4DA5-A361-224BA535E650}" type="pres">
      <dgm:prSet presAssocID="{0C152701-BB57-40B6-BEEE-29352BDD262A}" presName="compNode" presStyleCnt="0"/>
      <dgm:spPr/>
    </dgm:pt>
    <dgm:pt modelId="{19E50FDE-280B-4E1A-B62B-29EBB2AF22DC}" type="pres">
      <dgm:prSet presAssocID="{0C152701-BB57-40B6-BEEE-29352BDD262A}" presName="bgRect" presStyleLbl="bgShp" presStyleIdx="3" presStyleCnt="4"/>
      <dgm:spPr/>
    </dgm:pt>
    <dgm:pt modelId="{23301FA7-D07F-42B9-8861-7FC6A0BA8803}" type="pres">
      <dgm:prSet presAssocID="{0C152701-BB57-40B6-BEEE-29352BDD262A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282BFB15-EA47-412A-B6BD-BB5160BF1409}" type="pres">
      <dgm:prSet presAssocID="{0C152701-BB57-40B6-BEEE-29352BDD262A}" presName="spaceRect" presStyleCnt="0"/>
      <dgm:spPr/>
    </dgm:pt>
    <dgm:pt modelId="{44CAEA96-C8AE-4BC8-8B92-23E8D0AC926E}" type="pres">
      <dgm:prSet presAssocID="{0C152701-BB57-40B6-BEEE-29352BDD262A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54F5DB2E-88D6-4A27-84F7-15DF361CFDED}" srcId="{DD774429-771A-4808-90CA-1FCB80501736}" destId="{8A3E5624-59AA-43C4-B70A-DBEEF0E06963}" srcOrd="1" destOrd="0" parTransId="{D1C0DE20-A321-4626-A58D-FBDDFC42786E}" sibTransId="{EB7815CF-CE11-49B2-8E79-2144B2A303C7}"/>
    <dgm:cxn modelId="{06CD7567-10D8-445B-9FEA-192C34FDB1E2}" srcId="{DD774429-771A-4808-90CA-1FCB80501736}" destId="{63354CC6-36AB-4F41-B90E-8D4E705BEFA3}" srcOrd="0" destOrd="0" parTransId="{5833E877-1CA5-4A53-A0B0-77835815AD5D}" sibTransId="{A941EE7F-945F-4FB7-B6F5-755640BC31D1}"/>
    <dgm:cxn modelId="{4A72DD7D-1270-4EDD-A72A-C0171271706D}" type="presOf" srcId="{8A3E5624-59AA-43C4-B70A-DBEEF0E06963}" destId="{790D0300-D2E8-4BBD-A00F-40C66936B463}" srcOrd="0" destOrd="0" presId="urn:microsoft.com/office/officeart/2018/2/layout/IconVerticalSolidList"/>
    <dgm:cxn modelId="{AC33428A-E813-4FEF-B69E-AB01A3AA3421}" type="presOf" srcId="{63354CC6-36AB-4F41-B90E-8D4E705BEFA3}" destId="{C0B0D962-1A0D-4AF7-B4D7-10FCFC5C75FA}" srcOrd="0" destOrd="0" presId="urn:microsoft.com/office/officeart/2018/2/layout/IconVerticalSolidList"/>
    <dgm:cxn modelId="{4E807E8C-90C3-483E-85C6-B732CB2E6DE3}" type="presOf" srcId="{DD774429-771A-4808-90CA-1FCB80501736}" destId="{EB5CDF7F-E9BE-46D5-A367-3992B09FB867}" srcOrd="0" destOrd="0" presId="urn:microsoft.com/office/officeart/2018/2/layout/IconVerticalSolidList"/>
    <dgm:cxn modelId="{FF3D42B1-8611-4F1D-ACDF-E92E8F91D193}" type="presOf" srcId="{0C152701-BB57-40B6-BEEE-29352BDD262A}" destId="{44CAEA96-C8AE-4BC8-8B92-23E8D0AC926E}" srcOrd="0" destOrd="0" presId="urn:microsoft.com/office/officeart/2018/2/layout/IconVerticalSolidList"/>
    <dgm:cxn modelId="{56087FD6-FA91-4744-A1D9-41EBA2BE692D}" srcId="{DD774429-771A-4808-90CA-1FCB80501736}" destId="{2BD435C1-839C-41D5-BA24-7325E4C69B50}" srcOrd="2" destOrd="0" parTransId="{94244012-D494-48A7-97CD-2DA7C740818C}" sibTransId="{CFE1D5E0-85FD-479C-A73B-4D7E36CEDCE1}"/>
    <dgm:cxn modelId="{7424E0F2-AD36-47BD-8845-8107A8B88684}" type="presOf" srcId="{2BD435C1-839C-41D5-BA24-7325E4C69B50}" destId="{8CC2D0A2-22E3-41CD-93B6-778B58CAD6C7}" srcOrd="0" destOrd="0" presId="urn:microsoft.com/office/officeart/2018/2/layout/IconVerticalSolidList"/>
    <dgm:cxn modelId="{A53448FC-0C46-4461-8B69-6D71E3B0E8D4}" srcId="{DD774429-771A-4808-90CA-1FCB80501736}" destId="{0C152701-BB57-40B6-BEEE-29352BDD262A}" srcOrd="3" destOrd="0" parTransId="{272AC045-5FCB-47F1-89B4-6853DD726C50}" sibTransId="{60E5AA9B-B922-4835-9EC7-532217B149CC}"/>
    <dgm:cxn modelId="{BB53ACA5-E4B0-4C46-A6BA-D53DE59528F5}" type="presParOf" srcId="{EB5CDF7F-E9BE-46D5-A367-3992B09FB867}" destId="{C4E5A95F-1DB7-4AF4-B5C5-ACD82D16D14E}" srcOrd="0" destOrd="0" presId="urn:microsoft.com/office/officeart/2018/2/layout/IconVerticalSolidList"/>
    <dgm:cxn modelId="{560F73EC-69AE-4213-8E16-4D7F5469B7E1}" type="presParOf" srcId="{C4E5A95F-1DB7-4AF4-B5C5-ACD82D16D14E}" destId="{97BA9FFE-6003-4668-B338-E8B241700474}" srcOrd="0" destOrd="0" presId="urn:microsoft.com/office/officeart/2018/2/layout/IconVerticalSolidList"/>
    <dgm:cxn modelId="{A9C79176-7AB9-4F1E-8916-98F4ECB09035}" type="presParOf" srcId="{C4E5A95F-1DB7-4AF4-B5C5-ACD82D16D14E}" destId="{6AA408BD-134F-46F3-8DD2-1FF2E1591D26}" srcOrd="1" destOrd="0" presId="urn:microsoft.com/office/officeart/2018/2/layout/IconVerticalSolidList"/>
    <dgm:cxn modelId="{911DBB6D-9245-4A78-AFCE-421300E3B5D2}" type="presParOf" srcId="{C4E5A95F-1DB7-4AF4-B5C5-ACD82D16D14E}" destId="{B078619C-9C90-46A2-9412-5717DA32899C}" srcOrd="2" destOrd="0" presId="urn:microsoft.com/office/officeart/2018/2/layout/IconVerticalSolidList"/>
    <dgm:cxn modelId="{429E74CA-4619-4C97-9851-E3FCA7D958F5}" type="presParOf" srcId="{C4E5A95F-1DB7-4AF4-B5C5-ACD82D16D14E}" destId="{C0B0D962-1A0D-4AF7-B4D7-10FCFC5C75FA}" srcOrd="3" destOrd="0" presId="urn:microsoft.com/office/officeart/2018/2/layout/IconVerticalSolidList"/>
    <dgm:cxn modelId="{FE334984-8BAD-45CE-9610-B2D32B1C5E98}" type="presParOf" srcId="{EB5CDF7F-E9BE-46D5-A367-3992B09FB867}" destId="{3B029F8B-5CEA-4AA9-AEC4-BE15BF438983}" srcOrd="1" destOrd="0" presId="urn:microsoft.com/office/officeart/2018/2/layout/IconVerticalSolidList"/>
    <dgm:cxn modelId="{0F6CBC5E-3434-4BE2-90B0-8707EA1370F5}" type="presParOf" srcId="{EB5CDF7F-E9BE-46D5-A367-3992B09FB867}" destId="{003A65A0-D4F2-4D20-8702-108C7F004431}" srcOrd="2" destOrd="0" presId="urn:microsoft.com/office/officeart/2018/2/layout/IconVerticalSolidList"/>
    <dgm:cxn modelId="{9AE23904-2664-473D-84F4-62CACD81E0C5}" type="presParOf" srcId="{003A65A0-D4F2-4D20-8702-108C7F004431}" destId="{6E0A1769-03D9-48A4-94E2-45AA62653EEB}" srcOrd="0" destOrd="0" presId="urn:microsoft.com/office/officeart/2018/2/layout/IconVerticalSolidList"/>
    <dgm:cxn modelId="{802CCABA-9639-4803-837B-809EC7362843}" type="presParOf" srcId="{003A65A0-D4F2-4D20-8702-108C7F004431}" destId="{EAE0783C-8957-4D6E-963B-275412128C19}" srcOrd="1" destOrd="0" presId="urn:microsoft.com/office/officeart/2018/2/layout/IconVerticalSolidList"/>
    <dgm:cxn modelId="{58B7104D-AFB4-47E0-A657-15CDDBF77329}" type="presParOf" srcId="{003A65A0-D4F2-4D20-8702-108C7F004431}" destId="{31E36175-81EF-4A17-96BA-8F463BAAC8A6}" srcOrd="2" destOrd="0" presId="urn:microsoft.com/office/officeart/2018/2/layout/IconVerticalSolidList"/>
    <dgm:cxn modelId="{56D6277B-EAEC-4403-81A3-34BDD6554322}" type="presParOf" srcId="{003A65A0-D4F2-4D20-8702-108C7F004431}" destId="{790D0300-D2E8-4BBD-A00F-40C66936B463}" srcOrd="3" destOrd="0" presId="urn:microsoft.com/office/officeart/2018/2/layout/IconVerticalSolidList"/>
    <dgm:cxn modelId="{52B743FC-2076-48EF-9A2B-DB37E7D20D3C}" type="presParOf" srcId="{EB5CDF7F-E9BE-46D5-A367-3992B09FB867}" destId="{96E5EDBA-3ACB-46F8-8B25-6B4B99EB376F}" srcOrd="3" destOrd="0" presId="urn:microsoft.com/office/officeart/2018/2/layout/IconVerticalSolidList"/>
    <dgm:cxn modelId="{8DFD259E-0EB1-411D-B6EB-BC218EC11870}" type="presParOf" srcId="{EB5CDF7F-E9BE-46D5-A367-3992B09FB867}" destId="{7AA150E9-14A1-4456-9AF4-A42E062B2238}" srcOrd="4" destOrd="0" presId="urn:microsoft.com/office/officeart/2018/2/layout/IconVerticalSolidList"/>
    <dgm:cxn modelId="{F8241EF1-7C5D-46BF-B80B-991FDCD04D20}" type="presParOf" srcId="{7AA150E9-14A1-4456-9AF4-A42E062B2238}" destId="{6B7873C4-4068-4B62-9F32-F66859F7B26C}" srcOrd="0" destOrd="0" presId="urn:microsoft.com/office/officeart/2018/2/layout/IconVerticalSolidList"/>
    <dgm:cxn modelId="{CEE4D054-6F45-4FB7-A429-C4365A4F0116}" type="presParOf" srcId="{7AA150E9-14A1-4456-9AF4-A42E062B2238}" destId="{3B229FC2-6601-44F0-8C97-DF3023A1F0C0}" srcOrd="1" destOrd="0" presId="urn:microsoft.com/office/officeart/2018/2/layout/IconVerticalSolidList"/>
    <dgm:cxn modelId="{1B52D7CB-6EAE-43C0-982E-1DA110FACEC2}" type="presParOf" srcId="{7AA150E9-14A1-4456-9AF4-A42E062B2238}" destId="{043054C3-0B07-4A08-A7E5-245A506E1C87}" srcOrd="2" destOrd="0" presId="urn:microsoft.com/office/officeart/2018/2/layout/IconVerticalSolidList"/>
    <dgm:cxn modelId="{AC281D76-6CB1-4373-9A14-986FD50A2D7C}" type="presParOf" srcId="{7AA150E9-14A1-4456-9AF4-A42E062B2238}" destId="{8CC2D0A2-22E3-41CD-93B6-778B58CAD6C7}" srcOrd="3" destOrd="0" presId="urn:microsoft.com/office/officeart/2018/2/layout/IconVerticalSolidList"/>
    <dgm:cxn modelId="{69EEBE87-B320-4D4C-A1AF-EE5EC0F36DDC}" type="presParOf" srcId="{EB5CDF7F-E9BE-46D5-A367-3992B09FB867}" destId="{CB75A53F-0F32-4A94-80D6-EA1549D7F637}" srcOrd="5" destOrd="0" presId="urn:microsoft.com/office/officeart/2018/2/layout/IconVerticalSolidList"/>
    <dgm:cxn modelId="{A7A8A69F-D035-45F5-A2EB-06E8BB18DA6D}" type="presParOf" srcId="{EB5CDF7F-E9BE-46D5-A367-3992B09FB867}" destId="{A2050B85-5276-4DA5-A361-224BA535E650}" srcOrd="6" destOrd="0" presId="urn:microsoft.com/office/officeart/2018/2/layout/IconVerticalSolidList"/>
    <dgm:cxn modelId="{98ED677A-F412-4BE0-A894-2B7A4B2CC1DE}" type="presParOf" srcId="{A2050B85-5276-4DA5-A361-224BA535E650}" destId="{19E50FDE-280B-4E1A-B62B-29EBB2AF22DC}" srcOrd="0" destOrd="0" presId="urn:microsoft.com/office/officeart/2018/2/layout/IconVerticalSolidList"/>
    <dgm:cxn modelId="{701B4ED0-0D19-49BC-AF94-713CA162355F}" type="presParOf" srcId="{A2050B85-5276-4DA5-A361-224BA535E650}" destId="{23301FA7-D07F-42B9-8861-7FC6A0BA8803}" srcOrd="1" destOrd="0" presId="urn:microsoft.com/office/officeart/2018/2/layout/IconVerticalSolidList"/>
    <dgm:cxn modelId="{1DFBC352-43E7-4998-BA30-C294D77C746D}" type="presParOf" srcId="{A2050B85-5276-4DA5-A361-224BA535E650}" destId="{282BFB15-EA47-412A-B6BD-BB5160BF1409}" srcOrd="2" destOrd="0" presId="urn:microsoft.com/office/officeart/2018/2/layout/IconVerticalSolidList"/>
    <dgm:cxn modelId="{F6B0B3E6-D661-4C7D-875E-F0762F981997}" type="presParOf" srcId="{A2050B85-5276-4DA5-A361-224BA535E650}" destId="{44CAEA96-C8AE-4BC8-8B92-23E8D0AC926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3.xml><?xml version="1.0" encoding="utf-8"?>
<dgm:dataModel xmlns:dgm="http://schemas.openxmlformats.org/drawingml/2006/diagram" xmlns:a="http://schemas.openxmlformats.org/drawingml/2006/main">
  <dgm:ptLst>
    <dgm:pt modelId="{EED6FBAD-728C-4892-8F25-8650AB7CF252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BE13D88-E51E-4381-8270-438BB714549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Blogs: aka.ms/sqlserver2025 </a:t>
          </a:r>
        </a:p>
      </dgm:t>
    </dgm:pt>
    <dgm:pt modelId="{79FE0357-EFEB-49AD-A807-5F18FE3CE0DA}" type="parTrans" cxnId="{320B317B-6F2B-4A88-995B-C0FE160A794A}">
      <dgm:prSet/>
      <dgm:spPr/>
      <dgm:t>
        <a:bodyPr/>
        <a:lstStyle/>
        <a:p>
          <a:endParaRPr lang="en-US"/>
        </a:p>
      </dgm:t>
    </dgm:pt>
    <dgm:pt modelId="{FCE4EC2A-D010-4119-B2B3-AEE2174DB2E9}" type="sibTrans" cxnId="{320B317B-6F2B-4A88-995B-C0FE160A794A}">
      <dgm:prSet/>
      <dgm:spPr/>
      <dgm:t>
        <a:bodyPr/>
        <a:lstStyle/>
        <a:p>
          <a:endParaRPr lang="en-US"/>
        </a:p>
      </dgm:t>
    </dgm:pt>
    <dgm:pt modelId="{E9D7544A-78B3-4592-B6F1-7B8883E0D12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Docs: aka.ms/sqlserver2025docs </a:t>
          </a:r>
        </a:p>
      </dgm:t>
    </dgm:pt>
    <dgm:pt modelId="{E822B44D-9D25-4C4C-A534-676D3DAC3066}" type="parTrans" cxnId="{35AF5AA8-45B2-4647-86A4-3CDBF7FFFD76}">
      <dgm:prSet/>
      <dgm:spPr/>
      <dgm:t>
        <a:bodyPr/>
        <a:lstStyle/>
        <a:p>
          <a:endParaRPr lang="en-US"/>
        </a:p>
      </dgm:t>
    </dgm:pt>
    <dgm:pt modelId="{09D3F311-C2C7-4A7A-9849-37AE5098F408}" type="sibTrans" cxnId="{35AF5AA8-45B2-4647-86A4-3CDBF7FFFD76}">
      <dgm:prSet/>
      <dgm:spPr/>
      <dgm:t>
        <a:bodyPr/>
        <a:lstStyle/>
        <a:p>
          <a:endParaRPr lang="en-US"/>
        </a:p>
      </dgm:t>
    </dgm:pt>
    <dgm:pt modelId="{FE9FEBA5-6E94-4631-BB0B-E43B53135C0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Demos: aka.ms/sqlserver2025demos </a:t>
          </a:r>
        </a:p>
      </dgm:t>
    </dgm:pt>
    <dgm:pt modelId="{91062A37-13E7-4FAA-AF93-44AA2821332E}" type="parTrans" cxnId="{1BF5B115-3829-436F-ACF0-9066910AA1F0}">
      <dgm:prSet/>
      <dgm:spPr/>
      <dgm:t>
        <a:bodyPr/>
        <a:lstStyle/>
        <a:p>
          <a:endParaRPr lang="en-US"/>
        </a:p>
      </dgm:t>
    </dgm:pt>
    <dgm:pt modelId="{99C2CCB6-1D5C-497C-B43D-BAB328EF50C6}" type="sibTrans" cxnId="{1BF5B115-3829-436F-ACF0-9066910AA1F0}">
      <dgm:prSet/>
      <dgm:spPr/>
      <dgm:t>
        <a:bodyPr/>
        <a:lstStyle/>
        <a:p>
          <a:endParaRPr lang="en-US"/>
        </a:p>
      </dgm:t>
    </dgm:pt>
    <dgm:pt modelId="{6B33641B-FC98-4A4E-9FC1-6D98DCF35DD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Book: aka.ms/sql2025book — </a:t>
          </a:r>
          <a:r>
            <a:rPr lang="en-US" i="1"/>
            <a:t>SQL Server 2025 Unveiled</a:t>
          </a:r>
          <a:r>
            <a:rPr lang="en-US"/>
            <a:t> by Bob Ward (Apress) </a:t>
          </a:r>
        </a:p>
      </dgm:t>
    </dgm:pt>
    <dgm:pt modelId="{6921F3BF-964B-49CC-8332-C3488A6AD4A1}" type="parTrans" cxnId="{529423A7-F704-48F8-980D-5E37BD4E0AC8}">
      <dgm:prSet/>
      <dgm:spPr/>
      <dgm:t>
        <a:bodyPr/>
        <a:lstStyle/>
        <a:p>
          <a:endParaRPr lang="en-US"/>
        </a:p>
      </dgm:t>
    </dgm:pt>
    <dgm:pt modelId="{CED2BFE3-29D1-4983-8F99-4E0951C74368}" type="sibTrans" cxnId="{529423A7-F704-48F8-980D-5E37BD4E0AC8}">
      <dgm:prSet/>
      <dgm:spPr/>
      <dgm:t>
        <a:bodyPr/>
        <a:lstStyle/>
        <a:p>
          <a:endParaRPr lang="en-US"/>
        </a:p>
      </dgm:t>
    </dgm:pt>
    <dgm:pt modelId="{CB4D11CF-6C98-4196-B2FB-B5B174AD394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Download: aka.ms/getsqlserver2025</a:t>
          </a:r>
        </a:p>
      </dgm:t>
    </dgm:pt>
    <dgm:pt modelId="{51CBC3E8-DF8B-48BD-B53C-FC74A469E2F4}" type="parTrans" cxnId="{36E0078B-D2D2-4CBC-B222-2A75F481F805}">
      <dgm:prSet/>
      <dgm:spPr/>
      <dgm:t>
        <a:bodyPr/>
        <a:lstStyle/>
        <a:p>
          <a:endParaRPr lang="en-US"/>
        </a:p>
      </dgm:t>
    </dgm:pt>
    <dgm:pt modelId="{4D8101CB-A36C-4881-95E4-661CA4BB4939}" type="sibTrans" cxnId="{36E0078B-D2D2-4CBC-B222-2A75F481F805}">
      <dgm:prSet/>
      <dgm:spPr/>
      <dgm:t>
        <a:bodyPr/>
        <a:lstStyle/>
        <a:p>
          <a:endParaRPr lang="en-US"/>
        </a:p>
      </dgm:t>
    </dgm:pt>
    <dgm:pt modelId="{1AC69C76-E352-451D-A46E-F463B727AB4D}" type="pres">
      <dgm:prSet presAssocID="{EED6FBAD-728C-4892-8F25-8650AB7CF252}" presName="root" presStyleCnt="0">
        <dgm:presLayoutVars>
          <dgm:dir/>
          <dgm:resizeHandles val="exact"/>
        </dgm:presLayoutVars>
      </dgm:prSet>
      <dgm:spPr/>
    </dgm:pt>
    <dgm:pt modelId="{BB41298D-E77E-43F2-ABEE-9FBBEC42A87A}" type="pres">
      <dgm:prSet presAssocID="{CBE13D88-E51E-4381-8270-438BB7145492}" presName="compNode" presStyleCnt="0"/>
      <dgm:spPr/>
    </dgm:pt>
    <dgm:pt modelId="{77F0AC55-8219-4858-8B36-4A43C1E0B766}" type="pres">
      <dgm:prSet presAssocID="{CBE13D88-E51E-4381-8270-438BB7145492}" presName="bgRect" presStyleLbl="bgShp" presStyleIdx="0" presStyleCnt="5"/>
      <dgm:spPr/>
    </dgm:pt>
    <dgm:pt modelId="{15572D7B-DF7E-4A8C-B7BC-F0198B1A9C1E}" type="pres">
      <dgm:prSet presAssocID="{CBE13D88-E51E-4381-8270-438BB7145492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Newspaper"/>
        </a:ext>
      </dgm:extLst>
    </dgm:pt>
    <dgm:pt modelId="{8AC01B27-4789-4BBB-B5F1-7DF5976BD5C4}" type="pres">
      <dgm:prSet presAssocID="{CBE13D88-E51E-4381-8270-438BB7145492}" presName="spaceRect" presStyleCnt="0"/>
      <dgm:spPr/>
    </dgm:pt>
    <dgm:pt modelId="{BF16073A-ECD0-42F8-A6C2-E05443C60C3A}" type="pres">
      <dgm:prSet presAssocID="{CBE13D88-E51E-4381-8270-438BB7145492}" presName="parTx" presStyleLbl="revTx" presStyleIdx="0" presStyleCnt="5">
        <dgm:presLayoutVars>
          <dgm:chMax val="0"/>
          <dgm:chPref val="0"/>
        </dgm:presLayoutVars>
      </dgm:prSet>
      <dgm:spPr/>
    </dgm:pt>
    <dgm:pt modelId="{754671BE-3390-4C39-BC78-91265D83A1C0}" type="pres">
      <dgm:prSet presAssocID="{FCE4EC2A-D010-4119-B2B3-AEE2174DB2E9}" presName="sibTrans" presStyleCnt="0"/>
      <dgm:spPr/>
    </dgm:pt>
    <dgm:pt modelId="{FB180C0A-3AF8-4841-B4CB-88E905E91819}" type="pres">
      <dgm:prSet presAssocID="{E9D7544A-78B3-4592-B6F1-7B8883E0D124}" presName="compNode" presStyleCnt="0"/>
      <dgm:spPr/>
    </dgm:pt>
    <dgm:pt modelId="{2A6FC144-17C5-4199-9A67-757C52D55227}" type="pres">
      <dgm:prSet presAssocID="{E9D7544A-78B3-4592-B6F1-7B8883E0D124}" presName="bgRect" presStyleLbl="bgShp" presStyleIdx="1" presStyleCnt="5"/>
      <dgm:spPr/>
    </dgm:pt>
    <dgm:pt modelId="{4BC2A2F5-3EC1-4F07-A845-4C3EF218AAC0}" type="pres">
      <dgm:prSet presAssocID="{E9D7544A-78B3-4592-B6F1-7B8883E0D124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0A4E378B-CFD6-44A7-9B7B-8081267F94AA}" type="pres">
      <dgm:prSet presAssocID="{E9D7544A-78B3-4592-B6F1-7B8883E0D124}" presName="spaceRect" presStyleCnt="0"/>
      <dgm:spPr/>
    </dgm:pt>
    <dgm:pt modelId="{45A9AB8D-4488-4E2C-8EA7-1D4EFD43F36E}" type="pres">
      <dgm:prSet presAssocID="{E9D7544A-78B3-4592-B6F1-7B8883E0D124}" presName="parTx" presStyleLbl="revTx" presStyleIdx="1" presStyleCnt="5">
        <dgm:presLayoutVars>
          <dgm:chMax val="0"/>
          <dgm:chPref val="0"/>
        </dgm:presLayoutVars>
      </dgm:prSet>
      <dgm:spPr/>
    </dgm:pt>
    <dgm:pt modelId="{C6BFDF66-0BB2-484B-B192-B4B2DE58953B}" type="pres">
      <dgm:prSet presAssocID="{09D3F311-C2C7-4A7A-9849-37AE5098F408}" presName="sibTrans" presStyleCnt="0"/>
      <dgm:spPr/>
    </dgm:pt>
    <dgm:pt modelId="{BBB22DE7-3F4C-4BF9-B395-C509CB16AC36}" type="pres">
      <dgm:prSet presAssocID="{FE9FEBA5-6E94-4631-BB0B-E43B53135C07}" presName="compNode" presStyleCnt="0"/>
      <dgm:spPr/>
    </dgm:pt>
    <dgm:pt modelId="{D0A857DC-3024-4AB7-851D-65508038DAAB}" type="pres">
      <dgm:prSet presAssocID="{FE9FEBA5-6E94-4631-BB0B-E43B53135C07}" presName="bgRect" presStyleLbl="bgShp" presStyleIdx="2" presStyleCnt="5"/>
      <dgm:spPr/>
    </dgm:pt>
    <dgm:pt modelId="{24EDFD6E-D03B-45FC-B600-4508D3B1DCAB}" type="pres">
      <dgm:prSet presAssocID="{FE9FEBA5-6E94-4631-BB0B-E43B53135C07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jector screen"/>
        </a:ext>
      </dgm:extLst>
    </dgm:pt>
    <dgm:pt modelId="{52BA1C3C-4A9E-46FB-A05B-8DC800BE8B5B}" type="pres">
      <dgm:prSet presAssocID="{FE9FEBA5-6E94-4631-BB0B-E43B53135C07}" presName="spaceRect" presStyleCnt="0"/>
      <dgm:spPr/>
    </dgm:pt>
    <dgm:pt modelId="{B21FD588-0877-4E3F-A728-6AEA406D78EE}" type="pres">
      <dgm:prSet presAssocID="{FE9FEBA5-6E94-4631-BB0B-E43B53135C07}" presName="parTx" presStyleLbl="revTx" presStyleIdx="2" presStyleCnt="5">
        <dgm:presLayoutVars>
          <dgm:chMax val="0"/>
          <dgm:chPref val="0"/>
        </dgm:presLayoutVars>
      </dgm:prSet>
      <dgm:spPr/>
    </dgm:pt>
    <dgm:pt modelId="{12165A8B-D465-407B-BF42-8FE5D9D110C9}" type="pres">
      <dgm:prSet presAssocID="{99C2CCB6-1D5C-497C-B43D-BAB328EF50C6}" presName="sibTrans" presStyleCnt="0"/>
      <dgm:spPr/>
    </dgm:pt>
    <dgm:pt modelId="{7EF6ED24-E759-4035-99B4-8B4E19E4DFCF}" type="pres">
      <dgm:prSet presAssocID="{6B33641B-FC98-4A4E-9FC1-6D98DCF35DD4}" presName="compNode" presStyleCnt="0"/>
      <dgm:spPr/>
    </dgm:pt>
    <dgm:pt modelId="{5C6FAF6C-7447-41C5-A084-A05BDD075863}" type="pres">
      <dgm:prSet presAssocID="{6B33641B-FC98-4A4E-9FC1-6D98DCF35DD4}" presName="bgRect" presStyleLbl="bgShp" presStyleIdx="3" presStyleCnt="5"/>
      <dgm:spPr/>
    </dgm:pt>
    <dgm:pt modelId="{F5AEE224-F10A-44EB-9B24-2D040EF1D1C1}" type="pres">
      <dgm:prSet presAssocID="{6B33641B-FC98-4A4E-9FC1-6D98DCF35DD4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875A3D3D-7287-4B33-A075-7A23F997294B}" type="pres">
      <dgm:prSet presAssocID="{6B33641B-FC98-4A4E-9FC1-6D98DCF35DD4}" presName="spaceRect" presStyleCnt="0"/>
      <dgm:spPr/>
    </dgm:pt>
    <dgm:pt modelId="{619A9E28-A974-4F47-B504-1402227FF107}" type="pres">
      <dgm:prSet presAssocID="{6B33641B-FC98-4A4E-9FC1-6D98DCF35DD4}" presName="parTx" presStyleLbl="revTx" presStyleIdx="3" presStyleCnt="5">
        <dgm:presLayoutVars>
          <dgm:chMax val="0"/>
          <dgm:chPref val="0"/>
        </dgm:presLayoutVars>
      </dgm:prSet>
      <dgm:spPr/>
    </dgm:pt>
    <dgm:pt modelId="{0C24A201-0F46-4283-9266-024CEBE3D286}" type="pres">
      <dgm:prSet presAssocID="{CED2BFE3-29D1-4983-8F99-4E0951C74368}" presName="sibTrans" presStyleCnt="0"/>
      <dgm:spPr/>
    </dgm:pt>
    <dgm:pt modelId="{26489718-52EE-4E94-A171-A2A857BE6C55}" type="pres">
      <dgm:prSet presAssocID="{CB4D11CF-6C98-4196-B2FB-B5B174AD3949}" presName="compNode" presStyleCnt="0"/>
      <dgm:spPr/>
    </dgm:pt>
    <dgm:pt modelId="{14FA3881-CE01-417D-B37C-3DC06676BA69}" type="pres">
      <dgm:prSet presAssocID="{CB4D11CF-6C98-4196-B2FB-B5B174AD3949}" presName="bgRect" presStyleLbl="bgShp" presStyleIdx="4" presStyleCnt="5"/>
      <dgm:spPr/>
    </dgm:pt>
    <dgm:pt modelId="{1C9A954C-6E79-4550-AEEE-898520B1BA10}" type="pres">
      <dgm:prSet presAssocID="{CB4D11CF-6C98-4196-B2FB-B5B174AD3949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wnload"/>
        </a:ext>
      </dgm:extLst>
    </dgm:pt>
    <dgm:pt modelId="{D664F9F4-7DFD-4332-ACD7-1D27C61A49BD}" type="pres">
      <dgm:prSet presAssocID="{CB4D11CF-6C98-4196-B2FB-B5B174AD3949}" presName="spaceRect" presStyleCnt="0"/>
      <dgm:spPr/>
    </dgm:pt>
    <dgm:pt modelId="{7766CCBE-1A53-4C85-BB92-A1C2F9E363A0}" type="pres">
      <dgm:prSet presAssocID="{CB4D11CF-6C98-4196-B2FB-B5B174AD3949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1BF5B115-3829-436F-ACF0-9066910AA1F0}" srcId="{EED6FBAD-728C-4892-8F25-8650AB7CF252}" destId="{FE9FEBA5-6E94-4631-BB0B-E43B53135C07}" srcOrd="2" destOrd="0" parTransId="{91062A37-13E7-4FAA-AF93-44AA2821332E}" sibTransId="{99C2CCB6-1D5C-497C-B43D-BAB328EF50C6}"/>
    <dgm:cxn modelId="{369E7F21-B4FB-4C9E-9EE8-A817C3C081C7}" type="presOf" srcId="{CB4D11CF-6C98-4196-B2FB-B5B174AD3949}" destId="{7766CCBE-1A53-4C85-BB92-A1C2F9E363A0}" srcOrd="0" destOrd="0" presId="urn:microsoft.com/office/officeart/2018/2/layout/IconVerticalSolidList"/>
    <dgm:cxn modelId="{0C7E6D2C-40EE-428A-9B9D-3149943F3305}" type="presOf" srcId="{6B33641B-FC98-4A4E-9FC1-6D98DCF35DD4}" destId="{619A9E28-A974-4F47-B504-1402227FF107}" srcOrd="0" destOrd="0" presId="urn:microsoft.com/office/officeart/2018/2/layout/IconVerticalSolidList"/>
    <dgm:cxn modelId="{320B317B-6F2B-4A88-995B-C0FE160A794A}" srcId="{EED6FBAD-728C-4892-8F25-8650AB7CF252}" destId="{CBE13D88-E51E-4381-8270-438BB7145492}" srcOrd="0" destOrd="0" parTransId="{79FE0357-EFEB-49AD-A807-5F18FE3CE0DA}" sibTransId="{FCE4EC2A-D010-4119-B2B3-AEE2174DB2E9}"/>
    <dgm:cxn modelId="{36E0078B-D2D2-4CBC-B222-2A75F481F805}" srcId="{EED6FBAD-728C-4892-8F25-8650AB7CF252}" destId="{CB4D11CF-6C98-4196-B2FB-B5B174AD3949}" srcOrd="4" destOrd="0" parTransId="{51CBC3E8-DF8B-48BD-B53C-FC74A469E2F4}" sibTransId="{4D8101CB-A36C-4881-95E4-661CA4BB4939}"/>
    <dgm:cxn modelId="{529423A7-F704-48F8-980D-5E37BD4E0AC8}" srcId="{EED6FBAD-728C-4892-8F25-8650AB7CF252}" destId="{6B33641B-FC98-4A4E-9FC1-6D98DCF35DD4}" srcOrd="3" destOrd="0" parTransId="{6921F3BF-964B-49CC-8332-C3488A6AD4A1}" sibTransId="{CED2BFE3-29D1-4983-8F99-4E0951C74368}"/>
    <dgm:cxn modelId="{35AF5AA8-45B2-4647-86A4-3CDBF7FFFD76}" srcId="{EED6FBAD-728C-4892-8F25-8650AB7CF252}" destId="{E9D7544A-78B3-4592-B6F1-7B8883E0D124}" srcOrd="1" destOrd="0" parTransId="{E822B44D-9D25-4C4C-A534-676D3DAC3066}" sibTransId="{09D3F311-C2C7-4A7A-9849-37AE5098F408}"/>
    <dgm:cxn modelId="{B7B89AAE-1AEB-4808-B2D1-5580EA8038FB}" type="presOf" srcId="{CBE13D88-E51E-4381-8270-438BB7145492}" destId="{BF16073A-ECD0-42F8-A6C2-E05443C60C3A}" srcOrd="0" destOrd="0" presId="urn:microsoft.com/office/officeart/2018/2/layout/IconVerticalSolidList"/>
    <dgm:cxn modelId="{8DE4F2B9-AD8E-43AC-B56F-4AF8C9195C17}" type="presOf" srcId="{FE9FEBA5-6E94-4631-BB0B-E43B53135C07}" destId="{B21FD588-0877-4E3F-A728-6AEA406D78EE}" srcOrd="0" destOrd="0" presId="urn:microsoft.com/office/officeart/2018/2/layout/IconVerticalSolidList"/>
    <dgm:cxn modelId="{F960F0D3-4523-4B3E-99B3-B02B6B2CD353}" type="presOf" srcId="{EED6FBAD-728C-4892-8F25-8650AB7CF252}" destId="{1AC69C76-E352-451D-A46E-F463B727AB4D}" srcOrd="0" destOrd="0" presId="urn:microsoft.com/office/officeart/2018/2/layout/IconVerticalSolidList"/>
    <dgm:cxn modelId="{852028D5-921F-4454-9653-B97043E0CA8F}" type="presOf" srcId="{E9D7544A-78B3-4592-B6F1-7B8883E0D124}" destId="{45A9AB8D-4488-4E2C-8EA7-1D4EFD43F36E}" srcOrd="0" destOrd="0" presId="urn:microsoft.com/office/officeart/2018/2/layout/IconVerticalSolidList"/>
    <dgm:cxn modelId="{62DA862C-24DD-46B1-B8A4-CB59B997615E}" type="presParOf" srcId="{1AC69C76-E352-451D-A46E-F463B727AB4D}" destId="{BB41298D-E77E-43F2-ABEE-9FBBEC42A87A}" srcOrd="0" destOrd="0" presId="urn:microsoft.com/office/officeart/2018/2/layout/IconVerticalSolidList"/>
    <dgm:cxn modelId="{08C55FAE-924B-4618-A713-500DC0600169}" type="presParOf" srcId="{BB41298D-E77E-43F2-ABEE-9FBBEC42A87A}" destId="{77F0AC55-8219-4858-8B36-4A43C1E0B766}" srcOrd="0" destOrd="0" presId="urn:microsoft.com/office/officeart/2018/2/layout/IconVerticalSolidList"/>
    <dgm:cxn modelId="{AF9FE87C-1C91-4ECA-B3E2-3D689DBFF8EA}" type="presParOf" srcId="{BB41298D-E77E-43F2-ABEE-9FBBEC42A87A}" destId="{15572D7B-DF7E-4A8C-B7BC-F0198B1A9C1E}" srcOrd="1" destOrd="0" presId="urn:microsoft.com/office/officeart/2018/2/layout/IconVerticalSolidList"/>
    <dgm:cxn modelId="{378A6CD2-AC88-4A49-AF5A-D3B22E516E51}" type="presParOf" srcId="{BB41298D-E77E-43F2-ABEE-9FBBEC42A87A}" destId="{8AC01B27-4789-4BBB-B5F1-7DF5976BD5C4}" srcOrd="2" destOrd="0" presId="urn:microsoft.com/office/officeart/2018/2/layout/IconVerticalSolidList"/>
    <dgm:cxn modelId="{944A5711-DCB9-4EE2-87A0-E26E7980849C}" type="presParOf" srcId="{BB41298D-E77E-43F2-ABEE-9FBBEC42A87A}" destId="{BF16073A-ECD0-42F8-A6C2-E05443C60C3A}" srcOrd="3" destOrd="0" presId="urn:microsoft.com/office/officeart/2018/2/layout/IconVerticalSolidList"/>
    <dgm:cxn modelId="{B9FC6A6A-2AE4-45AC-B474-9E10DA8BE9A4}" type="presParOf" srcId="{1AC69C76-E352-451D-A46E-F463B727AB4D}" destId="{754671BE-3390-4C39-BC78-91265D83A1C0}" srcOrd="1" destOrd="0" presId="urn:microsoft.com/office/officeart/2018/2/layout/IconVerticalSolidList"/>
    <dgm:cxn modelId="{3F5F2776-C1D9-452F-AEF5-E049986A048E}" type="presParOf" srcId="{1AC69C76-E352-451D-A46E-F463B727AB4D}" destId="{FB180C0A-3AF8-4841-B4CB-88E905E91819}" srcOrd="2" destOrd="0" presId="urn:microsoft.com/office/officeart/2018/2/layout/IconVerticalSolidList"/>
    <dgm:cxn modelId="{8B07B967-62B1-4D6C-BF38-47A8DEAD7E82}" type="presParOf" srcId="{FB180C0A-3AF8-4841-B4CB-88E905E91819}" destId="{2A6FC144-17C5-4199-9A67-757C52D55227}" srcOrd="0" destOrd="0" presId="urn:microsoft.com/office/officeart/2018/2/layout/IconVerticalSolidList"/>
    <dgm:cxn modelId="{B27DA79E-7CED-477B-8279-85C862125E90}" type="presParOf" srcId="{FB180C0A-3AF8-4841-B4CB-88E905E91819}" destId="{4BC2A2F5-3EC1-4F07-A845-4C3EF218AAC0}" srcOrd="1" destOrd="0" presId="urn:microsoft.com/office/officeart/2018/2/layout/IconVerticalSolidList"/>
    <dgm:cxn modelId="{48ABDBDE-5094-4F17-BDAC-80DADF2CE280}" type="presParOf" srcId="{FB180C0A-3AF8-4841-B4CB-88E905E91819}" destId="{0A4E378B-CFD6-44A7-9B7B-8081267F94AA}" srcOrd="2" destOrd="0" presId="urn:microsoft.com/office/officeart/2018/2/layout/IconVerticalSolidList"/>
    <dgm:cxn modelId="{28AF7D9C-2437-4FBB-87CD-CD65B1D95D98}" type="presParOf" srcId="{FB180C0A-3AF8-4841-B4CB-88E905E91819}" destId="{45A9AB8D-4488-4E2C-8EA7-1D4EFD43F36E}" srcOrd="3" destOrd="0" presId="urn:microsoft.com/office/officeart/2018/2/layout/IconVerticalSolidList"/>
    <dgm:cxn modelId="{E2411E82-0F77-4186-976E-C56032175F31}" type="presParOf" srcId="{1AC69C76-E352-451D-A46E-F463B727AB4D}" destId="{C6BFDF66-0BB2-484B-B192-B4B2DE58953B}" srcOrd="3" destOrd="0" presId="urn:microsoft.com/office/officeart/2018/2/layout/IconVerticalSolidList"/>
    <dgm:cxn modelId="{D1D7533C-FF74-426C-A3F1-B75554766B96}" type="presParOf" srcId="{1AC69C76-E352-451D-A46E-F463B727AB4D}" destId="{BBB22DE7-3F4C-4BF9-B395-C509CB16AC36}" srcOrd="4" destOrd="0" presId="urn:microsoft.com/office/officeart/2018/2/layout/IconVerticalSolidList"/>
    <dgm:cxn modelId="{6937CB70-ABB1-4704-9A3B-62EA7E1BA3D4}" type="presParOf" srcId="{BBB22DE7-3F4C-4BF9-B395-C509CB16AC36}" destId="{D0A857DC-3024-4AB7-851D-65508038DAAB}" srcOrd="0" destOrd="0" presId="urn:microsoft.com/office/officeart/2018/2/layout/IconVerticalSolidList"/>
    <dgm:cxn modelId="{10A7FDDB-D41F-40CA-BF6A-299281E056A2}" type="presParOf" srcId="{BBB22DE7-3F4C-4BF9-B395-C509CB16AC36}" destId="{24EDFD6E-D03B-45FC-B600-4508D3B1DCAB}" srcOrd="1" destOrd="0" presId="urn:microsoft.com/office/officeart/2018/2/layout/IconVerticalSolidList"/>
    <dgm:cxn modelId="{AC44E955-0D0D-401C-BE4E-12EDB722B167}" type="presParOf" srcId="{BBB22DE7-3F4C-4BF9-B395-C509CB16AC36}" destId="{52BA1C3C-4A9E-46FB-A05B-8DC800BE8B5B}" srcOrd="2" destOrd="0" presId="urn:microsoft.com/office/officeart/2018/2/layout/IconVerticalSolidList"/>
    <dgm:cxn modelId="{689906E2-8E9A-4E15-88E2-6508802C7443}" type="presParOf" srcId="{BBB22DE7-3F4C-4BF9-B395-C509CB16AC36}" destId="{B21FD588-0877-4E3F-A728-6AEA406D78EE}" srcOrd="3" destOrd="0" presId="urn:microsoft.com/office/officeart/2018/2/layout/IconVerticalSolidList"/>
    <dgm:cxn modelId="{F9BAD6B1-6D86-4B00-AE96-A28B7066A836}" type="presParOf" srcId="{1AC69C76-E352-451D-A46E-F463B727AB4D}" destId="{12165A8B-D465-407B-BF42-8FE5D9D110C9}" srcOrd="5" destOrd="0" presId="urn:microsoft.com/office/officeart/2018/2/layout/IconVerticalSolidList"/>
    <dgm:cxn modelId="{EE79B745-5D4E-4E66-B6A0-7738D974E4F2}" type="presParOf" srcId="{1AC69C76-E352-451D-A46E-F463B727AB4D}" destId="{7EF6ED24-E759-4035-99B4-8B4E19E4DFCF}" srcOrd="6" destOrd="0" presId="urn:microsoft.com/office/officeart/2018/2/layout/IconVerticalSolidList"/>
    <dgm:cxn modelId="{1B8A317A-19CE-43FB-95F5-BF03DD6134BA}" type="presParOf" srcId="{7EF6ED24-E759-4035-99B4-8B4E19E4DFCF}" destId="{5C6FAF6C-7447-41C5-A084-A05BDD075863}" srcOrd="0" destOrd="0" presId="urn:microsoft.com/office/officeart/2018/2/layout/IconVerticalSolidList"/>
    <dgm:cxn modelId="{4FE1BC95-41D9-467C-BAC0-01D76A732BBD}" type="presParOf" srcId="{7EF6ED24-E759-4035-99B4-8B4E19E4DFCF}" destId="{F5AEE224-F10A-44EB-9B24-2D040EF1D1C1}" srcOrd="1" destOrd="0" presId="urn:microsoft.com/office/officeart/2018/2/layout/IconVerticalSolidList"/>
    <dgm:cxn modelId="{544BCFB5-B22B-4E84-8E3E-901F2B3F6CC7}" type="presParOf" srcId="{7EF6ED24-E759-4035-99B4-8B4E19E4DFCF}" destId="{875A3D3D-7287-4B33-A075-7A23F997294B}" srcOrd="2" destOrd="0" presId="urn:microsoft.com/office/officeart/2018/2/layout/IconVerticalSolidList"/>
    <dgm:cxn modelId="{488640C9-4C5F-4125-B539-F972C8E5A777}" type="presParOf" srcId="{7EF6ED24-E759-4035-99B4-8B4E19E4DFCF}" destId="{619A9E28-A974-4F47-B504-1402227FF107}" srcOrd="3" destOrd="0" presId="urn:microsoft.com/office/officeart/2018/2/layout/IconVerticalSolidList"/>
    <dgm:cxn modelId="{EC61E393-E15B-4D97-97B3-1E3864C6DDD2}" type="presParOf" srcId="{1AC69C76-E352-451D-A46E-F463B727AB4D}" destId="{0C24A201-0F46-4283-9266-024CEBE3D286}" srcOrd="7" destOrd="0" presId="urn:microsoft.com/office/officeart/2018/2/layout/IconVerticalSolidList"/>
    <dgm:cxn modelId="{B23ADE8E-E8A7-40C0-AF77-4E9810E18D38}" type="presParOf" srcId="{1AC69C76-E352-451D-A46E-F463B727AB4D}" destId="{26489718-52EE-4E94-A171-A2A857BE6C55}" srcOrd="8" destOrd="0" presId="urn:microsoft.com/office/officeart/2018/2/layout/IconVerticalSolidList"/>
    <dgm:cxn modelId="{6308F248-DD40-4526-93D6-DAE75C175FE8}" type="presParOf" srcId="{26489718-52EE-4E94-A171-A2A857BE6C55}" destId="{14FA3881-CE01-417D-B37C-3DC06676BA69}" srcOrd="0" destOrd="0" presId="urn:microsoft.com/office/officeart/2018/2/layout/IconVerticalSolidList"/>
    <dgm:cxn modelId="{0AE12DB2-5836-43E4-AABA-48F8406E513F}" type="presParOf" srcId="{26489718-52EE-4E94-A171-A2A857BE6C55}" destId="{1C9A954C-6E79-4550-AEEE-898520B1BA10}" srcOrd="1" destOrd="0" presId="urn:microsoft.com/office/officeart/2018/2/layout/IconVerticalSolidList"/>
    <dgm:cxn modelId="{CC53D67B-5416-401E-8C72-64196588B04E}" type="presParOf" srcId="{26489718-52EE-4E94-A171-A2A857BE6C55}" destId="{D664F9F4-7DFD-4332-ACD7-1D27C61A49BD}" srcOrd="2" destOrd="0" presId="urn:microsoft.com/office/officeart/2018/2/layout/IconVerticalSolidList"/>
    <dgm:cxn modelId="{EF99B756-B589-4933-98EB-AAD7C64B9C72}" type="presParOf" srcId="{26489718-52EE-4E94-A171-A2A857BE6C55}" destId="{7766CCBE-1A53-4C85-BB92-A1C2F9E363A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7421C1-0E57-C34F-8DD8-3723DEE56E1F}">
      <dsp:nvSpPr>
        <dsp:cNvPr id="0" name=""/>
        <dsp:cNvSpPr/>
      </dsp:nvSpPr>
      <dsp:spPr>
        <a:xfrm>
          <a:off x="2669704" y="533944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64480" y="577453"/>
        <a:ext cx="22113" cy="4422"/>
      </dsp:txXfrm>
    </dsp:sp>
    <dsp:sp modelId="{9581C160-3ED3-D342-BA8D-49A5A571D662}">
      <dsp:nvSpPr>
        <dsp:cNvPr id="0" name=""/>
        <dsp:cNvSpPr/>
      </dsp:nvSpPr>
      <dsp:spPr>
        <a:xfrm>
          <a:off x="748607" y="2795"/>
          <a:ext cx="1922896" cy="115373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Module 1: The Big Picture</a:t>
          </a:r>
        </a:p>
      </dsp:txBody>
      <dsp:txXfrm>
        <a:off x="748607" y="2795"/>
        <a:ext cx="1922896" cy="1153737"/>
      </dsp:txXfrm>
    </dsp:sp>
    <dsp:sp modelId="{6002956B-4119-7A48-BB30-1B19AEFE3F9B}">
      <dsp:nvSpPr>
        <dsp:cNvPr id="0" name=""/>
        <dsp:cNvSpPr/>
      </dsp:nvSpPr>
      <dsp:spPr>
        <a:xfrm>
          <a:off x="5034866" y="533944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9643" y="577453"/>
        <a:ext cx="22113" cy="4422"/>
      </dsp:txXfrm>
    </dsp:sp>
    <dsp:sp modelId="{A6C2EC3E-6CE0-134C-B4A2-68723646BA8F}">
      <dsp:nvSpPr>
        <dsp:cNvPr id="0" name=""/>
        <dsp:cNvSpPr/>
      </dsp:nvSpPr>
      <dsp:spPr>
        <a:xfrm>
          <a:off x="3113770" y="2795"/>
          <a:ext cx="1922896" cy="1153737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Module 2: Developers, Developers, Developers</a:t>
          </a:r>
        </a:p>
      </dsp:txBody>
      <dsp:txXfrm>
        <a:off x="3113770" y="2795"/>
        <a:ext cx="1922896" cy="1153737"/>
      </dsp:txXfrm>
    </dsp:sp>
    <dsp:sp modelId="{0CECAB48-9245-8E4B-86FA-3A126FC65F97}">
      <dsp:nvSpPr>
        <dsp:cNvPr id="0" name=""/>
        <dsp:cNvSpPr/>
      </dsp:nvSpPr>
      <dsp:spPr>
        <a:xfrm>
          <a:off x="7400029" y="533944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594806" y="577453"/>
        <a:ext cx="22113" cy="4422"/>
      </dsp:txXfrm>
    </dsp:sp>
    <dsp:sp modelId="{5A0584C6-DCC2-C946-BE24-07E32D586891}">
      <dsp:nvSpPr>
        <dsp:cNvPr id="0" name=""/>
        <dsp:cNvSpPr/>
      </dsp:nvSpPr>
      <dsp:spPr>
        <a:xfrm>
          <a:off x="5478933" y="2795"/>
          <a:ext cx="1922896" cy="115373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Module 3: AI Built-In</a:t>
          </a:r>
        </a:p>
      </dsp:txBody>
      <dsp:txXfrm>
        <a:off x="5478933" y="2795"/>
        <a:ext cx="1922896" cy="1153737"/>
      </dsp:txXfrm>
    </dsp:sp>
    <dsp:sp modelId="{3250A9DE-A7A0-1B4A-A093-1ED7995D2C0C}">
      <dsp:nvSpPr>
        <dsp:cNvPr id="0" name=""/>
        <dsp:cNvSpPr/>
      </dsp:nvSpPr>
      <dsp:spPr>
        <a:xfrm>
          <a:off x="1710055" y="1154733"/>
          <a:ext cx="7095488" cy="411666"/>
        </a:xfrm>
        <a:custGeom>
          <a:avLst/>
          <a:gdLst/>
          <a:ahLst/>
          <a:cxnLst/>
          <a:rect l="0" t="0" r="0" b="0"/>
          <a:pathLst>
            <a:path>
              <a:moveTo>
                <a:pt x="7095488" y="0"/>
              </a:moveTo>
              <a:lnTo>
                <a:pt x="7095488" y="222933"/>
              </a:lnTo>
              <a:lnTo>
                <a:pt x="0" y="222933"/>
              </a:lnTo>
              <a:lnTo>
                <a:pt x="0" y="411666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80068" y="1358355"/>
        <a:ext cx="355462" cy="4422"/>
      </dsp:txXfrm>
    </dsp:sp>
    <dsp:sp modelId="{5B5028B4-2F88-1A4C-B642-629D64ED9E78}">
      <dsp:nvSpPr>
        <dsp:cNvPr id="0" name=""/>
        <dsp:cNvSpPr/>
      </dsp:nvSpPr>
      <dsp:spPr>
        <a:xfrm>
          <a:off x="7844095" y="2795"/>
          <a:ext cx="1922896" cy="1153737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Module 4: The Core Engine — Security</a:t>
          </a:r>
        </a:p>
      </dsp:txBody>
      <dsp:txXfrm>
        <a:off x="7844095" y="2795"/>
        <a:ext cx="1922896" cy="1153737"/>
      </dsp:txXfrm>
    </dsp:sp>
    <dsp:sp modelId="{32FCB51C-80BB-FD4C-9922-A649045E1868}">
      <dsp:nvSpPr>
        <dsp:cNvPr id="0" name=""/>
        <dsp:cNvSpPr/>
      </dsp:nvSpPr>
      <dsp:spPr>
        <a:xfrm>
          <a:off x="2669704" y="2129949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64480" y="2173457"/>
        <a:ext cx="22113" cy="4422"/>
      </dsp:txXfrm>
    </dsp:sp>
    <dsp:sp modelId="{A5B81FC4-794A-FF44-9B51-E1D1EEFF30D1}">
      <dsp:nvSpPr>
        <dsp:cNvPr id="0" name=""/>
        <dsp:cNvSpPr/>
      </dsp:nvSpPr>
      <dsp:spPr>
        <a:xfrm>
          <a:off x="748607" y="1598800"/>
          <a:ext cx="1922896" cy="1153737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Module 5: The Core Engine — Performance &amp; Concurrency</a:t>
          </a:r>
        </a:p>
      </dsp:txBody>
      <dsp:txXfrm>
        <a:off x="748607" y="1598800"/>
        <a:ext cx="1922896" cy="1153737"/>
      </dsp:txXfrm>
    </dsp:sp>
    <dsp:sp modelId="{159664DE-9B23-7347-A706-915E6D5DEA01}">
      <dsp:nvSpPr>
        <dsp:cNvPr id="0" name=""/>
        <dsp:cNvSpPr/>
      </dsp:nvSpPr>
      <dsp:spPr>
        <a:xfrm>
          <a:off x="5034866" y="2129949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9643" y="2173457"/>
        <a:ext cx="22113" cy="4422"/>
      </dsp:txXfrm>
    </dsp:sp>
    <dsp:sp modelId="{F724CE3A-85DC-8B43-8B25-949057564097}">
      <dsp:nvSpPr>
        <dsp:cNvPr id="0" name=""/>
        <dsp:cNvSpPr/>
      </dsp:nvSpPr>
      <dsp:spPr>
        <a:xfrm>
          <a:off x="3113770" y="1598800"/>
          <a:ext cx="1922896" cy="115373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Module 6: The Core Engine — Availability Groups</a:t>
          </a:r>
        </a:p>
      </dsp:txBody>
      <dsp:txXfrm>
        <a:off x="3113770" y="1598800"/>
        <a:ext cx="1922896" cy="1153737"/>
      </dsp:txXfrm>
    </dsp:sp>
    <dsp:sp modelId="{3B137E97-6648-8348-9812-51E114FF5FEA}">
      <dsp:nvSpPr>
        <dsp:cNvPr id="0" name=""/>
        <dsp:cNvSpPr/>
      </dsp:nvSpPr>
      <dsp:spPr>
        <a:xfrm>
          <a:off x="7400029" y="2129949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594806" y="2173457"/>
        <a:ext cx="22113" cy="4422"/>
      </dsp:txXfrm>
    </dsp:sp>
    <dsp:sp modelId="{30A54E8F-79DA-EF4F-A7DE-E53EB137B4B3}">
      <dsp:nvSpPr>
        <dsp:cNvPr id="0" name=""/>
        <dsp:cNvSpPr/>
      </dsp:nvSpPr>
      <dsp:spPr>
        <a:xfrm>
          <a:off x="5478933" y="1598800"/>
          <a:ext cx="1922896" cy="1153737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Module 7: Connected with Arc</a:t>
          </a:r>
        </a:p>
      </dsp:txBody>
      <dsp:txXfrm>
        <a:off x="5478933" y="1598800"/>
        <a:ext cx="1922896" cy="1153737"/>
      </dsp:txXfrm>
    </dsp:sp>
    <dsp:sp modelId="{D96C9183-A8BE-624D-92F6-279718627FAF}">
      <dsp:nvSpPr>
        <dsp:cNvPr id="0" name=""/>
        <dsp:cNvSpPr/>
      </dsp:nvSpPr>
      <dsp:spPr>
        <a:xfrm>
          <a:off x="1710055" y="2750737"/>
          <a:ext cx="7095488" cy="411666"/>
        </a:xfrm>
        <a:custGeom>
          <a:avLst/>
          <a:gdLst/>
          <a:ahLst/>
          <a:cxnLst/>
          <a:rect l="0" t="0" r="0" b="0"/>
          <a:pathLst>
            <a:path>
              <a:moveTo>
                <a:pt x="7095488" y="0"/>
              </a:moveTo>
              <a:lnTo>
                <a:pt x="7095488" y="222933"/>
              </a:lnTo>
              <a:lnTo>
                <a:pt x="0" y="222933"/>
              </a:lnTo>
              <a:lnTo>
                <a:pt x="0" y="411666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80068" y="2954359"/>
        <a:ext cx="355462" cy="4422"/>
      </dsp:txXfrm>
    </dsp:sp>
    <dsp:sp modelId="{BE72636B-5476-EA49-9492-019DDF36D1A3}">
      <dsp:nvSpPr>
        <dsp:cNvPr id="0" name=""/>
        <dsp:cNvSpPr/>
      </dsp:nvSpPr>
      <dsp:spPr>
        <a:xfrm>
          <a:off x="7844095" y="1598800"/>
          <a:ext cx="1922896" cy="115373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Module 8: Fabric Integration &amp; Mirroring</a:t>
          </a:r>
        </a:p>
      </dsp:txBody>
      <dsp:txXfrm>
        <a:off x="7844095" y="1598800"/>
        <a:ext cx="1922896" cy="1153737"/>
      </dsp:txXfrm>
    </dsp:sp>
    <dsp:sp modelId="{D5FC8728-20E6-8248-BCC2-1D86701223EE}">
      <dsp:nvSpPr>
        <dsp:cNvPr id="0" name=""/>
        <dsp:cNvSpPr/>
      </dsp:nvSpPr>
      <dsp:spPr>
        <a:xfrm>
          <a:off x="748607" y="3194804"/>
          <a:ext cx="1922896" cy="1153737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Module 9: Wrap-Up &amp; Resources</a:t>
          </a:r>
        </a:p>
      </dsp:txBody>
      <dsp:txXfrm>
        <a:off x="748607" y="3194804"/>
        <a:ext cx="1922896" cy="115373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6FDE86-7AD3-4F5A-A6F4-F5E01B01D478}">
      <dsp:nvSpPr>
        <dsp:cNvPr id="0" name=""/>
        <dsp:cNvSpPr/>
      </dsp:nvSpPr>
      <dsp:spPr>
        <a:xfrm>
          <a:off x="0" y="682"/>
          <a:ext cx="6245265" cy="1596566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ECC650-4357-4D21-930B-09CEC9BFADA3}">
      <dsp:nvSpPr>
        <dsp:cNvPr id="0" name=""/>
        <dsp:cNvSpPr/>
      </dsp:nvSpPr>
      <dsp:spPr>
        <a:xfrm>
          <a:off x="482961" y="359909"/>
          <a:ext cx="878111" cy="87811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B1E007-EFE9-4AC5-94A6-AF864921AF5F}">
      <dsp:nvSpPr>
        <dsp:cNvPr id="0" name=""/>
        <dsp:cNvSpPr/>
      </dsp:nvSpPr>
      <dsp:spPr>
        <a:xfrm>
          <a:off x="1844034" y="682"/>
          <a:ext cx="4401230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The explosion of enterprise data and the need for AI integration at the data layer</a:t>
          </a:r>
        </a:p>
      </dsp:txBody>
      <dsp:txXfrm>
        <a:off x="1844034" y="682"/>
        <a:ext cx="4401230" cy="1596566"/>
      </dsp:txXfrm>
    </dsp:sp>
    <dsp:sp modelId="{55C251FC-91F1-4AE0-B1A7-CDA517F4962B}">
      <dsp:nvSpPr>
        <dsp:cNvPr id="0" name=""/>
        <dsp:cNvSpPr/>
      </dsp:nvSpPr>
      <dsp:spPr>
        <a:xfrm>
          <a:off x="0" y="1996390"/>
          <a:ext cx="6245265" cy="1596566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F74C84-AF2D-44C8-BB50-42E2A2BC81B3}">
      <dsp:nvSpPr>
        <dsp:cNvPr id="0" name=""/>
        <dsp:cNvSpPr/>
      </dsp:nvSpPr>
      <dsp:spPr>
        <a:xfrm>
          <a:off x="482961" y="2355617"/>
          <a:ext cx="878111" cy="87811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4569CD-6922-495F-A61D-DC783B217378}">
      <dsp:nvSpPr>
        <dsp:cNvPr id="0" name=""/>
        <dsp:cNvSpPr/>
      </dsp:nvSpPr>
      <dsp:spPr>
        <a:xfrm>
          <a:off x="1844034" y="1996390"/>
          <a:ext cx="4401230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Why the database — not a separate service — is the right place for AI building blocks</a:t>
          </a:r>
        </a:p>
      </dsp:txBody>
      <dsp:txXfrm>
        <a:off x="1844034" y="1996390"/>
        <a:ext cx="4401230" cy="1596566"/>
      </dsp:txXfrm>
    </dsp:sp>
    <dsp:sp modelId="{A96BD703-ED4C-4243-ABD7-258F8DDB422F}">
      <dsp:nvSpPr>
        <dsp:cNvPr id="0" name=""/>
        <dsp:cNvSpPr/>
      </dsp:nvSpPr>
      <dsp:spPr>
        <a:xfrm>
          <a:off x="0" y="3992098"/>
          <a:ext cx="6245265" cy="1596566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3ED54F-62F5-4CB8-9823-7C0D3160C46C}">
      <dsp:nvSpPr>
        <dsp:cNvPr id="0" name=""/>
        <dsp:cNvSpPr/>
      </dsp:nvSpPr>
      <dsp:spPr>
        <a:xfrm>
          <a:off x="482961" y="4351325"/>
          <a:ext cx="878111" cy="87811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EB77AD-D0BF-4374-A5D9-B4F923663F5A}">
      <dsp:nvSpPr>
        <dsp:cNvPr id="0" name=""/>
        <dsp:cNvSpPr/>
      </dsp:nvSpPr>
      <dsp:spPr>
        <a:xfrm>
          <a:off x="1844034" y="3992098"/>
          <a:ext cx="4401230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SQL Server's position: trusted engine meets modern AI workloads</a:t>
          </a:r>
        </a:p>
      </dsp:txBody>
      <dsp:txXfrm>
        <a:off x="1844034" y="3992098"/>
        <a:ext cx="4401230" cy="159656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82CAF3-5006-4F50-A024-482A933EF53B}">
      <dsp:nvSpPr>
        <dsp:cNvPr id="0" name=""/>
        <dsp:cNvSpPr/>
      </dsp:nvSpPr>
      <dsp:spPr>
        <a:xfrm>
          <a:off x="0" y="531"/>
          <a:ext cx="10515600" cy="1242935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1B0B27-4A57-432E-8E31-210C3CEAC0ED}">
      <dsp:nvSpPr>
        <dsp:cNvPr id="0" name=""/>
        <dsp:cNvSpPr/>
      </dsp:nvSpPr>
      <dsp:spPr>
        <a:xfrm>
          <a:off x="375988" y="280191"/>
          <a:ext cx="683614" cy="68361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001EA6-2FDA-485D-8AD2-574C482F4FD7}">
      <dsp:nvSpPr>
        <dsp:cNvPr id="0" name=""/>
        <dsp:cNvSpPr/>
      </dsp:nvSpPr>
      <dsp:spPr>
        <a:xfrm>
          <a:off x="1435590" y="53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"The AI-ready enterprise database from ground to cloud"</a:t>
          </a:r>
        </a:p>
      </dsp:txBody>
      <dsp:txXfrm>
        <a:off x="1435590" y="531"/>
        <a:ext cx="9080009" cy="1242935"/>
      </dsp:txXfrm>
    </dsp:sp>
    <dsp:sp modelId="{2D736029-CC01-481B-8941-0D3DA5369F2B}">
      <dsp:nvSpPr>
        <dsp:cNvPr id="0" name=""/>
        <dsp:cNvSpPr/>
      </dsp:nvSpPr>
      <dsp:spPr>
        <a:xfrm>
          <a:off x="0" y="1554201"/>
          <a:ext cx="10515600" cy="1242935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BE1574-071E-4C1C-8C2D-29228477EA5A}">
      <dsp:nvSpPr>
        <dsp:cNvPr id="0" name=""/>
        <dsp:cNvSpPr/>
      </dsp:nvSpPr>
      <dsp:spPr>
        <a:xfrm>
          <a:off x="375988" y="1833861"/>
          <a:ext cx="683614" cy="68361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9BBF4E-938C-4635-B691-914EFD3B1E98}">
      <dsp:nvSpPr>
        <dsp:cNvPr id="0" name=""/>
        <dsp:cNvSpPr/>
      </dsp:nvSpPr>
      <dsp:spPr>
        <a:xfrm>
          <a:off x="1435590" y="155420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Five pillars: AI Built-In, Best-in-class Security &amp; Performance, Made for Developers, Cloud Agility through Azure, Fabric Integration</a:t>
          </a:r>
        </a:p>
      </dsp:txBody>
      <dsp:txXfrm>
        <a:off x="1435590" y="1554201"/>
        <a:ext cx="9080009" cy="1242935"/>
      </dsp:txXfrm>
    </dsp:sp>
    <dsp:sp modelId="{20254F22-8C9D-46C8-8D05-CA59FF414253}">
      <dsp:nvSpPr>
        <dsp:cNvPr id="0" name=""/>
        <dsp:cNvSpPr/>
      </dsp:nvSpPr>
      <dsp:spPr>
        <a:xfrm>
          <a:off x="0" y="3107870"/>
          <a:ext cx="10515600" cy="1242935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9BA16F-AA6B-47EF-9121-E264603B52BF}">
      <dsp:nvSpPr>
        <dsp:cNvPr id="0" name=""/>
        <dsp:cNvSpPr/>
      </dsp:nvSpPr>
      <dsp:spPr>
        <a:xfrm>
          <a:off x="375988" y="3387531"/>
          <a:ext cx="683614" cy="68361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A37679-09CA-4F81-A51E-5CEF5900CD07}">
      <dsp:nvSpPr>
        <dsp:cNvPr id="0" name=""/>
        <dsp:cNvSpPr/>
      </dsp:nvSpPr>
      <dsp:spPr>
        <a:xfrm>
          <a:off x="1435590" y="3107870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aka.ms/sqlserver2025</a:t>
          </a:r>
        </a:p>
      </dsp:txBody>
      <dsp:txXfrm>
        <a:off x="1435590" y="3107870"/>
        <a:ext cx="9080009" cy="124293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BA31D1-B203-4C07-B9E7-B2DE708D79C5}">
      <dsp:nvSpPr>
        <dsp:cNvPr id="0" name=""/>
        <dsp:cNvSpPr/>
      </dsp:nvSpPr>
      <dsp:spPr>
        <a:xfrm>
          <a:off x="2044800" y="375668"/>
          <a:ext cx="2196000" cy="2196000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326E5D-359E-4171-AF13-5EDC5E4E1EA3}">
      <dsp:nvSpPr>
        <dsp:cNvPr id="0" name=""/>
        <dsp:cNvSpPr/>
      </dsp:nvSpPr>
      <dsp:spPr>
        <a:xfrm>
          <a:off x="2512800" y="843669"/>
          <a:ext cx="1260000" cy="126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374082-F880-4E14-B6E9-A9405F717C76}">
      <dsp:nvSpPr>
        <dsp:cNvPr id="0" name=""/>
        <dsp:cNvSpPr/>
      </dsp:nvSpPr>
      <dsp:spPr>
        <a:xfrm>
          <a:off x="1342800" y="3255669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4000" kern="1200" cap="none" dirty="0"/>
            <a:t>Use Query Store</a:t>
          </a:r>
        </a:p>
      </dsp:txBody>
      <dsp:txXfrm>
        <a:off x="1342800" y="3255669"/>
        <a:ext cx="3600000" cy="720000"/>
      </dsp:txXfrm>
    </dsp:sp>
    <dsp:sp modelId="{3814C6BD-07DB-4EFF-ACE6-9C53B98D2A12}">
      <dsp:nvSpPr>
        <dsp:cNvPr id="0" name=""/>
        <dsp:cNvSpPr/>
      </dsp:nvSpPr>
      <dsp:spPr>
        <a:xfrm>
          <a:off x="6274800" y="375668"/>
          <a:ext cx="2196000" cy="2196000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D61E3A-105D-4950-BAA7-76972C250E3F}">
      <dsp:nvSpPr>
        <dsp:cNvPr id="0" name=""/>
        <dsp:cNvSpPr/>
      </dsp:nvSpPr>
      <dsp:spPr>
        <a:xfrm>
          <a:off x="6742800" y="843669"/>
          <a:ext cx="1260000" cy="126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E8833C-541F-4D7B-9BD1-37C4295099DB}">
      <dsp:nvSpPr>
        <dsp:cNvPr id="0" name=""/>
        <dsp:cNvSpPr/>
      </dsp:nvSpPr>
      <dsp:spPr>
        <a:xfrm>
          <a:off x="5572800" y="3255669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4000" kern="1200" cap="none" dirty="0"/>
            <a:t>Use ADR</a:t>
          </a:r>
        </a:p>
      </dsp:txBody>
      <dsp:txXfrm>
        <a:off x="5572800" y="3255669"/>
        <a:ext cx="3600000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503894-39E5-9541-A0AD-C7EC0B6ABC5C}">
      <dsp:nvSpPr>
        <dsp:cNvPr id="0" name=""/>
        <dsp:cNvSpPr/>
      </dsp:nvSpPr>
      <dsp:spPr>
        <a:xfrm>
          <a:off x="0" y="2703"/>
          <a:ext cx="690051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AC3FB8-DBC4-3740-8A32-255808A3A09E}">
      <dsp:nvSpPr>
        <dsp:cNvPr id="0" name=""/>
        <dsp:cNvSpPr/>
      </dsp:nvSpPr>
      <dsp:spPr>
        <a:xfrm>
          <a:off x="0" y="2703"/>
          <a:ext cx="6900512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/>
            <a:t>AI Built-In:</a:t>
          </a:r>
          <a:r>
            <a:rPr lang="en-US" sz="3600" kern="1200"/>
            <a:t> Vectors, embeddings, model management, RAG patterns</a:t>
          </a:r>
        </a:p>
      </dsp:txBody>
      <dsp:txXfrm>
        <a:off x="0" y="2703"/>
        <a:ext cx="6900512" cy="1843578"/>
      </dsp:txXfrm>
    </dsp:sp>
    <dsp:sp modelId="{7166742D-0043-6E4B-9979-D297102D5E02}">
      <dsp:nvSpPr>
        <dsp:cNvPr id="0" name=""/>
        <dsp:cNvSpPr/>
      </dsp:nvSpPr>
      <dsp:spPr>
        <a:xfrm>
          <a:off x="0" y="1846281"/>
          <a:ext cx="6900512" cy="0"/>
        </a:xfrm>
        <a:prstGeom prst="line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54B9AA-0B61-E141-A1DD-E14E0D96A231}">
      <dsp:nvSpPr>
        <dsp:cNvPr id="0" name=""/>
        <dsp:cNvSpPr/>
      </dsp:nvSpPr>
      <dsp:spPr>
        <a:xfrm>
          <a:off x="0" y="1846281"/>
          <a:ext cx="6900512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/>
            <a:t>Develop Modern Data Applications:</a:t>
          </a:r>
          <a:r>
            <a:rPr lang="en-US" sz="3600" kern="1200" dirty="0"/>
            <a:t> JSON, </a:t>
          </a:r>
          <a:r>
            <a:rPr lang="en-US" sz="3600" kern="1200" dirty="0" err="1"/>
            <a:t>RegEx</a:t>
          </a:r>
          <a:r>
            <a:rPr lang="en-US" sz="3600" kern="1200" dirty="0"/>
            <a:t>, REST API, CES, GitHub Copilot for SQL</a:t>
          </a:r>
        </a:p>
      </dsp:txBody>
      <dsp:txXfrm>
        <a:off x="0" y="1846281"/>
        <a:ext cx="6900512" cy="1843578"/>
      </dsp:txXfrm>
    </dsp:sp>
    <dsp:sp modelId="{C7FA1C90-D114-6240-B776-44B7726A5636}">
      <dsp:nvSpPr>
        <dsp:cNvPr id="0" name=""/>
        <dsp:cNvSpPr/>
      </dsp:nvSpPr>
      <dsp:spPr>
        <a:xfrm>
          <a:off x="0" y="3689859"/>
          <a:ext cx="6900512" cy="0"/>
        </a:xfrm>
        <a:prstGeom prst="line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57D283-AFFB-8D42-BE07-7AC68F281932}">
      <dsp:nvSpPr>
        <dsp:cNvPr id="0" name=""/>
        <dsp:cNvSpPr/>
      </dsp:nvSpPr>
      <dsp:spPr>
        <a:xfrm>
          <a:off x="0" y="3689859"/>
          <a:ext cx="6900512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/>
            <a:t>Integrate Your Data with Fabric:</a:t>
          </a:r>
          <a:r>
            <a:rPr lang="en-US" sz="3600" kern="1200"/>
            <a:t> Mirroring, near-real-time analytics</a:t>
          </a:r>
        </a:p>
      </dsp:txBody>
      <dsp:txXfrm>
        <a:off x="0" y="3689859"/>
        <a:ext cx="6900512" cy="184357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C119D2-3646-4043-B648-49742D85F521}">
      <dsp:nvSpPr>
        <dsp:cNvPr id="0" name=""/>
        <dsp:cNvSpPr/>
      </dsp:nvSpPr>
      <dsp:spPr>
        <a:xfrm>
          <a:off x="0" y="651"/>
          <a:ext cx="6651253" cy="152498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19F8C3-A275-4EFB-9B1B-E364A3BBDDDB}">
      <dsp:nvSpPr>
        <dsp:cNvPr id="0" name=""/>
        <dsp:cNvSpPr/>
      </dsp:nvSpPr>
      <dsp:spPr>
        <a:xfrm>
          <a:off x="461309" y="343774"/>
          <a:ext cx="838743" cy="83874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D719CD-C287-497B-9E16-C4CA4706E4D5}">
      <dsp:nvSpPr>
        <dsp:cNvPr id="0" name=""/>
        <dsp:cNvSpPr/>
      </dsp:nvSpPr>
      <dsp:spPr>
        <a:xfrm>
          <a:off x="1761361" y="651"/>
          <a:ext cx="4889891" cy="15249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1395" tIns="161395" rIns="161395" bIns="161395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Secure by Default:</a:t>
          </a:r>
          <a:r>
            <a:rPr lang="en-US" sz="2500" kern="1200"/>
            <a:t> Managed Identity, Entra, Defender integration</a:t>
          </a:r>
        </a:p>
      </dsp:txBody>
      <dsp:txXfrm>
        <a:off x="1761361" y="651"/>
        <a:ext cx="4889891" cy="1524988"/>
      </dsp:txXfrm>
    </dsp:sp>
    <dsp:sp modelId="{61B6D756-933C-4D63-B567-4F04E973F837}">
      <dsp:nvSpPr>
        <dsp:cNvPr id="0" name=""/>
        <dsp:cNvSpPr/>
      </dsp:nvSpPr>
      <dsp:spPr>
        <a:xfrm>
          <a:off x="0" y="1906887"/>
          <a:ext cx="6651253" cy="152498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AB3E01-6625-423C-AB1C-A4593BD71BBC}">
      <dsp:nvSpPr>
        <dsp:cNvPr id="0" name=""/>
        <dsp:cNvSpPr/>
      </dsp:nvSpPr>
      <dsp:spPr>
        <a:xfrm>
          <a:off x="461309" y="2250010"/>
          <a:ext cx="838743" cy="83874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A2E06D-42FA-4F28-8B82-F9D71FDB3491}">
      <dsp:nvSpPr>
        <dsp:cNvPr id="0" name=""/>
        <dsp:cNvSpPr/>
      </dsp:nvSpPr>
      <dsp:spPr>
        <a:xfrm>
          <a:off x="1761361" y="1906887"/>
          <a:ext cx="4889891" cy="15249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1395" tIns="161395" rIns="161395" bIns="161395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Mission Critical Engine:</a:t>
          </a:r>
          <a:r>
            <a:rPr lang="en-US" sz="2500" kern="1200"/>
            <a:t> Optimized Locking, IQP enhancements, AG reliability</a:t>
          </a:r>
        </a:p>
      </dsp:txBody>
      <dsp:txXfrm>
        <a:off x="1761361" y="1906887"/>
        <a:ext cx="4889891" cy="1524988"/>
      </dsp:txXfrm>
    </dsp:sp>
    <dsp:sp modelId="{57FBA9F6-28CF-49C9-B435-B006C634C74B}">
      <dsp:nvSpPr>
        <dsp:cNvPr id="0" name=""/>
        <dsp:cNvSpPr/>
      </dsp:nvSpPr>
      <dsp:spPr>
        <a:xfrm>
          <a:off x="0" y="3813123"/>
          <a:ext cx="6651253" cy="152498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9AEA83-63F1-4B24-8AA7-5BA8590E1902}">
      <dsp:nvSpPr>
        <dsp:cNvPr id="0" name=""/>
        <dsp:cNvSpPr/>
      </dsp:nvSpPr>
      <dsp:spPr>
        <a:xfrm>
          <a:off x="461309" y="4156246"/>
          <a:ext cx="838743" cy="83874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C3CD58-7387-446D-9D90-589C9CB96E21}">
      <dsp:nvSpPr>
        <dsp:cNvPr id="0" name=""/>
        <dsp:cNvSpPr/>
      </dsp:nvSpPr>
      <dsp:spPr>
        <a:xfrm>
          <a:off x="1761361" y="3813123"/>
          <a:ext cx="4889891" cy="15249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1395" tIns="161395" rIns="161395" bIns="161395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 dirty="0"/>
            <a:t>Connected with Arc</a:t>
          </a:r>
          <a:r>
            <a:rPr lang="en-US" sz="2500" kern="1200" dirty="0"/>
            <a:t> | </a:t>
          </a:r>
          <a:r>
            <a:rPr lang="en-US" sz="2500" b="1" kern="1200" dirty="0"/>
            <a:t>Built for All Platforms</a:t>
          </a:r>
          <a:endParaRPr lang="en-US" sz="2500" kern="1200" dirty="0"/>
        </a:p>
      </dsp:txBody>
      <dsp:txXfrm>
        <a:off x="1761361" y="3813123"/>
        <a:ext cx="4889891" cy="152498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5FE3EE-3189-684E-9370-D305C67D78D0}">
      <dsp:nvSpPr>
        <dsp:cNvPr id="0" name=""/>
        <dsp:cNvSpPr/>
      </dsp:nvSpPr>
      <dsp:spPr>
        <a:xfrm>
          <a:off x="525962" y="3034"/>
          <a:ext cx="2666347" cy="1599808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Query editor improvements</a:t>
          </a:r>
        </a:p>
      </dsp:txBody>
      <dsp:txXfrm>
        <a:off x="525962" y="3034"/>
        <a:ext cx="2666347" cy="1599808"/>
      </dsp:txXfrm>
    </dsp:sp>
    <dsp:sp modelId="{BFE2E493-2ADC-C94A-B7C6-3652D5BE3F95}">
      <dsp:nvSpPr>
        <dsp:cNvPr id="0" name=""/>
        <dsp:cNvSpPr/>
      </dsp:nvSpPr>
      <dsp:spPr>
        <a:xfrm>
          <a:off x="3458943" y="3034"/>
          <a:ext cx="2666347" cy="1599808"/>
        </a:xfrm>
        <a:prstGeom prst="rect">
          <a:avLst/>
        </a:prstGeom>
        <a:solidFill>
          <a:schemeClr val="accent3">
            <a:hueOff val="823433"/>
            <a:satOff val="4942"/>
            <a:lumOff val="376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JSON viewer</a:t>
          </a:r>
        </a:p>
      </dsp:txBody>
      <dsp:txXfrm>
        <a:off x="3458943" y="3034"/>
        <a:ext cx="2666347" cy="1599808"/>
      </dsp:txXfrm>
    </dsp:sp>
    <dsp:sp modelId="{5D30A7CA-7052-104A-8B5C-3A6082308E2C}">
      <dsp:nvSpPr>
        <dsp:cNvPr id="0" name=""/>
        <dsp:cNvSpPr/>
      </dsp:nvSpPr>
      <dsp:spPr>
        <a:xfrm>
          <a:off x="525962" y="1869477"/>
          <a:ext cx="2666347" cy="1599808"/>
        </a:xfrm>
        <a:prstGeom prst="rect">
          <a:avLst/>
        </a:prstGeom>
        <a:solidFill>
          <a:schemeClr val="accent3">
            <a:hueOff val="1646865"/>
            <a:satOff val="9885"/>
            <a:lumOff val="753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Query hints recommendation</a:t>
          </a:r>
        </a:p>
      </dsp:txBody>
      <dsp:txXfrm>
        <a:off x="525962" y="1869477"/>
        <a:ext cx="2666347" cy="1599808"/>
      </dsp:txXfrm>
    </dsp:sp>
    <dsp:sp modelId="{F3171985-93F0-AD4D-90D0-D2CAD99B9AE0}">
      <dsp:nvSpPr>
        <dsp:cNvPr id="0" name=""/>
        <dsp:cNvSpPr/>
      </dsp:nvSpPr>
      <dsp:spPr>
        <a:xfrm>
          <a:off x="3458943" y="1869477"/>
          <a:ext cx="2666347" cy="1599808"/>
        </a:xfrm>
        <a:prstGeom prst="rect">
          <a:avLst/>
        </a:prstGeom>
        <a:solidFill>
          <a:schemeClr val="accent3">
            <a:hueOff val="2470298"/>
            <a:satOff val="14827"/>
            <a:lumOff val="1129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Zooming for grid results</a:t>
          </a:r>
        </a:p>
      </dsp:txBody>
      <dsp:txXfrm>
        <a:off x="3458943" y="1869477"/>
        <a:ext cx="2666347" cy="1599808"/>
      </dsp:txXfrm>
    </dsp:sp>
    <dsp:sp modelId="{3179234C-3147-6F4F-A43E-6319110E9642}">
      <dsp:nvSpPr>
        <dsp:cNvPr id="0" name=""/>
        <dsp:cNvSpPr/>
      </dsp:nvSpPr>
      <dsp:spPr>
        <a:xfrm>
          <a:off x="525962" y="3735920"/>
          <a:ext cx="2666347" cy="1599808"/>
        </a:xfrm>
        <a:prstGeom prst="rect">
          <a:avLst/>
        </a:prstGeom>
        <a:solidFill>
          <a:schemeClr val="accent3">
            <a:hueOff val="3293730"/>
            <a:satOff val="19770"/>
            <a:lumOff val="1506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Always Encrypted assessment</a:t>
          </a:r>
        </a:p>
      </dsp:txBody>
      <dsp:txXfrm>
        <a:off x="525962" y="3735920"/>
        <a:ext cx="2666347" cy="1599808"/>
      </dsp:txXfrm>
    </dsp:sp>
    <dsp:sp modelId="{DE39AA80-0D70-7848-95EF-62A93AA409C2}">
      <dsp:nvSpPr>
        <dsp:cNvPr id="0" name=""/>
        <dsp:cNvSpPr/>
      </dsp:nvSpPr>
      <dsp:spPr>
        <a:xfrm>
          <a:off x="3458943" y="3735920"/>
          <a:ext cx="2666347" cy="1599808"/>
        </a:xfrm>
        <a:prstGeom prst="rect">
          <a:avLst/>
        </a:prstGeom>
        <a:solidFill>
          <a:schemeClr val="accent3">
            <a:hueOff val="4117163"/>
            <a:satOff val="24712"/>
            <a:lumOff val="1882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VS Installer / update experience</a:t>
          </a:r>
        </a:p>
      </dsp:txBody>
      <dsp:txXfrm>
        <a:off x="3458943" y="3735920"/>
        <a:ext cx="2666347" cy="1599808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7D4BBA-3AA0-BA4F-A6C5-25559DECB7A8}">
      <dsp:nvSpPr>
        <dsp:cNvPr id="0" name=""/>
        <dsp:cNvSpPr/>
      </dsp:nvSpPr>
      <dsp:spPr>
        <a:xfrm>
          <a:off x="0" y="675"/>
          <a:ext cx="690051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148778-1D49-D843-B599-507963EAC5E8}">
      <dsp:nvSpPr>
        <dsp:cNvPr id="0" name=""/>
        <dsp:cNvSpPr/>
      </dsp:nvSpPr>
      <dsp:spPr>
        <a:xfrm>
          <a:off x="0" y="675"/>
          <a:ext cx="6900512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GitHub Copilot integration for SQL authoring</a:t>
          </a:r>
        </a:p>
      </dsp:txBody>
      <dsp:txXfrm>
        <a:off x="0" y="675"/>
        <a:ext cx="6900512" cy="1106957"/>
      </dsp:txXfrm>
    </dsp:sp>
    <dsp:sp modelId="{C3D0B92B-D127-D847-8DA7-034B0BBAFDC9}">
      <dsp:nvSpPr>
        <dsp:cNvPr id="0" name=""/>
        <dsp:cNvSpPr/>
      </dsp:nvSpPr>
      <dsp:spPr>
        <a:xfrm>
          <a:off x="0" y="1107633"/>
          <a:ext cx="6900512" cy="0"/>
        </a:xfrm>
        <a:prstGeom prst="line">
          <a:avLst/>
        </a:prstGeom>
        <a:solidFill>
          <a:schemeClr val="accent2">
            <a:hueOff val="1610903"/>
            <a:satOff val="-4623"/>
            <a:lumOff val="-7402"/>
            <a:alphaOff val="0"/>
          </a:schemeClr>
        </a:solidFill>
        <a:ln w="19050" cap="flat" cmpd="sng" algn="ctr">
          <a:solidFill>
            <a:schemeClr val="accent2">
              <a:hueOff val="1610903"/>
              <a:satOff val="-4623"/>
              <a:lumOff val="-740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6E6141-6755-A849-8A35-D7EC39D249D8}">
      <dsp:nvSpPr>
        <dsp:cNvPr id="0" name=""/>
        <dsp:cNvSpPr/>
      </dsp:nvSpPr>
      <dsp:spPr>
        <a:xfrm>
          <a:off x="0" y="1107633"/>
          <a:ext cx="6900512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Cross-platform SQL development (Windows, Mac, Linux)</a:t>
          </a:r>
        </a:p>
      </dsp:txBody>
      <dsp:txXfrm>
        <a:off x="0" y="1107633"/>
        <a:ext cx="6900512" cy="1106957"/>
      </dsp:txXfrm>
    </dsp:sp>
    <dsp:sp modelId="{46A0BE6C-8A14-834C-93C1-7A4845982F90}">
      <dsp:nvSpPr>
        <dsp:cNvPr id="0" name=""/>
        <dsp:cNvSpPr/>
      </dsp:nvSpPr>
      <dsp:spPr>
        <a:xfrm>
          <a:off x="0" y="2214591"/>
          <a:ext cx="6900512" cy="0"/>
        </a:xfrm>
        <a:prstGeom prst="line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7A3D3E-9589-5F48-A8BD-53852DA52434}">
      <dsp:nvSpPr>
        <dsp:cNvPr id="0" name=""/>
        <dsp:cNvSpPr/>
      </dsp:nvSpPr>
      <dsp:spPr>
        <a:xfrm>
          <a:off x="0" y="2214591"/>
          <a:ext cx="6900512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Schema-aware IntelliSense</a:t>
          </a:r>
        </a:p>
      </dsp:txBody>
      <dsp:txXfrm>
        <a:off x="0" y="2214591"/>
        <a:ext cx="6900512" cy="1106957"/>
      </dsp:txXfrm>
    </dsp:sp>
    <dsp:sp modelId="{2F2D4CEA-1316-CD43-B7BE-793C7D941DF1}">
      <dsp:nvSpPr>
        <dsp:cNvPr id="0" name=""/>
        <dsp:cNvSpPr/>
      </dsp:nvSpPr>
      <dsp:spPr>
        <a:xfrm>
          <a:off x="0" y="3321549"/>
          <a:ext cx="6900512" cy="0"/>
        </a:xfrm>
        <a:prstGeom prst="line">
          <a:avLst/>
        </a:prstGeom>
        <a:solidFill>
          <a:schemeClr val="accent2">
            <a:hueOff val="4832710"/>
            <a:satOff val="-13870"/>
            <a:lumOff val="-22207"/>
            <a:alphaOff val="0"/>
          </a:schemeClr>
        </a:solidFill>
        <a:ln w="19050" cap="flat" cmpd="sng" algn="ctr">
          <a:solidFill>
            <a:schemeClr val="accent2">
              <a:hueOff val="4832710"/>
              <a:satOff val="-13870"/>
              <a:lumOff val="-2220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08A938-A8E7-8648-B283-2488CFECB93D}">
      <dsp:nvSpPr>
        <dsp:cNvPr id="0" name=""/>
        <dsp:cNvSpPr/>
      </dsp:nvSpPr>
      <dsp:spPr>
        <a:xfrm>
          <a:off x="0" y="3321549"/>
          <a:ext cx="6900512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Modern development workflow integration</a:t>
          </a:r>
        </a:p>
      </dsp:txBody>
      <dsp:txXfrm>
        <a:off x="0" y="3321549"/>
        <a:ext cx="6900512" cy="1106957"/>
      </dsp:txXfrm>
    </dsp:sp>
    <dsp:sp modelId="{DE1F649D-E242-1B4C-BDC1-E25235F2C18B}">
      <dsp:nvSpPr>
        <dsp:cNvPr id="0" name=""/>
        <dsp:cNvSpPr/>
      </dsp:nvSpPr>
      <dsp:spPr>
        <a:xfrm>
          <a:off x="0" y="4428507"/>
          <a:ext cx="6900512" cy="0"/>
        </a:xfrm>
        <a:prstGeom prst="line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1101DD-8BFD-864E-A26D-69714FBDB5A7}">
      <dsp:nvSpPr>
        <dsp:cNvPr id="0" name=""/>
        <dsp:cNvSpPr/>
      </dsp:nvSpPr>
      <dsp:spPr>
        <a:xfrm>
          <a:off x="0" y="4428507"/>
          <a:ext cx="6900512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*Query Store Extension (self-promotion)</a:t>
          </a:r>
        </a:p>
      </dsp:txBody>
      <dsp:txXfrm>
        <a:off x="0" y="4428507"/>
        <a:ext cx="6900512" cy="1106957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628B34-0773-8647-AA46-A475C865285B}">
      <dsp:nvSpPr>
        <dsp:cNvPr id="0" name=""/>
        <dsp:cNvSpPr/>
      </dsp:nvSpPr>
      <dsp:spPr>
        <a:xfrm>
          <a:off x="0" y="0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7E6BF5-AA6F-2440-9D74-5C4890B7C7EC}">
      <dsp:nvSpPr>
        <dsp:cNvPr id="0" name=""/>
        <dsp:cNvSpPr/>
      </dsp:nvSpPr>
      <dsp:spPr>
        <a:xfrm>
          <a:off x="0" y="0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Choose your target production deployment: Standard or Enterprise</a:t>
          </a:r>
        </a:p>
      </dsp:txBody>
      <dsp:txXfrm>
        <a:off x="0" y="0"/>
        <a:ext cx="10515600" cy="1087834"/>
      </dsp:txXfrm>
    </dsp:sp>
    <dsp:sp modelId="{8A6343A1-0A1E-EB49-877E-DD1236ED9B80}">
      <dsp:nvSpPr>
        <dsp:cNvPr id="0" name=""/>
        <dsp:cNvSpPr/>
      </dsp:nvSpPr>
      <dsp:spPr>
        <a:xfrm>
          <a:off x="0" y="1087834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0A9814-0E0A-A54F-B4EB-D0CD8E389CED}">
      <dsp:nvSpPr>
        <dsp:cNvPr id="0" name=""/>
        <dsp:cNvSpPr/>
      </dsp:nvSpPr>
      <dsp:spPr>
        <a:xfrm>
          <a:off x="0" y="1087834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Develop and test with no license costs</a:t>
          </a:r>
        </a:p>
      </dsp:txBody>
      <dsp:txXfrm>
        <a:off x="0" y="1087834"/>
        <a:ext cx="10515600" cy="1087834"/>
      </dsp:txXfrm>
    </dsp:sp>
    <dsp:sp modelId="{B52A28B6-0088-0541-ACCD-7D6AC696E9DD}">
      <dsp:nvSpPr>
        <dsp:cNvPr id="0" name=""/>
        <dsp:cNvSpPr/>
      </dsp:nvSpPr>
      <dsp:spPr>
        <a:xfrm>
          <a:off x="0" y="2175669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8583F6-748D-3F4D-A66D-23C2782D66A8}">
      <dsp:nvSpPr>
        <dsp:cNvPr id="0" name=""/>
        <dsp:cNvSpPr/>
      </dsp:nvSpPr>
      <dsp:spPr>
        <a:xfrm>
          <a:off x="0" y="2175669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Features and limits now match your target deployment edition</a:t>
          </a:r>
        </a:p>
      </dsp:txBody>
      <dsp:txXfrm>
        <a:off x="0" y="2175669"/>
        <a:ext cx="10515600" cy="1087834"/>
      </dsp:txXfrm>
    </dsp:sp>
    <dsp:sp modelId="{36F23D3F-C652-4E4E-B2E4-E994DC73B9C9}">
      <dsp:nvSpPr>
        <dsp:cNvPr id="0" name=""/>
        <dsp:cNvSpPr/>
      </dsp:nvSpPr>
      <dsp:spPr>
        <a:xfrm>
          <a:off x="0" y="3263503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BD5A40-E822-204D-921E-F6DCA6C1D94A}">
      <dsp:nvSpPr>
        <dsp:cNvPr id="0" name=""/>
        <dsp:cNvSpPr/>
      </dsp:nvSpPr>
      <dsp:spPr>
        <a:xfrm>
          <a:off x="0" y="3263503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Two flavors: </a:t>
          </a:r>
          <a:r>
            <a:rPr lang="en-US" sz="3000" b="1" kern="1200"/>
            <a:t>Developer Standard Edition </a:t>
          </a:r>
          <a:r>
            <a:rPr lang="en-US" sz="3000" kern="1200"/>
            <a:t>and Developer Enterprise Edition</a:t>
          </a:r>
        </a:p>
      </dsp:txBody>
      <dsp:txXfrm>
        <a:off x="0" y="3263503"/>
        <a:ext cx="10515600" cy="1087834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6C5314-C45F-5A42-8DA5-FF4BFDD166A5}">
      <dsp:nvSpPr>
        <dsp:cNvPr id="0" name=""/>
        <dsp:cNvSpPr/>
      </dsp:nvSpPr>
      <dsp:spPr>
        <a:xfrm>
          <a:off x="0" y="48969"/>
          <a:ext cx="10515600" cy="135252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/>
            <a:t>SQL Server 2025 is now Generally Available (CU8 is current from August 13)</a:t>
          </a:r>
        </a:p>
      </dsp:txBody>
      <dsp:txXfrm>
        <a:off x="66025" y="114994"/>
        <a:ext cx="10383550" cy="1220470"/>
      </dsp:txXfrm>
    </dsp:sp>
    <dsp:sp modelId="{7E458CB0-C7F5-4045-83E4-0F97A96E20D8}">
      <dsp:nvSpPr>
        <dsp:cNvPr id="0" name=""/>
        <dsp:cNvSpPr/>
      </dsp:nvSpPr>
      <dsp:spPr>
        <a:xfrm>
          <a:off x="0" y="1499409"/>
          <a:ext cx="10515600" cy="1352520"/>
        </a:xfrm>
        <a:prstGeom prst="roundRect">
          <a:avLst/>
        </a:prstGeom>
        <a:solidFill>
          <a:schemeClr val="accent3">
            <a:hueOff val="2058582"/>
            <a:satOff val="12356"/>
            <a:lumOff val="941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Upgrade methods same as previous releases</a:t>
          </a:r>
        </a:p>
      </dsp:txBody>
      <dsp:txXfrm>
        <a:off x="66025" y="1565434"/>
        <a:ext cx="10383550" cy="1220470"/>
      </dsp:txXfrm>
    </dsp:sp>
    <dsp:sp modelId="{96843D2B-D0B4-4447-845A-CF9C63188772}">
      <dsp:nvSpPr>
        <dsp:cNvPr id="0" name=""/>
        <dsp:cNvSpPr/>
      </dsp:nvSpPr>
      <dsp:spPr>
        <a:xfrm>
          <a:off x="0" y="2949848"/>
          <a:ext cx="10515600" cy="1352520"/>
        </a:xfrm>
        <a:prstGeom prst="roundRect">
          <a:avLst/>
        </a:prstGeom>
        <a:solidFill>
          <a:schemeClr val="accent3">
            <a:hueOff val="4117163"/>
            <a:satOff val="24712"/>
            <a:lumOff val="1882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/>
            <a:t>Requires Windows Server 2019 or higher, check your Linux versions</a:t>
          </a:r>
        </a:p>
      </dsp:txBody>
      <dsp:txXfrm>
        <a:off x="66025" y="3015873"/>
        <a:ext cx="10383550" cy="1220470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263D15-1328-BC49-853D-E9885DADA9ED}">
      <dsp:nvSpPr>
        <dsp:cNvPr id="0" name=""/>
        <dsp:cNvSpPr/>
      </dsp:nvSpPr>
      <dsp:spPr>
        <a:xfrm>
          <a:off x="0" y="0"/>
          <a:ext cx="671474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997EAF3D-3879-F648-85E9-C541984FBDB5}">
      <dsp:nvSpPr>
        <dsp:cNvPr id="0" name=""/>
        <dsp:cNvSpPr/>
      </dsp:nvSpPr>
      <dsp:spPr>
        <a:xfrm>
          <a:off x="0" y="0"/>
          <a:ext cx="6714744" cy="10758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No pricing or licensing changes for SQL Server</a:t>
          </a:r>
        </a:p>
      </dsp:txBody>
      <dsp:txXfrm>
        <a:off x="0" y="0"/>
        <a:ext cx="6714744" cy="1075866"/>
      </dsp:txXfrm>
    </dsp:sp>
    <dsp:sp modelId="{36F9DCEE-6494-334D-BADD-A4C34288F87E}">
      <dsp:nvSpPr>
        <dsp:cNvPr id="0" name=""/>
        <dsp:cNvSpPr/>
      </dsp:nvSpPr>
      <dsp:spPr>
        <a:xfrm>
          <a:off x="0" y="1075866"/>
          <a:ext cx="6714744" cy="0"/>
        </a:xfrm>
        <a:prstGeom prst="line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accent2">
              <a:hueOff val="2147871"/>
              <a:satOff val="-6164"/>
              <a:lumOff val="-987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50B5C0B-AC3E-0040-A9D9-E4263B128F29}">
      <dsp:nvSpPr>
        <dsp:cNvPr id="0" name=""/>
        <dsp:cNvSpPr/>
      </dsp:nvSpPr>
      <dsp:spPr>
        <a:xfrm>
          <a:off x="0" y="1075866"/>
          <a:ext cx="6714744" cy="10758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Express:</a:t>
          </a:r>
          <a:r>
            <a:rPr lang="en-US" sz="2200" kern="1200"/>
            <a:t> Now supports 50GB database, many new features included</a:t>
          </a:r>
        </a:p>
      </dsp:txBody>
      <dsp:txXfrm>
        <a:off x="0" y="1075866"/>
        <a:ext cx="6714744" cy="1075866"/>
      </dsp:txXfrm>
    </dsp:sp>
    <dsp:sp modelId="{948006A9-D4D2-0D46-8A44-BE371D4515BC}">
      <dsp:nvSpPr>
        <dsp:cNvPr id="0" name=""/>
        <dsp:cNvSpPr/>
      </dsp:nvSpPr>
      <dsp:spPr>
        <a:xfrm>
          <a:off x="0" y="2151732"/>
          <a:ext cx="6714744" cy="0"/>
        </a:xfrm>
        <a:prstGeom prst="line">
          <a:avLst/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accent2">
              <a:hueOff val="4295743"/>
              <a:satOff val="-12329"/>
              <a:lumOff val="-1973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BF79161F-2261-8C4F-88B2-C24A72D1BB78}">
      <dsp:nvSpPr>
        <dsp:cNvPr id="0" name=""/>
        <dsp:cNvSpPr/>
      </dsp:nvSpPr>
      <dsp:spPr>
        <a:xfrm>
          <a:off x="0" y="2151732"/>
          <a:ext cx="6714744" cy="10758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Standard:</a:t>
          </a:r>
          <a:r>
            <a:rPr lang="en-US" sz="2200" kern="1200"/>
            <a:t> Core limit increased from 24 → 32, memory from 128GB → 256GB, full Resource Governor</a:t>
          </a:r>
        </a:p>
      </dsp:txBody>
      <dsp:txXfrm>
        <a:off x="0" y="2151732"/>
        <a:ext cx="6714744" cy="1075866"/>
      </dsp:txXfrm>
    </dsp:sp>
    <dsp:sp modelId="{26B75C01-C5A1-4B44-9C3A-D36EDE5166D6}">
      <dsp:nvSpPr>
        <dsp:cNvPr id="0" name=""/>
        <dsp:cNvSpPr/>
      </dsp:nvSpPr>
      <dsp:spPr>
        <a:xfrm>
          <a:off x="0" y="3227598"/>
          <a:ext cx="6714744" cy="0"/>
        </a:xfrm>
        <a:prstGeom prst="line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54CFA38-919F-B549-9964-E84FE96F8F9A}">
      <dsp:nvSpPr>
        <dsp:cNvPr id="0" name=""/>
        <dsp:cNvSpPr/>
      </dsp:nvSpPr>
      <dsp:spPr>
        <a:xfrm>
          <a:off x="0" y="3227598"/>
          <a:ext cx="6714744" cy="10758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kern="1200" dirty="0"/>
            <a:t>All new </a:t>
          </a:r>
          <a:r>
            <a:rPr lang="en-US" sz="2200" b="1" kern="1200" dirty="0"/>
            <a:t>features </a:t>
          </a:r>
          <a:r>
            <a:rPr lang="en-US" sz="2200" b="0" kern="1200" dirty="0"/>
            <a:t>are in both </a:t>
          </a:r>
          <a:r>
            <a:rPr lang="en-US" sz="2200" b="1" kern="1200" dirty="0"/>
            <a:t>Standard and Enterprise Editions</a:t>
          </a:r>
          <a:endParaRPr lang="en-US" sz="2200" b="0" kern="1200" dirty="0"/>
        </a:p>
      </dsp:txBody>
      <dsp:txXfrm>
        <a:off x="0" y="3227598"/>
        <a:ext cx="6714744" cy="1075866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C2FFC4-8EF5-4DFC-9F36-E26B26BFD1BF}">
      <dsp:nvSpPr>
        <dsp:cNvPr id="0" name=""/>
        <dsp:cNvSpPr/>
      </dsp:nvSpPr>
      <dsp:spPr>
        <a:xfrm>
          <a:off x="0" y="2288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F139CD-3072-4CB8-8280-6F5E936EE3A0}">
      <dsp:nvSpPr>
        <dsp:cNvPr id="0" name=""/>
        <dsp:cNvSpPr/>
      </dsp:nvSpPr>
      <dsp:spPr>
        <a:xfrm>
          <a:off x="350852" y="263253"/>
          <a:ext cx="637913" cy="63791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AFB5D9-7937-438F-A718-D0411506A3AC}">
      <dsp:nvSpPr>
        <dsp:cNvPr id="0" name=""/>
        <dsp:cNvSpPr/>
      </dsp:nvSpPr>
      <dsp:spPr>
        <a:xfrm>
          <a:off x="1339618" y="2288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Discontinued: MDS, DQS, Synapse Link, Hot Add CPU, Purview Access Policies</a:t>
          </a:r>
        </a:p>
      </dsp:txBody>
      <dsp:txXfrm>
        <a:off x="1339618" y="2288"/>
        <a:ext cx="5024605" cy="1159843"/>
      </dsp:txXfrm>
    </dsp:sp>
    <dsp:sp modelId="{A79D60D2-62A7-45FD-BDFE-8E930240F39D}">
      <dsp:nvSpPr>
        <dsp:cNvPr id="0" name=""/>
        <dsp:cNvSpPr/>
      </dsp:nvSpPr>
      <dsp:spPr>
        <a:xfrm>
          <a:off x="0" y="1452092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F1F8A9-BBB6-48CF-A6B9-11803BB512F0}">
      <dsp:nvSpPr>
        <dsp:cNvPr id="0" name=""/>
        <dsp:cNvSpPr/>
      </dsp:nvSpPr>
      <dsp:spPr>
        <a:xfrm>
          <a:off x="350852" y="1713057"/>
          <a:ext cx="637913" cy="63791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60EF3A-1221-4764-A4FD-3CFEF7BC8748}">
      <dsp:nvSpPr>
        <dsp:cNvPr id="0" name=""/>
        <dsp:cNvSpPr/>
      </dsp:nvSpPr>
      <dsp:spPr>
        <a:xfrm>
          <a:off x="1339618" y="1452092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PREVIEW_FEATURES database option: enables features in preview at GA</a:t>
          </a:r>
        </a:p>
      </dsp:txBody>
      <dsp:txXfrm>
        <a:off x="1339618" y="1452092"/>
        <a:ext cx="5024605" cy="1159843"/>
      </dsp:txXfrm>
    </dsp:sp>
    <dsp:sp modelId="{355F15BA-8B24-44EB-B768-2B1FE81BFAAF}">
      <dsp:nvSpPr>
        <dsp:cNvPr id="0" name=""/>
        <dsp:cNvSpPr/>
      </dsp:nvSpPr>
      <dsp:spPr>
        <a:xfrm>
          <a:off x="0" y="2901896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052494-7AE5-4F64-A0AF-D3AE5E9BDA88}">
      <dsp:nvSpPr>
        <dsp:cNvPr id="0" name=""/>
        <dsp:cNvSpPr/>
      </dsp:nvSpPr>
      <dsp:spPr>
        <a:xfrm>
          <a:off x="350852" y="3162861"/>
          <a:ext cx="637913" cy="63791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B69400-9432-4395-81F3-C553E28A577F}">
      <dsp:nvSpPr>
        <dsp:cNvPr id="0" name=""/>
        <dsp:cNvSpPr/>
      </dsp:nvSpPr>
      <dsp:spPr>
        <a:xfrm>
          <a:off x="1339618" y="2901896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Power BI Report Server replaces SSRS for paid licenses</a:t>
          </a:r>
        </a:p>
      </dsp:txBody>
      <dsp:txXfrm>
        <a:off x="1339618" y="2901896"/>
        <a:ext cx="5024605" cy="1159843"/>
      </dsp:txXfrm>
    </dsp:sp>
    <dsp:sp modelId="{B48B1681-F24D-4A45-8E75-49CC21091F2E}">
      <dsp:nvSpPr>
        <dsp:cNvPr id="0" name=""/>
        <dsp:cNvSpPr/>
      </dsp:nvSpPr>
      <dsp:spPr>
        <a:xfrm>
          <a:off x="0" y="4351700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B5D49C-3341-42B6-A2D6-EC472EC718DC}">
      <dsp:nvSpPr>
        <dsp:cNvPr id="0" name=""/>
        <dsp:cNvSpPr/>
      </dsp:nvSpPr>
      <dsp:spPr>
        <a:xfrm>
          <a:off x="350852" y="4612665"/>
          <a:ext cx="637913" cy="63791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0D1D58-6ADC-4AC3-A8F3-83E867552A56}">
      <dsp:nvSpPr>
        <dsp:cNvPr id="0" name=""/>
        <dsp:cNvSpPr/>
      </dsp:nvSpPr>
      <dsp:spPr>
        <a:xfrm>
          <a:off x="1339618" y="4351700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SSAS (Tabular) has performance improvements; SSIS still supported</a:t>
          </a:r>
        </a:p>
      </dsp:txBody>
      <dsp:txXfrm>
        <a:off x="1339618" y="4351700"/>
        <a:ext cx="5024605" cy="1159843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CB67B4-6624-4531-B921-F1D4B2B40CEC}">
      <dsp:nvSpPr>
        <dsp:cNvPr id="0" name=""/>
        <dsp:cNvSpPr/>
      </dsp:nvSpPr>
      <dsp:spPr>
        <a:xfrm>
          <a:off x="212335" y="469890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C738DE-9F3F-49CE-A2AB-A72318BF2DFC}">
      <dsp:nvSpPr>
        <dsp:cNvPr id="0" name=""/>
        <dsp:cNvSpPr/>
      </dsp:nvSpPr>
      <dsp:spPr>
        <a:xfrm>
          <a:off x="492877" y="750432"/>
          <a:ext cx="774830" cy="77483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84BEDE-B6E3-4AF9-AB3D-95FA556C3EDB}">
      <dsp:nvSpPr>
        <dsp:cNvPr id="0" name=""/>
        <dsp:cNvSpPr/>
      </dsp:nvSpPr>
      <dsp:spPr>
        <a:xfrm>
          <a:off x="1834517" y="469890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This is the most developer-friendly SQL Server release in a decade</a:t>
          </a:r>
        </a:p>
      </dsp:txBody>
      <dsp:txXfrm>
        <a:off x="1834517" y="469890"/>
        <a:ext cx="3148942" cy="1335915"/>
      </dsp:txXfrm>
    </dsp:sp>
    <dsp:sp modelId="{2CEB86C8-3F56-40E3-BA96-B171E6D558D2}">
      <dsp:nvSpPr>
        <dsp:cNvPr id="0" name=""/>
        <dsp:cNvSpPr/>
      </dsp:nvSpPr>
      <dsp:spPr>
        <a:xfrm>
          <a:off x="5532139" y="469890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986D14-08E8-4686-8E94-172E3C228652}">
      <dsp:nvSpPr>
        <dsp:cNvPr id="0" name=""/>
        <dsp:cNvSpPr/>
      </dsp:nvSpPr>
      <dsp:spPr>
        <a:xfrm>
          <a:off x="5812681" y="750432"/>
          <a:ext cx="774830" cy="77483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DEF25C-8C74-4DED-A4B8-2652D94A0075}">
      <dsp:nvSpPr>
        <dsp:cNvPr id="0" name=""/>
        <dsp:cNvSpPr/>
      </dsp:nvSpPr>
      <dsp:spPr>
        <a:xfrm>
          <a:off x="7154322" y="469890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Native JSON, RegEx, REST APIs, Change Event Streaming</a:t>
          </a:r>
        </a:p>
      </dsp:txBody>
      <dsp:txXfrm>
        <a:off x="7154322" y="469890"/>
        <a:ext cx="3148942" cy="1335915"/>
      </dsp:txXfrm>
    </dsp:sp>
    <dsp:sp modelId="{95CFA39F-0007-41A6-9503-6EA3AB81079E}">
      <dsp:nvSpPr>
        <dsp:cNvPr id="0" name=""/>
        <dsp:cNvSpPr/>
      </dsp:nvSpPr>
      <dsp:spPr>
        <a:xfrm>
          <a:off x="212335" y="2545532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E77868-DF87-44B9-B016-1038AE0660C1}">
      <dsp:nvSpPr>
        <dsp:cNvPr id="0" name=""/>
        <dsp:cNvSpPr/>
      </dsp:nvSpPr>
      <dsp:spPr>
        <a:xfrm>
          <a:off x="492877" y="2826074"/>
          <a:ext cx="774830" cy="77483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7C1DCA-FFF5-47CD-A6A4-8B71D90E8CB0}">
      <dsp:nvSpPr>
        <dsp:cNvPr id="0" name=""/>
        <dsp:cNvSpPr/>
      </dsp:nvSpPr>
      <dsp:spPr>
        <a:xfrm>
          <a:off x="1834517" y="2545532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GitHub Copilot for SQL, Python driver, Data API Builder</a:t>
          </a:r>
        </a:p>
      </dsp:txBody>
      <dsp:txXfrm>
        <a:off x="1834517" y="2545532"/>
        <a:ext cx="3148942" cy="1335915"/>
      </dsp:txXfrm>
    </dsp:sp>
    <dsp:sp modelId="{BA709228-3E38-4862-874E-FA984B2C253B}">
      <dsp:nvSpPr>
        <dsp:cNvPr id="0" name=""/>
        <dsp:cNvSpPr/>
      </dsp:nvSpPr>
      <dsp:spPr>
        <a:xfrm>
          <a:off x="5532139" y="2545532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E4F51F-5AB0-4724-BA48-D5D3C09134D1}">
      <dsp:nvSpPr>
        <dsp:cNvPr id="0" name=""/>
        <dsp:cNvSpPr/>
      </dsp:nvSpPr>
      <dsp:spPr>
        <a:xfrm>
          <a:off x="5812681" y="2826074"/>
          <a:ext cx="774830" cy="77483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017AB6-099F-4303-9590-3AE2E3457B7D}">
      <dsp:nvSpPr>
        <dsp:cNvPr id="0" name=""/>
        <dsp:cNvSpPr/>
      </dsp:nvSpPr>
      <dsp:spPr>
        <a:xfrm>
          <a:off x="7154322" y="2545532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 err="1"/>
            <a:t>GraphQL</a:t>
          </a:r>
          <a:r>
            <a:rPr lang="en-US" sz="2100" kern="1200" dirty="0"/>
            <a:t> via Data API Builder</a:t>
          </a:r>
        </a:p>
      </dsp:txBody>
      <dsp:txXfrm>
        <a:off x="7154322" y="2545532"/>
        <a:ext cx="3148942" cy="1335915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C4C580-45D8-40EC-9F02-69406D3E55B9}">
      <dsp:nvSpPr>
        <dsp:cNvPr id="0" name=""/>
        <dsp:cNvSpPr/>
      </dsp:nvSpPr>
      <dsp:spPr>
        <a:xfrm>
          <a:off x="0" y="673"/>
          <a:ext cx="6364224" cy="157499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5F41871-78E1-4F85-8692-774EE0363DC3}">
      <dsp:nvSpPr>
        <dsp:cNvPr id="0" name=""/>
        <dsp:cNvSpPr/>
      </dsp:nvSpPr>
      <dsp:spPr>
        <a:xfrm>
          <a:off x="476436" y="355047"/>
          <a:ext cx="866247" cy="86624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4CA2C8-6E4F-4041-BC23-2F4F244A0616}">
      <dsp:nvSpPr>
        <dsp:cNvPr id="0" name=""/>
        <dsp:cNvSpPr/>
      </dsp:nvSpPr>
      <dsp:spPr>
        <a:xfrm>
          <a:off x="1819120" y="673"/>
          <a:ext cx="4545103" cy="1574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687" tIns="166687" rIns="166687" bIns="16668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Developers have been storing JSON in varchar/nvarchar columns for years</a:t>
          </a:r>
        </a:p>
      </dsp:txBody>
      <dsp:txXfrm>
        <a:off x="1819120" y="673"/>
        <a:ext cx="4545103" cy="1574995"/>
      </dsp:txXfrm>
    </dsp:sp>
    <dsp:sp modelId="{2E03CDCA-CE39-403A-B997-DFDD8613B7D0}">
      <dsp:nvSpPr>
        <dsp:cNvPr id="0" name=""/>
        <dsp:cNvSpPr/>
      </dsp:nvSpPr>
      <dsp:spPr>
        <a:xfrm>
          <a:off x="0" y="1969418"/>
          <a:ext cx="6364224" cy="157499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1E7D28-478D-4C13-86A2-750FFEACAF5A}">
      <dsp:nvSpPr>
        <dsp:cNvPr id="0" name=""/>
        <dsp:cNvSpPr/>
      </dsp:nvSpPr>
      <dsp:spPr>
        <a:xfrm>
          <a:off x="476436" y="2323792"/>
          <a:ext cx="866247" cy="86624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572E8E-FE2B-49EC-B257-2302EB6E8063}">
      <dsp:nvSpPr>
        <dsp:cNvPr id="0" name=""/>
        <dsp:cNvSpPr/>
      </dsp:nvSpPr>
      <dsp:spPr>
        <a:xfrm>
          <a:off x="1819120" y="1969418"/>
          <a:ext cx="4545103" cy="1574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687" tIns="166687" rIns="166687" bIns="16668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No validation, no specialized indexing, no binary optimization</a:t>
          </a:r>
        </a:p>
      </dsp:txBody>
      <dsp:txXfrm>
        <a:off x="1819120" y="1969418"/>
        <a:ext cx="4545103" cy="1574995"/>
      </dsp:txXfrm>
    </dsp:sp>
    <dsp:sp modelId="{9820B9A3-4DF9-4335-B2B7-062D58E8505A}">
      <dsp:nvSpPr>
        <dsp:cNvPr id="0" name=""/>
        <dsp:cNvSpPr/>
      </dsp:nvSpPr>
      <dsp:spPr>
        <a:xfrm>
          <a:off x="0" y="3938162"/>
          <a:ext cx="6364224" cy="157499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E8889B-A52F-44DD-8EDF-BC3F9084D10A}">
      <dsp:nvSpPr>
        <dsp:cNvPr id="0" name=""/>
        <dsp:cNvSpPr/>
      </dsp:nvSpPr>
      <dsp:spPr>
        <a:xfrm>
          <a:off x="476436" y="4292537"/>
          <a:ext cx="866247" cy="86624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D5AB80-73F1-4B26-9BB2-155B647ACCAC}">
      <dsp:nvSpPr>
        <dsp:cNvPr id="0" name=""/>
        <dsp:cNvSpPr/>
      </dsp:nvSpPr>
      <dsp:spPr>
        <a:xfrm>
          <a:off x="1819120" y="3938162"/>
          <a:ext cx="4545103" cy="1574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687" tIns="166687" rIns="166687" bIns="16668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JSON functions worked, but storage was inefficient</a:t>
          </a:r>
        </a:p>
      </dsp:txBody>
      <dsp:txXfrm>
        <a:off x="1819120" y="3938162"/>
        <a:ext cx="4545103" cy="1574995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8CFA81-BE0B-413E-A2F1-62433CA92871}">
      <dsp:nvSpPr>
        <dsp:cNvPr id="0" name=""/>
        <dsp:cNvSpPr/>
      </dsp:nvSpPr>
      <dsp:spPr>
        <a:xfrm>
          <a:off x="1212569" y="987197"/>
          <a:ext cx="1300252" cy="130025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9E6006-5DD4-4822-9C90-896F05BCA95C}">
      <dsp:nvSpPr>
        <dsp:cNvPr id="0" name=""/>
        <dsp:cNvSpPr/>
      </dsp:nvSpPr>
      <dsp:spPr>
        <a:xfrm>
          <a:off x="417971" y="2644140"/>
          <a:ext cx="28894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New json data type: binary storage, up to 2GB</a:t>
          </a:r>
        </a:p>
      </dsp:txBody>
      <dsp:txXfrm>
        <a:off x="417971" y="2644140"/>
        <a:ext cx="2889450" cy="720000"/>
      </dsp:txXfrm>
    </dsp:sp>
    <dsp:sp modelId="{9F2B8E73-6A22-42EE-B2A4-6FE29F8EBE3F}">
      <dsp:nvSpPr>
        <dsp:cNvPr id="0" name=""/>
        <dsp:cNvSpPr/>
      </dsp:nvSpPr>
      <dsp:spPr>
        <a:xfrm>
          <a:off x="4607673" y="987197"/>
          <a:ext cx="1300252" cy="130025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B76F22-A402-4C8A-AA0F-8E4086821DF8}">
      <dsp:nvSpPr>
        <dsp:cNvPr id="0" name=""/>
        <dsp:cNvSpPr/>
      </dsp:nvSpPr>
      <dsp:spPr>
        <a:xfrm>
          <a:off x="3813075" y="2644140"/>
          <a:ext cx="28894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Automatic validation on insert/update</a:t>
          </a:r>
        </a:p>
      </dsp:txBody>
      <dsp:txXfrm>
        <a:off x="3813075" y="2644140"/>
        <a:ext cx="2889450" cy="720000"/>
      </dsp:txXfrm>
    </dsp:sp>
    <dsp:sp modelId="{B63A5F90-251B-4EAE-80AF-D8CE78876C70}">
      <dsp:nvSpPr>
        <dsp:cNvPr id="0" name=""/>
        <dsp:cNvSpPr/>
      </dsp:nvSpPr>
      <dsp:spPr>
        <a:xfrm>
          <a:off x="8002777" y="987197"/>
          <a:ext cx="1300252" cy="130025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B75CD5-8BE0-4F20-B2F0-BEC654CA5520}">
      <dsp:nvSpPr>
        <dsp:cNvPr id="0" name=""/>
        <dsp:cNvSpPr/>
      </dsp:nvSpPr>
      <dsp:spPr>
        <a:xfrm>
          <a:off x="7208178" y="2644140"/>
          <a:ext cx="28894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Compressed storage: less I/O, fewer page reads</a:t>
          </a:r>
        </a:p>
      </dsp:txBody>
      <dsp:txXfrm>
        <a:off x="7208178" y="2644140"/>
        <a:ext cx="2889450" cy="720000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D1074E-CAC2-884C-ACD0-CBF66607B8DD}">
      <dsp:nvSpPr>
        <dsp:cNvPr id="0" name=""/>
        <dsp:cNvSpPr/>
      </dsp:nvSpPr>
      <dsp:spPr>
        <a:xfrm>
          <a:off x="0" y="706671"/>
          <a:ext cx="3073451" cy="195164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A41F8E-7C80-4D49-A90A-8630200A1DAC}">
      <dsp:nvSpPr>
        <dsp:cNvPr id="0" name=""/>
        <dsp:cNvSpPr/>
      </dsp:nvSpPr>
      <dsp:spPr>
        <a:xfrm>
          <a:off x="341494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Dedicated json index type</a:t>
          </a:r>
        </a:p>
      </dsp:txBody>
      <dsp:txXfrm>
        <a:off x="398656" y="1088253"/>
        <a:ext cx="2959127" cy="1837317"/>
      </dsp:txXfrm>
    </dsp:sp>
    <dsp:sp modelId="{499CFCE8-1E79-FD4E-9F11-1402EBFD9E60}">
      <dsp:nvSpPr>
        <dsp:cNvPr id="0" name=""/>
        <dsp:cNvSpPr/>
      </dsp:nvSpPr>
      <dsp:spPr>
        <a:xfrm>
          <a:off x="3756441" y="706671"/>
          <a:ext cx="3073451" cy="195164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5A3AF8-36C6-0C4B-BB12-A42767CBA015}">
      <dsp:nvSpPr>
        <dsp:cNvPr id="0" name=""/>
        <dsp:cNvSpPr/>
      </dsp:nvSpPr>
      <dsp:spPr>
        <a:xfrm>
          <a:off x="4097935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Optimized for JSON path queries</a:t>
          </a:r>
        </a:p>
      </dsp:txBody>
      <dsp:txXfrm>
        <a:off x="4155097" y="1088253"/>
        <a:ext cx="2959127" cy="1837317"/>
      </dsp:txXfrm>
    </dsp:sp>
    <dsp:sp modelId="{EA4D920A-0A61-9D4D-838D-2E6A2F4AE2ED}">
      <dsp:nvSpPr>
        <dsp:cNvPr id="0" name=""/>
        <dsp:cNvSpPr/>
      </dsp:nvSpPr>
      <dsp:spPr>
        <a:xfrm>
          <a:off x="7512882" y="706671"/>
          <a:ext cx="3073451" cy="195164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5639D9-042E-CF4A-9B20-6247A0154856}">
      <dsp:nvSpPr>
        <dsp:cNvPr id="0" name=""/>
        <dsp:cNvSpPr/>
      </dsp:nvSpPr>
      <dsp:spPr>
        <a:xfrm>
          <a:off x="7854377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Replaces the workaround of computed columns + standard indexes</a:t>
          </a:r>
        </a:p>
      </dsp:txBody>
      <dsp:txXfrm>
        <a:off x="7911539" y="1088253"/>
        <a:ext cx="2959127" cy="1837317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AC6E79-5408-A74F-81E8-3C0B490B2820}">
      <dsp:nvSpPr>
        <dsp:cNvPr id="0" name=""/>
        <dsp:cNvSpPr/>
      </dsp:nvSpPr>
      <dsp:spPr>
        <a:xfrm>
          <a:off x="0" y="0"/>
          <a:ext cx="6291714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D2C7E7-2322-A142-BFB5-8BBDFC1E017C}">
      <dsp:nvSpPr>
        <dsp:cNvPr id="0" name=""/>
        <dsp:cNvSpPr/>
      </dsp:nvSpPr>
      <dsp:spPr>
        <a:xfrm>
          <a:off x="0" y="0"/>
          <a:ext cx="6291714" cy="1382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JSON_OBJECTAGG — aggregate rows into a JSON object</a:t>
          </a:r>
        </a:p>
      </dsp:txBody>
      <dsp:txXfrm>
        <a:off x="0" y="0"/>
        <a:ext cx="6291714" cy="1382683"/>
      </dsp:txXfrm>
    </dsp:sp>
    <dsp:sp modelId="{959341BF-E249-EF45-822C-682038B23BA8}">
      <dsp:nvSpPr>
        <dsp:cNvPr id="0" name=""/>
        <dsp:cNvSpPr/>
      </dsp:nvSpPr>
      <dsp:spPr>
        <a:xfrm>
          <a:off x="0" y="1382683"/>
          <a:ext cx="6291714" cy="0"/>
        </a:xfrm>
        <a:prstGeom prst="line">
          <a:avLst/>
        </a:prstGeom>
        <a:solidFill>
          <a:schemeClr val="accent3">
            <a:hueOff val="1372388"/>
            <a:satOff val="8237"/>
            <a:lumOff val="6275"/>
            <a:alphaOff val="0"/>
          </a:schemeClr>
        </a:solidFill>
        <a:ln w="19050" cap="flat" cmpd="sng" algn="ctr">
          <a:solidFill>
            <a:schemeClr val="accent3">
              <a:hueOff val="1372388"/>
              <a:satOff val="8237"/>
              <a:lumOff val="627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5769A1-919F-5E40-922F-C2CC44616A2C}">
      <dsp:nvSpPr>
        <dsp:cNvPr id="0" name=""/>
        <dsp:cNvSpPr/>
      </dsp:nvSpPr>
      <dsp:spPr>
        <a:xfrm>
          <a:off x="0" y="1382683"/>
          <a:ext cx="6291714" cy="1382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JSON_ARRAYAGG — aggregate rows into a JSON array</a:t>
          </a:r>
        </a:p>
      </dsp:txBody>
      <dsp:txXfrm>
        <a:off x="0" y="1382683"/>
        <a:ext cx="6291714" cy="1382683"/>
      </dsp:txXfrm>
    </dsp:sp>
    <dsp:sp modelId="{6E2F71E6-D82A-954A-A674-6FAAE5E2E346}">
      <dsp:nvSpPr>
        <dsp:cNvPr id="0" name=""/>
        <dsp:cNvSpPr/>
      </dsp:nvSpPr>
      <dsp:spPr>
        <a:xfrm>
          <a:off x="0" y="2765367"/>
          <a:ext cx="6291714" cy="0"/>
        </a:xfrm>
        <a:prstGeom prst="line">
          <a:avLst/>
        </a:prstGeom>
        <a:solidFill>
          <a:schemeClr val="accent3">
            <a:hueOff val="2744775"/>
            <a:satOff val="16475"/>
            <a:lumOff val="12550"/>
            <a:alphaOff val="0"/>
          </a:schemeClr>
        </a:solidFill>
        <a:ln w="19050" cap="flat" cmpd="sng" algn="ctr">
          <a:solidFill>
            <a:schemeClr val="accent3">
              <a:hueOff val="2744775"/>
              <a:satOff val="16475"/>
              <a:lumOff val="1255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E10778-C800-884E-9A3C-394295E1B3A2}">
      <dsp:nvSpPr>
        <dsp:cNvPr id="0" name=""/>
        <dsp:cNvSpPr/>
      </dsp:nvSpPr>
      <dsp:spPr>
        <a:xfrm>
          <a:off x="0" y="2765367"/>
          <a:ext cx="6291714" cy="1382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JSON_CONTAINS — test for membership</a:t>
          </a:r>
        </a:p>
      </dsp:txBody>
      <dsp:txXfrm>
        <a:off x="0" y="2765367"/>
        <a:ext cx="6291714" cy="1382683"/>
      </dsp:txXfrm>
    </dsp:sp>
    <dsp:sp modelId="{F39010AC-CE36-9243-8E95-081FFFDE9F89}">
      <dsp:nvSpPr>
        <dsp:cNvPr id="0" name=""/>
        <dsp:cNvSpPr/>
      </dsp:nvSpPr>
      <dsp:spPr>
        <a:xfrm>
          <a:off x="0" y="4148051"/>
          <a:ext cx="6291714" cy="0"/>
        </a:xfrm>
        <a:prstGeom prst="line">
          <a:avLst/>
        </a:prstGeom>
        <a:solidFill>
          <a:schemeClr val="accent3">
            <a:hueOff val="4117163"/>
            <a:satOff val="24712"/>
            <a:lumOff val="18825"/>
            <a:alphaOff val="0"/>
          </a:schemeClr>
        </a:solidFill>
        <a:ln w="19050" cap="flat" cmpd="sng" algn="ctr">
          <a:solidFill>
            <a:schemeClr val="accent3">
              <a:hueOff val="4117163"/>
              <a:satOff val="24712"/>
              <a:lumOff val="1882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3EBDA5-8CEE-324C-B816-C4292A2E363D}">
      <dsp:nvSpPr>
        <dsp:cNvPr id="0" name=""/>
        <dsp:cNvSpPr/>
      </dsp:nvSpPr>
      <dsp:spPr>
        <a:xfrm>
          <a:off x="0" y="4148051"/>
          <a:ext cx="6291714" cy="1382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JSON_QUERY WITH ARRAY WRAPPER — wrap results as array</a:t>
          </a:r>
        </a:p>
      </dsp:txBody>
      <dsp:txXfrm>
        <a:off x="0" y="4148051"/>
        <a:ext cx="6291714" cy="1382683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1FEE76-674E-E44D-B3CC-2750F03E11F7}">
      <dsp:nvSpPr>
        <dsp:cNvPr id="0" name=""/>
        <dsp:cNvSpPr/>
      </dsp:nvSpPr>
      <dsp:spPr>
        <a:xfrm>
          <a:off x="0" y="88181"/>
          <a:ext cx="6589260" cy="958229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REST APIs and microservice payloads</a:t>
          </a:r>
        </a:p>
      </dsp:txBody>
      <dsp:txXfrm>
        <a:off x="46777" y="134958"/>
        <a:ext cx="6495706" cy="864675"/>
      </dsp:txXfrm>
    </dsp:sp>
    <dsp:sp modelId="{AE58BCCB-553C-3A44-836F-6B4CFB1B3644}">
      <dsp:nvSpPr>
        <dsp:cNvPr id="0" name=""/>
        <dsp:cNvSpPr/>
      </dsp:nvSpPr>
      <dsp:spPr>
        <a:xfrm>
          <a:off x="0" y="1115531"/>
          <a:ext cx="6589260" cy="958229"/>
        </a:xfrm>
        <a:prstGeom prst="roundRect">
          <a:avLst/>
        </a:prstGeom>
        <a:solidFill>
          <a:schemeClr val="accent3">
            <a:hueOff val="1029291"/>
            <a:satOff val="6178"/>
            <a:lumOff val="470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Configuration storage</a:t>
          </a:r>
        </a:p>
      </dsp:txBody>
      <dsp:txXfrm>
        <a:off x="46777" y="1162308"/>
        <a:ext cx="6495706" cy="864675"/>
      </dsp:txXfrm>
    </dsp:sp>
    <dsp:sp modelId="{22C95A2B-BC3A-1148-B87B-E3269E8CDF5D}">
      <dsp:nvSpPr>
        <dsp:cNvPr id="0" name=""/>
        <dsp:cNvSpPr/>
      </dsp:nvSpPr>
      <dsp:spPr>
        <a:xfrm>
          <a:off x="0" y="2142881"/>
          <a:ext cx="6589260" cy="958229"/>
        </a:xfrm>
        <a:prstGeom prst="roundRect">
          <a:avLst/>
        </a:prstGeom>
        <a:solidFill>
          <a:schemeClr val="accent3">
            <a:hueOff val="2058582"/>
            <a:satOff val="12356"/>
            <a:lumOff val="941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Document-style flexible schemas</a:t>
          </a:r>
        </a:p>
      </dsp:txBody>
      <dsp:txXfrm>
        <a:off x="46777" y="2189658"/>
        <a:ext cx="6495706" cy="864675"/>
      </dsp:txXfrm>
    </dsp:sp>
    <dsp:sp modelId="{2FC86FA1-7469-CD48-B4B1-E98192306D7A}">
      <dsp:nvSpPr>
        <dsp:cNvPr id="0" name=""/>
        <dsp:cNvSpPr/>
      </dsp:nvSpPr>
      <dsp:spPr>
        <a:xfrm>
          <a:off x="0" y="3170231"/>
          <a:ext cx="6589260" cy="958229"/>
        </a:xfrm>
        <a:prstGeom prst="roundRect">
          <a:avLst/>
        </a:prstGeom>
        <a:solidFill>
          <a:schemeClr val="accent3">
            <a:hueOff val="3087872"/>
            <a:satOff val="18534"/>
            <a:lumOff val="1411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E-commerce product catalogs with variable attributes</a:t>
          </a:r>
        </a:p>
      </dsp:txBody>
      <dsp:txXfrm>
        <a:off x="46777" y="3217008"/>
        <a:ext cx="6495706" cy="864675"/>
      </dsp:txXfrm>
    </dsp:sp>
    <dsp:sp modelId="{25E87B31-7E8F-B843-8F6B-78F1A66E9B02}">
      <dsp:nvSpPr>
        <dsp:cNvPr id="0" name=""/>
        <dsp:cNvSpPr/>
      </dsp:nvSpPr>
      <dsp:spPr>
        <a:xfrm>
          <a:off x="0" y="4197581"/>
          <a:ext cx="6589260" cy="958229"/>
        </a:xfrm>
        <a:prstGeom prst="roundRect">
          <a:avLst/>
        </a:prstGeom>
        <a:solidFill>
          <a:schemeClr val="accent3">
            <a:hueOff val="4117163"/>
            <a:satOff val="24712"/>
            <a:lumOff val="1882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Log data and telemetry</a:t>
          </a:r>
        </a:p>
      </dsp:txBody>
      <dsp:txXfrm>
        <a:off x="46777" y="4244358"/>
        <a:ext cx="6495706" cy="864675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F1420B-02EC-B14E-BA1D-6726B0E5BCF4}">
      <dsp:nvSpPr>
        <dsp:cNvPr id="0" name=""/>
        <dsp:cNvSpPr/>
      </dsp:nvSpPr>
      <dsp:spPr>
        <a:xfrm>
          <a:off x="0" y="2703"/>
          <a:ext cx="6900512" cy="0"/>
        </a:xfrm>
        <a:prstGeom prst="line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25FD0C-F198-AA48-A290-F45656058193}">
      <dsp:nvSpPr>
        <dsp:cNvPr id="0" name=""/>
        <dsp:cNvSpPr/>
      </dsp:nvSpPr>
      <dsp:spPr>
        <a:xfrm>
          <a:off x="0" y="2703"/>
          <a:ext cx="6900512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REGEXP_LIKE — test if a string matches a pattern</a:t>
          </a:r>
        </a:p>
      </dsp:txBody>
      <dsp:txXfrm>
        <a:off x="0" y="2703"/>
        <a:ext cx="6900512" cy="921789"/>
      </dsp:txXfrm>
    </dsp:sp>
    <dsp:sp modelId="{CC9D8562-B845-F144-8CFB-75B05CB94954}">
      <dsp:nvSpPr>
        <dsp:cNvPr id="0" name=""/>
        <dsp:cNvSpPr/>
      </dsp:nvSpPr>
      <dsp:spPr>
        <a:xfrm>
          <a:off x="0" y="924492"/>
          <a:ext cx="6900512" cy="0"/>
        </a:xfrm>
        <a:prstGeom prst="line">
          <a:avLst/>
        </a:prstGeom>
        <a:solidFill>
          <a:schemeClr val="accent1">
            <a:shade val="80000"/>
            <a:hueOff val="109120"/>
            <a:satOff val="-11378"/>
            <a:lumOff val="7644"/>
            <a:alphaOff val="0"/>
          </a:schemeClr>
        </a:solidFill>
        <a:ln w="19050" cap="flat" cmpd="sng" algn="ctr">
          <a:solidFill>
            <a:schemeClr val="accent1">
              <a:shade val="80000"/>
              <a:hueOff val="109120"/>
              <a:satOff val="-11378"/>
              <a:lumOff val="764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277064-3414-184B-8642-9AD8AFA4CDED}">
      <dsp:nvSpPr>
        <dsp:cNvPr id="0" name=""/>
        <dsp:cNvSpPr/>
      </dsp:nvSpPr>
      <dsp:spPr>
        <a:xfrm>
          <a:off x="0" y="924492"/>
          <a:ext cx="6900512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REGEXP_COUNT — count pattern occurrences</a:t>
          </a:r>
        </a:p>
      </dsp:txBody>
      <dsp:txXfrm>
        <a:off x="0" y="924492"/>
        <a:ext cx="6900512" cy="921789"/>
      </dsp:txXfrm>
    </dsp:sp>
    <dsp:sp modelId="{5B887F89-C27F-6242-8396-EF8211C94BA5}">
      <dsp:nvSpPr>
        <dsp:cNvPr id="0" name=""/>
        <dsp:cNvSpPr/>
      </dsp:nvSpPr>
      <dsp:spPr>
        <a:xfrm>
          <a:off x="0" y="1846281"/>
          <a:ext cx="6900512" cy="0"/>
        </a:xfrm>
        <a:prstGeom prst="line">
          <a:avLst/>
        </a:prstGeom>
        <a:solidFill>
          <a:schemeClr val="accent1">
            <a:shade val="80000"/>
            <a:hueOff val="218239"/>
            <a:satOff val="-22757"/>
            <a:lumOff val="15288"/>
            <a:alphaOff val="0"/>
          </a:schemeClr>
        </a:solidFill>
        <a:ln w="19050" cap="flat" cmpd="sng" algn="ctr">
          <a:solidFill>
            <a:schemeClr val="accent1">
              <a:shade val="80000"/>
              <a:hueOff val="218239"/>
              <a:satOff val="-22757"/>
              <a:lumOff val="1528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791569-9BDD-9244-B1E6-B1708E38A229}">
      <dsp:nvSpPr>
        <dsp:cNvPr id="0" name=""/>
        <dsp:cNvSpPr/>
      </dsp:nvSpPr>
      <dsp:spPr>
        <a:xfrm>
          <a:off x="0" y="1846281"/>
          <a:ext cx="6900512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REGEXP_INSTR — find position of pattern match</a:t>
          </a:r>
        </a:p>
      </dsp:txBody>
      <dsp:txXfrm>
        <a:off x="0" y="1846281"/>
        <a:ext cx="6900512" cy="921789"/>
      </dsp:txXfrm>
    </dsp:sp>
    <dsp:sp modelId="{21A5AFCB-334B-7C4E-AF2E-3A68BCBC40AA}">
      <dsp:nvSpPr>
        <dsp:cNvPr id="0" name=""/>
        <dsp:cNvSpPr/>
      </dsp:nvSpPr>
      <dsp:spPr>
        <a:xfrm>
          <a:off x="0" y="2768070"/>
          <a:ext cx="6900512" cy="0"/>
        </a:xfrm>
        <a:prstGeom prst="line">
          <a:avLst/>
        </a:prstGeom>
        <a:solidFill>
          <a:schemeClr val="accent1">
            <a:shade val="80000"/>
            <a:hueOff val="327359"/>
            <a:satOff val="-34135"/>
            <a:lumOff val="22933"/>
            <a:alphaOff val="0"/>
          </a:schemeClr>
        </a:solidFill>
        <a:ln w="19050" cap="flat" cmpd="sng" algn="ctr">
          <a:solidFill>
            <a:schemeClr val="accent1">
              <a:shade val="80000"/>
              <a:hueOff val="327359"/>
              <a:satOff val="-34135"/>
              <a:lumOff val="2293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71CEE8-0730-F242-90F5-D99B8D912064}">
      <dsp:nvSpPr>
        <dsp:cNvPr id="0" name=""/>
        <dsp:cNvSpPr/>
      </dsp:nvSpPr>
      <dsp:spPr>
        <a:xfrm>
          <a:off x="0" y="2768070"/>
          <a:ext cx="6900512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REGEXP_REPLACE — replace pattern matches</a:t>
          </a:r>
        </a:p>
      </dsp:txBody>
      <dsp:txXfrm>
        <a:off x="0" y="2768070"/>
        <a:ext cx="6900512" cy="921789"/>
      </dsp:txXfrm>
    </dsp:sp>
    <dsp:sp modelId="{F8BB0DAB-AFF6-CA4A-ADBB-82E8B407057B}">
      <dsp:nvSpPr>
        <dsp:cNvPr id="0" name=""/>
        <dsp:cNvSpPr/>
      </dsp:nvSpPr>
      <dsp:spPr>
        <a:xfrm>
          <a:off x="0" y="3689859"/>
          <a:ext cx="6900512" cy="0"/>
        </a:xfrm>
        <a:prstGeom prst="line">
          <a:avLst/>
        </a:prstGeom>
        <a:solidFill>
          <a:schemeClr val="accent1">
            <a:shade val="80000"/>
            <a:hueOff val="436479"/>
            <a:satOff val="-45514"/>
            <a:lumOff val="30577"/>
            <a:alphaOff val="0"/>
          </a:schemeClr>
        </a:solidFill>
        <a:ln w="19050" cap="flat" cmpd="sng" algn="ctr">
          <a:solidFill>
            <a:schemeClr val="accent1">
              <a:shade val="80000"/>
              <a:hueOff val="436479"/>
              <a:satOff val="-45514"/>
              <a:lumOff val="3057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D98743-C5B1-0E4E-A402-690F96067F37}">
      <dsp:nvSpPr>
        <dsp:cNvPr id="0" name=""/>
        <dsp:cNvSpPr/>
      </dsp:nvSpPr>
      <dsp:spPr>
        <a:xfrm>
          <a:off x="0" y="3689859"/>
          <a:ext cx="6900512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REGEXP_SUBSTR — extract substring matching pattern</a:t>
          </a:r>
        </a:p>
      </dsp:txBody>
      <dsp:txXfrm>
        <a:off x="0" y="3689859"/>
        <a:ext cx="6900512" cy="921789"/>
      </dsp:txXfrm>
    </dsp:sp>
    <dsp:sp modelId="{F82E8CD9-F824-0847-9D15-2CA19647CA0E}">
      <dsp:nvSpPr>
        <dsp:cNvPr id="0" name=""/>
        <dsp:cNvSpPr/>
      </dsp:nvSpPr>
      <dsp:spPr>
        <a:xfrm>
          <a:off x="0" y="4611648"/>
          <a:ext cx="6900512" cy="0"/>
        </a:xfrm>
        <a:prstGeom prst="line">
          <a:avLst/>
        </a:prstGeom>
        <a:solidFill>
          <a:schemeClr val="accent1">
            <a:shade val="80000"/>
            <a:hueOff val="545598"/>
            <a:satOff val="-56892"/>
            <a:lumOff val="38221"/>
            <a:alphaOff val="0"/>
          </a:schemeClr>
        </a:solidFill>
        <a:ln w="19050" cap="flat" cmpd="sng" algn="ctr">
          <a:solidFill>
            <a:schemeClr val="accent1">
              <a:shade val="80000"/>
              <a:hueOff val="545598"/>
              <a:satOff val="-56892"/>
              <a:lumOff val="3822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F1FFB8-5FA7-4341-AAEE-337355BCF3D6}">
      <dsp:nvSpPr>
        <dsp:cNvPr id="0" name=""/>
        <dsp:cNvSpPr/>
      </dsp:nvSpPr>
      <dsp:spPr>
        <a:xfrm>
          <a:off x="0" y="4611648"/>
          <a:ext cx="6900512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No more CLR functions or LIKE workarounds for pattern matching</a:t>
          </a:r>
        </a:p>
      </dsp:txBody>
      <dsp:txXfrm>
        <a:off x="0" y="4611648"/>
        <a:ext cx="6900512" cy="921789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472E39-7944-1E44-937A-98A2B5EB03A8}">
      <dsp:nvSpPr>
        <dsp:cNvPr id="0" name=""/>
        <dsp:cNvSpPr/>
      </dsp:nvSpPr>
      <dsp:spPr>
        <a:xfrm>
          <a:off x="0" y="531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E78523-5E01-AC44-89CA-33821108082E}">
      <dsp:nvSpPr>
        <dsp:cNvPr id="0" name=""/>
        <dsp:cNvSpPr/>
      </dsp:nvSpPr>
      <dsp:spPr>
        <a:xfrm>
          <a:off x="0" y="531"/>
          <a:ext cx="105156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|| string concat operator (ANSI standard)</a:t>
          </a:r>
        </a:p>
      </dsp:txBody>
      <dsp:txXfrm>
        <a:off x="0" y="531"/>
        <a:ext cx="10515600" cy="870055"/>
      </dsp:txXfrm>
    </dsp:sp>
    <dsp:sp modelId="{9BB95020-8EEF-4941-8436-C7AD48E72784}">
      <dsp:nvSpPr>
        <dsp:cNvPr id="0" name=""/>
        <dsp:cNvSpPr/>
      </dsp:nvSpPr>
      <dsp:spPr>
        <a:xfrm>
          <a:off x="0" y="870586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F8DB53-DBA5-C44C-AC71-7865D2A475FD}">
      <dsp:nvSpPr>
        <dsp:cNvPr id="0" name=""/>
        <dsp:cNvSpPr/>
      </dsp:nvSpPr>
      <dsp:spPr>
        <a:xfrm>
          <a:off x="0" y="870586"/>
          <a:ext cx="105156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CURRENT_DATE returns DATE type</a:t>
          </a:r>
        </a:p>
      </dsp:txBody>
      <dsp:txXfrm>
        <a:off x="0" y="870586"/>
        <a:ext cx="10515600" cy="870055"/>
      </dsp:txXfrm>
    </dsp:sp>
    <dsp:sp modelId="{B033FC07-0955-4F43-AA42-6F92033ABBBB}">
      <dsp:nvSpPr>
        <dsp:cNvPr id="0" name=""/>
        <dsp:cNvSpPr/>
      </dsp:nvSpPr>
      <dsp:spPr>
        <a:xfrm>
          <a:off x="0" y="1740641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56FF3F-A7DC-6945-974F-34FF87F20B85}">
      <dsp:nvSpPr>
        <dsp:cNvPr id="0" name=""/>
        <dsp:cNvSpPr/>
      </dsp:nvSpPr>
      <dsp:spPr>
        <a:xfrm>
          <a:off x="0" y="1740641"/>
          <a:ext cx="105156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SUBSTRING() with optional length — omit to get "rest of string"</a:t>
          </a:r>
        </a:p>
      </dsp:txBody>
      <dsp:txXfrm>
        <a:off x="0" y="1740641"/>
        <a:ext cx="10515600" cy="870055"/>
      </dsp:txXfrm>
    </dsp:sp>
    <dsp:sp modelId="{3221DE2E-6F28-F34C-BEA8-64E6312F441E}">
      <dsp:nvSpPr>
        <dsp:cNvPr id="0" name=""/>
        <dsp:cNvSpPr/>
      </dsp:nvSpPr>
      <dsp:spPr>
        <a:xfrm>
          <a:off x="0" y="2610696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C7F05E-F3DC-BD44-83E1-DAF9D0DE0F76}">
      <dsp:nvSpPr>
        <dsp:cNvPr id="0" name=""/>
        <dsp:cNvSpPr/>
      </dsp:nvSpPr>
      <dsp:spPr>
        <a:xfrm>
          <a:off x="0" y="2610696"/>
          <a:ext cx="105156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UNISTR() — Unicode string construction</a:t>
          </a:r>
        </a:p>
      </dsp:txBody>
      <dsp:txXfrm>
        <a:off x="0" y="2610696"/>
        <a:ext cx="10515600" cy="870055"/>
      </dsp:txXfrm>
    </dsp:sp>
    <dsp:sp modelId="{B83FDEA1-A3E0-CB4C-87CA-4EBE6F20E76D}">
      <dsp:nvSpPr>
        <dsp:cNvPr id="0" name=""/>
        <dsp:cNvSpPr/>
      </dsp:nvSpPr>
      <dsp:spPr>
        <a:xfrm>
          <a:off x="0" y="3480751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930521-F4DC-A845-A657-E2FB9ADC5888}">
      <dsp:nvSpPr>
        <dsp:cNvPr id="0" name=""/>
        <dsp:cNvSpPr/>
      </dsp:nvSpPr>
      <dsp:spPr>
        <a:xfrm>
          <a:off x="0" y="3480751"/>
          <a:ext cx="105156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DATEADD() now supports bigint</a:t>
          </a:r>
        </a:p>
      </dsp:txBody>
      <dsp:txXfrm>
        <a:off x="0" y="3480751"/>
        <a:ext cx="10515600" cy="870055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A94BC2-5E95-A54A-A75B-657308318627}">
      <dsp:nvSpPr>
        <dsp:cNvPr id="0" name=""/>
        <dsp:cNvSpPr/>
      </dsp:nvSpPr>
      <dsp:spPr>
        <a:xfrm>
          <a:off x="0" y="524133"/>
          <a:ext cx="2918936" cy="185352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1619B9-9170-D54D-8230-CD626F4A2225}">
      <dsp:nvSpPr>
        <dsp:cNvPr id="0" name=""/>
        <dsp:cNvSpPr/>
      </dsp:nvSpPr>
      <dsp:spPr>
        <a:xfrm>
          <a:off x="324326" y="832243"/>
          <a:ext cx="2918936" cy="185352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PRODUCT() aggregate — multiplicative aggregate function</a:t>
          </a:r>
        </a:p>
      </dsp:txBody>
      <dsp:txXfrm>
        <a:off x="378614" y="886531"/>
        <a:ext cx="2810360" cy="1744948"/>
      </dsp:txXfrm>
    </dsp:sp>
    <dsp:sp modelId="{EEC165D6-F9F7-7B4D-AF91-70DB6353A048}">
      <dsp:nvSpPr>
        <dsp:cNvPr id="0" name=""/>
        <dsp:cNvSpPr/>
      </dsp:nvSpPr>
      <dsp:spPr>
        <a:xfrm>
          <a:off x="3567588" y="524133"/>
          <a:ext cx="2918936" cy="185352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8280EA-3414-424B-9BFD-ED0607FE3EA0}">
      <dsp:nvSpPr>
        <dsp:cNvPr id="0" name=""/>
        <dsp:cNvSpPr/>
      </dsp:nvSpPr>
      <dsp:spPr>
        <a:xfrm>
          <a:off x="3891915" y="832243"/>
          <a:ext cx="2918936" cy="185352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Fuzzy string match functions — approximate matching for data quality</a:t>
          </a:r>
        </a:p>
      </dsp:txBody>
      <dsp:txXfrm>
        <a:off x="3946203" y="886531"/>
        <a:ext cx="2810360" cy="1744948"/>
      </dsp:txXfrm>
    </dsp:sp>
    <dsp:sp modelId="{8EE37F37-E2E9-6246-A1B3-128DA1AE167E}">
      <dsp:nvSpPr>
        <dsp:cNvPr id="0" name=""/>
        <dsp:cNvSpPr/>
      </dsp:nvSpPr>
      <dsp:spPr>
        <a:xfrm>
          <a:off x="7135177" y="524133"/>
          <a:ext cx="2918936" cy="185352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F11E60-7F1A-BE4B-B763-775CD7635EFB}">
      <dsp:nvSpPr>
        <dsp:cNvPr id="0" name=""/>
        <dsp:cNvSpPr/>
      </dsp:nvSpPr>
      <dsp:spPr>
        <a:xfrm>
          <a:off x="7459503" y="832243"/>
          <a:ext cx="2918936" cy="185352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BASE64_ENCODE / BASE64_DECODE — binary-to-text and back</a:t>
          </a:r>
        </a:p>
      </dsp:txBody>
      <dsp:txXfrm>
        <a:off x="7513791" y="886531"/>
        <a:ext cx="2810360" cy="1744948"/>
      </dsp:txXfrm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142982-B5D5-45A3-9FB7-EF7770DB2061}">
      <dsp:nvSpPr>
        <dsp:cNvPr id="0" name=""/>
        <dsp:cNvSpPr/>
      </dsp:nvSpPr>
      <dsp:spPr>
        <a:xfrm>
          <a:off x="0" y="4307"/>
          <a:ext cx="6364224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3CCF04-546A-4091-87E6-4D057C7364A4}">
      <dsp:nvSpPr>
        <dsp:cNvPr id="0" name=""/>
        <dsp:cNvSpPr/>
      </dsp:nvSpPr>
      <dsp:spPr>
        <a:xfrm>
          <a:off x="277554" y="210753"/>
          <a:ext cx="504644" cy="50464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F782C2-2484-4185-9541-E75F44BFD7DA}">
      <dsp:nvSpPr>
        <dsp:cNvPr id="0" name=""/>
        <dsp:cNvSpPr/>
      </dsp:nvSpPr>
      <dsp:spPr>
        <a:xfrm>
          <a:off x="1059754" y="4307"/>
          <a:ext cx="5304469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AI-assisted T-SQL authoring in VS Code and SSMS 22</a:t>
          </a:r>
        </a:p>
      </dsp:txBody>
      <dsp:txXfrm>
        <a:off x="1059754" y="4307"/>
        <a:ext cx="5304469" cy="917536"/>
      </dsp:txXfrm>
    </dsp:sp>
    <dsp:sp modelId="{AB6B0DD1-16DE-47EB-8E74-4C9FB141A678}">
      <dsp:nvSpPr>
        <dsp:cNvPr id="0" name=""/>
        <dsp:cNvSpPr/>
      </dsp:nvSpPr>
      <dsp:spPr>
        <a:xfrm>
          <a:off x="0" y="1151227"/>
          <a:ext cx="6364224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DB3220-E028-43C2-A8E6-D86D94D8FEE5}">
      <dsp:nvSpPr>
        <dsp:cNvPr id="0" name=""/>
        <dsp:cNvSpPr/>
      </dsp:nvSpPr>
      <dsp:spPr>
        <a:xfrm>
          <a:off x="277554" y="1357673"/>
          <a:ext cx="504644" cy="50464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77B8B6-0E6E-4EB9-B382-EE561AFE059F}">
      <dsp:nvSpPr>
        <dsp:cNvPr id="0" name=""/>
        <dsp:cNvSpPr/>
      </dsp:nvSpPr>
      <dsp:spPr>
        <a:xfrm>
          <a:off x="1059754" y="1151227"/>
          <a:ext cx="5304469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Context-aware: understands your schema, tables, and relationships</a:t>
          </a:r>
        </a:p>
      </dsp:txBody>
      <dsp:txXfrm>
        <a:off x="1059754" y="1151227"/>
        <a:ext cx="5304469" cy="917536"/>
      </dsp:txXfrm>
    </dsp:sp>
    <dsp:sp modelId="{3DF146EE-B5F4-4087-B453-FDAEE9EF91E6}">
      <dsp:nvSpPr>
        <dsp:cNvPr id="0" name=""/>
        <dsp:cNvSpPr/>
      </dsp:nvSpPr>
      <dsp:spPr>
        <a:xfrm>
          <a:off x="0" y="2298147"/>
          <a:ext cx="6364224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32A505-4F90-47AF-A59B-6382841F3991}">
      <dsp:nvSpPr>
        <dsp:cNvPr id="0" name=""/>
        <dsp:cNvSpPr/>
      </dsp:nvSpPr>
      <dsp:spPr>
        <a:xfrm>
          <a:off x="277554" y="2504593"/>
          <a:ext cx="504644" cy="50464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15418A-A884-49EE-A8FA-7BDF502CF199}">
      <dsp:nvSpPr>
        <dsp:cNvPr id="0" name=""/>
        <dsp:cNvSpPr/>
      </dsp:nvSpPr>
      <dsp:spPr>
        <a:xfrm>
          <a:off x="1059754" y="2298147"/>
          <a:ext cx="5304469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Generate queries from natural language descriptions</a:t>
          </a:r>
        </a:p>
      </dsp:txBody>
      <dsp:txXfrm>
        <a:off x="1059754" y="2298147"/>
        <a:ext cx="5304469" cy="917536"/>
      </dsp:txXfrm>
    </dsp:sp>
    <dsp:sp modelId="{390DA3B7-F1AC-4D2B-89B2-1D0BB61ABE11}">
      <dsp:nvSpPr>
        <dsp:cNvPr id="0" name=""/>
        <dsp:cNvSpPr/>
      </dsp:nvSpPr>
      <dsp:spPr>
        <a:xfrm>
          <a:off x="0" y="3445068"/>
          <a:ext cx="6364224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32991A-7813-44CB-8504-A579FEEB09B0}">
      <dsp:nvSpPr>
        <dsp:cNvPr id="0" name=""/>
        <dsp:cNvSpPr/>
      </dsp:nvSpPr>
      <dsp:spPr>
        <a:xfrm>
          <a:off x="277554" y="3651513"/>
          <a:ext cx="504644" cy="50464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49D5F0-F8C7-48EE-9E00-20B7CDB84EDD}">
      <dsp:nvSpPr>
        <dsp:cNvPr id="0" name=""/>
        <dsp:cNvSpPr/>
      </dsp:nvSpPr>
      <dsp:spPr>
        <a:xfrm>
          <a:off x="1059754" y="3445068"/>
          <a:ext cx="5304469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Explain existing complex queries</a:t>
          </a:r>
        </a:p>
      </dsp:txBody>
      <dsp:txXfrm>
        <a:off x="1059754" y="3445068"/>
        <a:ext cx="5304469" cy="917536"/>
      </dsp:txXfrm>
    </dsp:sp>
    <dsp:sp modelId="{5E389A25-DA33-4759-AF63-D10DCF6975CB}">
      <dsp:nvSpPr>
        <dsp:cNvPr id="0" name=""/>
        <dsp:cNvSpPr/>
      </dsp:nvSpPr>
      <dsp:spPr>
        <a:xfrm>
          <a:off x="0" y="4591988"/>
          <a:ext cx="6364224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3A5DA7-4D90-4BA0-9EF1-AC9C8CA474FD}">
      <dsp:nvSpPr>
        <dsp:cNvPr id="0" name=""/>
        <dsp:cNvSpPr/>
      </dsp:nvSpPr>
      <dsp:spPr>
        <a:xfrm>
          <a:off x="277554" y="4798433"/>
          <a:ext cx="504644" cy="50464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5C6D7E-0FC2-48E3-8CFA-64E073DB3741}">
      <dsp:nvSpPr>
        <dsp:cNvPr id="0" name=""/>
        <dsp:cNvSpPr/>
      </dsp:nvSpPr>
      <dsp:spPr>
        <a:xfrm>
          <a:off x="1059754" y="4591988"/>
          <a:ext cx="5304469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Suggest optimizations</a:t>
          </a:r>
        </a:p>
      </dsp:txBody>
      <dsp:txXfrm>
        <a:off x="1059754" y="4591988"/>
        <a:ext cx="5304469" cy="917536"/>
      </dsp:txXfrm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1C1EFF-B090-46A6-9A8F-6E34556A6D9B}">
      <dsp:nvSpPr>
        <dsp:cNvPr id="0" name=""/>
        <dsp:cNvSpPr/>
      </dsp:nvSpPr>
      <dsp:spPr>
        <a:xfrm>
          <a:off x="212335" y="469890"/>
          <a:ext cx="1335915" cy="133591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7CE72E-CAB7-4D90-83C4-B11BCF840AE9}">
      <dsp:nvSpPr>
        <dsp:cNvPr id="0" name=""/>
        <dsp:cNvSpPr/>
      </dsp:nvSpPr>
      <dsp:spPr>
        <a:xfrm>
          <a:off x="492877" y="750432"/>
          <a:ext cx="774830" cy="77483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9D6DAF-514B-4040-B234-58EF62C7C62E}">
      <dsp:nvSpPr>
        <dsp:cNvPr id="0" name=""/>
        <dsp:cNvSpPr/>
      </dsp:nvSpPr>
      <dsp:spPr>
        <a:xfrm>
          <a:off x="1834517" y="469890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Inline suggestions as you type</a:t>
          </a:r>
        </a:p>
      </dsp:txBody>
      <dsp:txXfrm>
        <a:off x="1834517" y="469890"/>
        <a:ext cx="3148942" cy="1335915"/>
      </dsp:txXfrm>
    </dsp:sp>
    <dsp:sp modelId="{EEF59971-9DC3-49B7-97C1-F777CE3EC069}">
      <dsp:nvSpPr>
        <dsp:cNvPr id="0" name=""/>
        <dsp:cNvSpPr/>
      </dsp:nvSpPr>
      <dsp:spPr>
        <a:xfrm>
          <a:off x="5532139" y="469890"/>
          <a:ext cx="1335915" cy="133591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47A2AA-FC14-48E9-9B7C-B16E258DE492}">
      <dsp:nvSpPr>
        <dsp:cNvPr id="0" name=""/>
        <dsp:cNvSpPr/>
      </dsp:nvSpPr>
      <dsp:spPr>
        <a:xfrm>
          <a:off x="5812681" y="750432"/>
          <a:ext cx="774830" cy="77483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E39C0B-E979-4B7E-873E-B57548E48336}">
      <dsp:nvSpPr>
        <dsp:cNvPr id="0" name=""/>
        <dsp:cNvSpPr/>
      </dsp:nvSpPr>
      <dsp:spPr>
        <a:xfrm>
          <a:off x="7154322" y="469890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Chat-based query generation: "Show me top 10 customers by revenue last quarter"</a:t>
          </a:r>
        </a:p>
      </dsp:txBody>
      <dsp:txXfrm>
        <a:off x="7154322" y="469890"/>
        <a:ext cx="3148942" cy="1335915"/>
      </dsp:txXfrm>
    </dsp:sp>
    <dsp:sp modelId="{D54418E6-82BA-43B1-ABD8-E7DEBE2B539F}">
      <dsp:nvSpPr>
        <dsp:cNvPr id="0" name=""/>
        <dsp:cNvSpPr/>
      </dsp:nvSpPr>
      <dsp:spPr>
        <a:xfrm>
          <a:off x="212335" y="2545532"/>
          <a:ext cx="1335915" cy="133591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6EF592-3AC5-40D9-BA9A-314E2517DBAA}">
      <dsp:nvSpPr>
        <dsp:cNvPr id="0" name=""/>
        <dsp:cNvSpPr/>
      </dsp:nvSpPr>
      <dsp:spPr>
        <a:xfrm>
          <a:off x="492877" y="2826074"/>
          <a:ext cx="774830" cy="77483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EFEB91-0B5E-46CB-9F3B-9B307BDE83E7}">
      <dsp:nvSpPr>
        <dsp:cNvPr id="0" name=""/>
        <dsp:cNvSpPr/>
      </dsp:nvSpPr>
      <dsp:spPr>
        <a:xfrm>
          <a:off x="1834517" y="2545532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Query explanation: highlight a query, ask "What does this do?"</a:t>
          </a:r>
        </a:p>
      </dsp:txBody>
      <dsp:txXfrm>
        <a:off x="1834517" y="2545532"/>
        <a:ext cx="3148942" cy="1335915"/>
      </dsp:txXfrm>
    </dsp:sp>
    <dsp:sp modelId="{254079FF-73A4-4A13-8460-A916165E46D0}">
      <dsp:nvSpPr>
        <dsp:cNvPr id="0" name=""/>
        <dsp:cNvSpPr/>
      </dsp:nvSpPr>
      <dsp:spPr>
        <a:xfrm>
          <a:off x="5532139" y="2545532"/>
          <a:ext cx="1335915" cy="133591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58515E-A8EB-4F6C-8F47-DA417821A69E}">
      <dsp:nvSpPr>
        <dsp:cNvPr id="0" name=""/>
        <dsp:cNvSpPr/>
      </dsp:nvSpPr>
      <dsp:spPr>
        <a:xfrm>
          <a:off x="5812681" y="2826074"/>
          <a:ext cx="774830" cy="77483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A626E3-9A06-477D-86B7-33C4232A4F7D}">
      <dsp:nvSpPr>
        <dsp:cNvPr id="0" name=""/>
        <dsp:cNvSpPr/>
      </dsp:nvSpPr>
      <dsp:spPr>
        <a:xfrm>
          <a:off x="7154322" y="2545532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Schema exploration: "What tables relate to orders?"</a:t>
          </a:r>
        </a:p>
      </dsp:txBody>
      <dsp:txXfrm>
        <a:off x="7154322" y="2545532"/>
        <a:ext cx="3148942" cy="1335915"/>
      </dsp:txXfrm>
    </dsp:sp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07D2EC-CA25-497D-B4D1-50D2E31C1D53}">
      <dsp:nvSpPr>
        <dsp:cNvPr id="0" name=""/>
        <dsp:cNvSpPr/>
      </dsp:nvSpPr>
      <dsp:spPr>
        <a:xfrm>
          <a:off x="0" y="531"/>
          <a:ext cx="10515600" cy="1242935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133F459-C5B4-4B2D-9542-BB0933FC62C4}">
      <dsp:nvSpPr>
        <dsp:cNvPr id="0" name=""/>
        <dsp:cNvSpPr/>
      </dsp:nvSpPr>
      <dsp:spPr>
        <a:xfrm>
          <a:off x="375988" y="280191"/>
          <a:ext cx="683614" cy="68361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A26B91-533C-4765-8980-438D941A23E5}">
      <dsp:nvSpPr>
        <dsp:cNvPr id="0" name=""/>
        <dsp:cNvSpPr/>
      </dsp:nvSpPr>
      <dsp:spPr>
        <a:xfrm>
          <a:off x="1435590" y="53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Change Data Capture (CDC) and Change Tracking (CT) are pull-based — applications must poll for changes</a:t>
          </a:r>
        </a:p>
      </dsp:txBody>
      <dsp:txXfrm>
        <a:off x="1435590" y="531"/>
        <a:ext cx="9080009" cy="1242935"/>
      </dsp:txXfrm>
    </dsp:sp>
    <dsp:sp modelId="{5B2892A7-0681-4BF3-9787-002DB763397E}">
      <dsp:nvSpPr>
        <dsp:cNvPr id="0" name=""/>
        <dsp:cNvSpPr/>
      </dsp:nvSpPr>
      <dsp:spPr>
        <a:xfrm>
          <a:off x="0" y="1554201"/>
          <a:ext cx="10515600" cy="1242935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D61350-8E04-4ADB-89D6-0112B71EBD49}">
      <dsp:nvSpPr>
        <dsp:cNvPr id="0" name=""/>
        <dsp:cNvSpPr/>
      </dsp:nvSpPr>
      <dsp:spPr>
        <a:xfrm>
          <a:off x="375988" y="1833861"/>
          <a:ext cx="683614" cy="68361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0ED402-8026-4A40-80C5-6D6FDC785F13}">
      <dsp:nvSpPr>
        <dsp:cNvPr id="0" name=""/>
        <dsp:cNvSpPr/>
      </dsp:nvSpPr>
      <dsp:spPr>
        <a:xfrm>
          <a:off x="1435590" y="155420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Modern architectures demand push-based, event-driven patterns</a:t>
          </a:r>
        </a:p>
      </dsp:txBody>
      <dsp:txXfrm>
        <a:off x="1435590" y="1554201"/>
        <a:ext cx="9080009" cy="1242935"/>
      </dsp:txXfrm>
    </dsp:sp>
    <dsp:sp modelId="{DD6EA35B-6576-4A03-BDE6-7E96AA12E154}">
      <dsp:nvSpPr>
        <dsp:cNvPr id="0" name=""/>
        <dsp:cNvSpPr/>
      </dsp:nvSpPr>
      <dsp:spPr>
        <a:xfrm>
          <a:off x="0" y="3107870"/>
          <a:ext cx="10515600" cy="1242935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72D3F0-8AB9-447B-ABCE-1A83F887566B}">
      <dsp:nvSpPr>
        <dsp:cNvPr id="0" name=""/>
        <dsp:cNvSpPr/>
      </dsp:nvSpPr>
      <dsp:spPr>
        <a:xfrm>
          <a:off x="375988" y="3387531"/>
          <a:ext cx="683614" cy="68361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0FBC7A-BD9B-48B1-85CA-EE72AE62997B}">
      <dsp:nvSpPr>
        <dsp:cNvPr id="0" name=""/>
        <dsp:cNvSpPr/>
      </dsp:nvSpPr>
      <dsp:spPr>
        <a:xfrm>
          <a:off x="1435590" y="3107870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Microservices, real-time analytics, and AI agents need instant notification</a:t>
          </a:r>
        </a:p>
      </dsp:txBody>
      <dsp:txXfrm>
        <a:off x="1435590" y="3107870"/>
        <a:ext cx="9080009" cy="1242935"/>
      </dsp:txXfrm>
    </dsp:sp>
  </dsp:spTree>
</dsp:drawing>
</file>

<file path=ppt/diagrams/drawing2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631340-B374-4810-85D9-4955EF0D3159}">
      <dsp:nvSpPr>
        <dsp:cNvPr id="0" name=""/>
        <dsp:cNvSpPr/>
      </dsp:nvSpPr>
      <dsp:spPr>
        <a:xfrm>
          <a:off x="0" y="4592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A74CAD-A741-4440-A7F1-A72B89DEB74F}">
      <dsp:nvSpPr>
        <dsp:cNvPr id="0" name=""/>
        <dsp:cNvSpPr/>
      </dsp:nvSpPr>
      <dsp:spPr>
        <a:xfrm>
          <a:off x="295926" y="224703"/>
          <a:ext cx="538048" cy="53804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B8FD2E-A75D-439D-A01F-325729B81D40}">
      <dsp:nvSpPr>
        <dsp:cNvPr id="0" name=""/>
        <dsp:cNvSpPr/>
      </dsp:nvSpPr>
      <dsp:spPr>
        <a:xfrm>
          <a:off x="1129902" y="4592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Stream data changes in near-real-time from SQL directly to </a:t>
          </a:r>
          <a:r>
            <a:rPr lang="en-US" sz="1800" b="1" kern="1200" dirty="0"/>
            <a:t>Azure Event Hubs or Fabric </a:t>
          </a:r>
          <a:r>
            <a:rPr lang="en-US" sz="1800" b="1" kern="1200" dirty="0" err="1"/>
            <a:t>Eventstreams</a:t>
          </a:r>
          <a:endParaRPr lang="en-US" sz="1800" b="1" kern="1200" dirty="0"/>
        </a:p>
      </dsp:txBody>
      <dsp:txXfrm>
        <a:off x="1129902" y="4592"/>
        <a:ext cx="5171698" cy="978270"/>
      </dsp:txXfrm>
    </dsp:sp>
    <dsp:sp modelId="{E4DE8C2D-7710-4635-8671-6B1A0BD19E75}">
      <dsp:nvSpPr>
        <dsp:cNvPr id="0" name=""/>
        <dsp:cNvSpPr/>
      </dsp:nvSpPr>
      <dsp:spPr>
        <a:xfrm>
          <a:off x="0" y="1227431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0F5ED2-28A0-4340-AE9D-CDD40E227B7E}">
      <dsp:nvSpPr>
        <dsp:cNvPr id="0" name=""/>
        <dsp:cNvSpPr/>
      </dsp:nvSpPr>
      <dsp:spPr>
        <a:xfrm>
          <a:off x="295926" y="1447541"/>
          <a:ext cx="538048" cy="53804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196EB1-76F2-411C-8620-E5DE6827642A}">
      <dsp:nvSpPr>
        <dsp:cNvPr id="0" name=""/>
        <dsp:cNvSpPr/>
      </dsp:nvSpPr>
      <dsp:spPr>
        <a:xfrm>
          <a:off x="1129902" y="1227431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Push-based delivery</a:t>
          </a:r>
        </a:p>
      </dsp:txBody>
      <dsp:txXfrm>
        <a:off x="1129902" y="1227431"/>
        <a:ext cx="5171698" cy="978270"/>
      </dsp:txXfrm>
    </dsp:sp>
    <dsp:sp modelId="{636AC0D2-911A-4BE0-8716-AADFAB9C58CC}">
      <dsp:nvSpPr>
        <dsp:cNvPr id="0" name=""/>
        <dsp:cNvSpPr/>
      </dsp:nvSpPr>
      <dsp:spPr>
        <a:xfrm>
          <a:off x="0" y="2450269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8BA49F-4CCF-4BF1-8D71-461960E3ABCF}">
      <dsp:nvSpPr>
        <dsp:cNvPr id="0" name=""/>
        <dsp:cNvSpPr/>
      </dsp:nvSpPr>
      <dsp:spPr>
        <a:xfrm>
          <a:off x="295926" y="2670380"/>
          <a:ext cx="538048" cy="53804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BE9BE9-10E1-417C-9725-5E7547915DEF}">
      <dsp:nvSpPr>
        <dsp:cNvPr id="0" name=""/>
        <dsp:cNvSpPr/>
      </dsp:nvSpPr>
      <dsp:spPr>
        <a:xfrm>
          <a:off x="1129902" y="2450269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"IO-less" — reads committed transactions from the transaction log</a:t>
          </a:r>
        </a:p>
      </dsp:txBody>
      <dsp:txXfrm>
        <a:off x="1129902" y="2450269"/>
        <a:ext cx="5171698" cy="978270"/>
      </dsp:txXfrm>
    </dsp:sp>
    <dsp:sp modelId="{58C6A82D-EAE4-40CB-9ECC-B9B40E07E538}">
      <dsp:nvSpPr>
        <dsp:cNvPr id="0" name=""/>
        <dsp:cNvSpPr/>
      </dsp:nvSpPr>
      <dsp:spPr>
        <a:xfrm>
          <a:off x="0" y="3673107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92AE432-8873-4675-BE5D-D90CC3393C35}">
      <dsp:nvSpPr>
        <dsp:cNvPr id="0" name=""/>
        <dsp:cNvSpPr/>
      </dsp:nvSpPr>
      <dsp:spPr>
        <a:xfrm>
          <a:off x="295926" y="3893218"/>
          <a:ext cx="538048" cy="53804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B53D77-C5EB-4B5C-A795-27D8CAC6C5B2}">
      <dsp:nvSpPr>
        <dsp:cNvPr id="0" name=""/>
        <dsp:cNvSpPr/>
      </dsp:nvSpPr>
      <dsp:spPr>
        <a:xfrm>
          <a:off x="1129902" y="3673107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Supports DDL changes</a:t>
          </a:r>
        </a:p>
      </dsp:txBody>
      <dsp:txXfrm>
        <a:off x="1129902" y="3673107"/>
        <a:ext cx="5171698" cy="978270"/>
      </dsp:txXfrm>
    </dsp:sp>
    <dsp:sp modelId="{2F079509-C13C-49AB-B9AA-0D58F040392F}">
      <dsp:nvSpPr>
        <dsp:cNvPr id="0" name=""/>
        <dsp:cNvSpPr/>
      </dsp:nvSpPr>
      <dsp:spPr>
        <a:xfrm>
          <a:off x="0" y="4895945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555764-BDEB-40D8-9B2F-71CB6B043B48}">
      <dsp:nvSpPr>
        <dsp:cNvPr id="0" name=""/>
        <dsp:cNvSpPr/>
      </dsp:nvSpPr>
      <dsp:spPr>
        <a:xfrm>
          <a:off x="295926" y="5116056"/>
          <a:ext cx="538048" cy="53804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D9026E-1DBC-4D3C-8E0D-498BC73EF1F9}">
      <dsp:nvSpPr>
        <dsp:cNvPr id="0" name=""/>
        <dsp:cNvSpPr/>
      </dsp:nvSpPr>
      <dsp:spPr>
        <a:xfrm>
          <a:off x="1129902" y="4895945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Single destination per configuration</a:t>
          </a:r>
        </a:p>
      </dsp:txBody>
      <dsp:txXfrm>
        <a:off x="1129902" y="4895945"/>
        <a:ext cx="5171698" cy="978270"/>
      </dsp:txXfrm>
    </dsp:sp>
  </dsp:spTree>
</dsp:drawing>
</file>

<file path=ppt/diagrams/drawing2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54D264-446A-6345-B24A-75B487E0823D}">
      <dsp:nvSpPr>
        <dsp:cNvPr id="0" name=""/>
        <dsp:cNvSpPr/>
      </dsp:nvSpPr>
      <dsp:spPr>
        <a:xfrm>
          <a:off x="0" y="12862"/>
          <a:ext cx="6666833" cy="1761398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 dirty="0"/>
            <a:t>Change Tracking (CT):</a:t>
          </a:r>
          <a:r>
            <a:rPr lang="en-US" sz="2500" kern="1200" dirty="0"/>
            <a:t> Sync capture, system tables (minimal), row identifier only, pull-based, immediate availability</a:t>
          </a:r>
        </a:p>
      </dsp:txBody>
      <dsp:txXfrm>
        <a:off x="85984" y="98846"/>
        <a:ext cx="6494865" cy="1589430"/>
      </dsp:txXfrm>
    </dsp:sp>
    <dsp:sp modelId="{DD94DCD6-A930-A042-BA89-B00517D7DC2E}">
      <dsp:nvSpPr>
        <dsp:cNvPr id="0" name=""/>
        <dsp:cNvSpPr/>
      </dsp:nvSpPr>
      <dsp:spPr>
        <a:xfrm>
          <a:off x="0" y="1846260"/>
          <a:ext cx="6666833" cy="1761398"/>
        </a:xfrm>
        <a:prstGeom prst="roundRect">
          <a:avLst/>
        </a:prstGeom>
        <a:gradFill rotWithShape="0">
          <a:gsLst>
            <a:gs pos="0">
              <a:schemeClr val="accent3">
                <a:hueOff val="2058582"/>
                <a:satOff val="12356"/>
                <a:lumOff val="941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2058582"/>
                <a:satOff val="12356"/>
                <a:lumOff val="941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2058582"/>
                <a:satOff val="12356"/>
                <a:lumOff val="941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Change Data Capture (CDC):</a:t>
          </a:r>
          <a:r>
            <a:rPr lang="en-US" sz="2500" kern="1200"/>
            <a:t> Async from log, system tables (extra logging), row identifier + data, pull-based, near-real-time, requires SQL Agent</a:t>
          </a:r>
        </a:p>
      </dsp:txBody>
      <dsp:txXfrm>
        <a:off x="85984" y="1932244"/>
        <a:ext cx="6494865" cy="1589430"/>
      </dsp:txXfrm>
    </dsp:sp>
    <dsp:sp modelId="{3928CA9E-46E0-224D-9036-52FCBE2EBB22}">
      <dsp:nvSpPr>
        <dsp:cNvPr id="0" name=""/>
        <dsp:cNvSpPr/>
      </dsp:nvSpPr>
      <dsp:spPr>
        <a:xfrm>
          <a:off x="0" y="3679659"/>
          <a:ext cx="6666833" cy="1761398"/>
        </a:xfrm>
        <a:prstGeom prst="roundRect">
          <a:avLst/>
        </a:prstGeom>
        <a:gradFill rotWithShape="0">
          <a:gsLst>
            <a:gs pos="0">
              <a:schemeClr val="accent3">
                <a:hueOff val="4117163"/>
                <a:satOff val="24712"/>
                <a:lumOff val="1882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4117163"/>
                <a:satOff val="24712"/>
                <a:lumOff val="1882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4117163"/>
                <a:satOff val="24712"/>
                <a:lumOff val="1882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Change Event Streaming (CES):</a:t>
          </a:r>
          <a:r>
            <a:rPr lang="en-US" sz="2500" kern="1200"/>
            <a:t> Async from log, event stream ("IO-less"), row identifier + data + DDL, push-based, near-real-time</a:t>
          </a:r>
        </a:p>
      </dsp:txBody>
      <dsp:txXfrm>
        <a:off x="85984" y="3765643"/>
        <a:ext cx="6494865" cy="1589430"/>
      </dsp:txXfrm>
    </dsp:sp>
  </dsp:spTree>
</dsp:drawing>
</file>

<file path=ppt/diagrams/drawing2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D58F2F-A003-244F-85A4-99EE84D39E3D}">
      <dsp:nvSpPr>
        <dsp:cNvPr id="0" name=""/>
        <dsp:cNvSpPr/>
      </dsp:nvSpPr>
      <dsp:spPr>
        <a:xfrm>
          <a:off x="0" y="2870"/>
          <a:ext cx="6301601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60BED6-5660-E94A-B4CF-419CECAF4068}">
      <dsp:nvSpPr>
        <dsp:cNvPr id="0" name=""/>
        <dsp:cNvSpPr/>
      </dsp:nvSpPr>
      <dsp:spPr>
        <a:xfrm>
          <a:off x="0" y="2870"/>
          <a:ext cx="6301601" cy="19576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kern="1200" dirty="0"/>
            <a:t>Change Tracking (CT):</a:t>
          </a:r>
          <a:r>
            <a:rPr lang="en-US" sz="2900" kern="1200" dirty="0"/>
            <a:t> Sync capture, system tables (minimal), row identifier only, pull-based, immediate availability</a:t>
          </a:r>
        </a:p>
      </dsp:txBody>
      <dsp:txXfrm>
        <a:off x="0" y="2870"/>
        <a:ext cx="6301601" cy="1957689"/>
      </dsp:txXfrm>
    </dsp:sp>
    <dsp:sp modelId="{ED829823-301F-F24B-B5CA-1A45858520CB}">
      <dsp:nvSpPr>
        <dsp:cNvPr id="0" name=""/>
        <dsp:cNvSpPr/>
      </dsp:nvSpPr>
      <dsp:spPr>
        <a:xfrm>
          <a:off x="0" y="1960559"/>
          <a:ext cx="6301601" cy="0"/>
        </a:xfrm>
        <a:prstGeom prst="line">
          <a:avLst/>
        </a:prstGeom>
        <a:solidFill>
          <a:schemeClr val="accent3">
            <a:hueOff val="2058582"/>
            <a:satOff val="12356"/>
            <a:lumOff val="9413"/>
            <a:alphaOff val="0"/>
          </a:schemeClr>
        </a:solidFill>
        <a:ln w="19050" cap="flat" cmpd="sng" algn="ctr">
          <a:solidFill>
            <a:schemeClr val="accent3">
              <a:hueOff val="2058582"/>
              <a:satOff val="12356"/>
              <a:lumOff val="941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DF00AF-854A-B547-9E37-56930E662AE6}">
      <dsp:nvSpPr>
        <dsp:cNvPr id="0" name=""/>
        <dsp:cNvSpPr/>
      </dsp:nvSpPr>
      <dsp:spPr>
        <a:xfrm>
          <a:off x="0" y="1960559"/>
          <a:ext cx="6301601" cy="19576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kern="1200"/>
            <a:t>Change Data Capture (CDC):</a:t>
          </a:r>
          <a:r>
            <a:rPr lang="en-US" sz="2900" kern="1200"/>
            <a:t> Async from log, system tables (extra logging), row identifier + data, pull-based, near-real-time, requires SQL Agent</a:t>
          </a:r>
        </a:p>
      </dsp:txBody>
      <dsp:txXfrm>
        <a:off x="0" y="1960559"/>
        <a:ext cx="6301601" cy="1957689"/>
      </dsp:txXfrm>
    </dsp:sp>
    <dsp:sp modelId="{7EDE6915-EC77-2449-80D5-39EE0498E160}">
      <dsp:nvSpPr>
        <dsp:cNvPr id="0" name=""/>
        <dsp:cNvSpPr/>
      </dsp:nvSpPr>
      <dsp:spPr>
        <a:xfrm>
          <a:off x="0" y="3918249"/>
          <a:ext cx="6301601" cy="0"/>
        </a:xfrm>
        <a:prstGeom prst="line">
          <a:avLst/>
        </a:prstGeom>
        <a:solidFill>
          <a:schemeClr val="accent3">
            <a:hueOff val="4117163"/>
            <a:satOff val="24712"/>
            <a:lumOff val="18825"/>
            <a:alphaOff val="0"/>
          </a:schemeClr>
        </a:solidFill>
        <a:ln w="19050" cap="flat" cmpd="sng" algn="ctr">
          <a:solidFill>
            <a:schemeClr val="accent3">
              <a:hueOff val="4117163"/>
              <a:satOff val="24712"/>
              <a:lumOff val="1882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45A621-42F3-044A-9049-816AAF8925BF}">
      <dsp:nvSpPr>
        <dsp:cNvPr id="0" name=""/>
        <dsp:cNvSpPr/>
      </dsp:nvSpPr>
      <dsp:spPr>
        <a:xfrm>
          <a:off x="0" y="3918249"/>
          <a:ext cx="6301601" cy="19576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kern="1200"/>
            <a:t>Change Event Streaming (CES):</a:t>
          </a:r>
          <a:r>
            <a:rPr lang="en-US" sz="2900" kern="1200"/>
            <a:t> Async from log, event stream ("IO-less"), row identifier + data + DDL, push-based, near-real-time</a:t>
          </a:r>
        </a:p>
      </dsp:txBody>
      <dsp:txXfrm>
        <a:off x="0" y="3918249"/>
        <a:ext cx="6301601" cy="1957689"/>
      </dsp:txXfrm>
    </dsp:sp>
  </dsp:spTree>
</dsp:drawing>
</file>

<file path=ppt/diagrams/drawing2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CFF393-3DA0-D54A-9E2B-F5E01378AC77}">
      <dsp:nvSpPr>
        <dsp:cNvPr id="0" name=""/>
        <dsp:cNvSpPr/>
      </dsp:nvSpPr>
      <dsp:spPr>
        <a:xfrm>
          <a:off x="0" y="2124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94E03E-6C80-3440-9C1E-87092D249A02}">
      <dsp:nvSpPr>
        <dsp:cNvPr id="0" name=""/>
        <dsp:cNvSpPr/>
      </dsp:nvSpPr>
      <dsp:spPr>
        <a:xfrm>
          <a:off x="0" y="2124"/>
          <a:ext cx="10515600" cy="14490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b="1" kern="1200"/>
            <a:t>CT:</a:t>
          </a:r>
          <a:r>
            <a:rPr lang="en-US" sz="3500" kern="1200"/>
            <a:t> Cache invalidation, sync scenarios</a:t>
          </a:r>
        </a:p>
      </dsp:txBody>
      <dsp:txXfrm>
        <a:off x="0" y="2124"/>
        <a:ext cx="10515600" cy="1449029"/>
      </dsp:txXfrm>
    </dsp:sp>
    <dsp:sp modelId="{95459D39-9667-C94A-873F-12493E80DD13}">
      <dsp:nvSpPr>
        <dsp:cNvPr id="0" name=""/>
        <dsp:cNvSpPr/>
      </dsp:nvSpPr>
      <dsp:spPr>
        <a:xfrm>
          <a:off x="0" y="1451154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E226E5-CC0B-F649-969B-639398AF9C71}">
      <dsp:nvSpPr>
        <dsp:cNvPr id="0" name=""/>
        <dsp:cNvSpPr/>
      </dsp:nvSpPr>
      <dsp:spPr>
        <a:xfrm>
          <a:off x="0" y="1451154"/>
          <a:ext cx="10515600" cy="14490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b="1" kern="1200"/>
            <a:t>CDC:</a:t>
          </a:r>
          <a:r>
            <a:rPr lang="en-US" sz="3500" kern="1200"/>
            <a:t> Data warehousing, auditing, ETL pipelines</a:t>
          </a:r>
        </a:p>
      </dsp:txBody>
      <dsp:txXfrm>
        <a:off x="0" y="1451154"/>
        <a:ext cx="10515600" cy="1449029"/>
      </dsp:txXfrm>
    </dsp:sp>
    <dsp:sp modelId="{30656475-D4D5-C946-A5E3-B290A3258B40}">
      <dsp:nvSpPr>
        <dsp:cNvPr id="0" name=""/>
        <dsp:cNvSpPr/>
      </dsp:nvSpPr>
      <dsp:spPr>
        <a:xfrm>
          <a:off x="0" y="2900183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0A0B65-87DD-F74D-939C-0591A84919EB}">
      <dsp:nvSpPr>
        <dsp:cNvPr id="0" name=""/>
        <dsp:cNvSpPr/>
      </dsp:nvSpPr>
      <dsp:spPr>
        <a:xfrm>
          <a:off x="0" y="2900183"/>
          <a:ext cx="10515600" cy="14490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b="1" kern="1200"/>
            <a:t>CES:</a:t>
          </a:r>
          <a:r>
            <a:rPr lang="en-US" sz="3500" kern="1200"/>
            <a:t> Event-driven architectures, microservices integration, real-time analytics, cache sync, AI Agents</a:t>
          </a:r>
        </a:p>
      </dsp:txBody>
      <dsp:txXfrm>
        <a:off x="0" y="2900183"/>
        <a:ext cx="10515600" cy="1449029"/>
      </dsp:txXfrm>
    </dsp:sp>
  </dsp:spTree>
</dsp:drawing>
</file>

<file path=ppt/diagrams/drawing2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EB54C9-7018-49A9-B937-54F7FEF65ADA}">
      <dsp:nvSpPr>
        <dsp:cNvPr id="0" name=""/>
        <dsp:cNvSpPr/>
      </dsp:nvSpPr>
      <dsp:spPr>
        <a:xfrm>
          <a:off x="0" y="1808"/>
          <a:ext cx="10515600" cy="916611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C4D227-47A9-4BA2-ABDE-D3A9B723DF05}">
      <dsp:nvSpPr>
        <dsp:cNvPr id="0" name=""/>
        <dsp:cNvSpPr/>
      </dsp:nvSpPr>
      <dsp:spPr>
        <a:xfrm>
          <a:off x="277275" y="208046"/>
          <a:ext cx="504136" cy="50413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C7BE0C-D435-4352-9D45-6D33F8AB615A}">
      <dsp:nvSpPr>
        <dsp:cNvPr id="0" name=""/>
        <dsp:cNvSpPr/>
      </dsp:nvSpPr>
      <dsp:spPr>
        <a:xfrm>
          <a:off x="1058686" y="1808"/>
          <a:ext cx="94569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Scenario: An F1 team's pit wall detects live race changes via CES — position swaps, pit stops, safety car deployments</a:t>
          </a:r>
        </a:p>
      </dsp:txBody>
      <dsp:txXfrm>
        <a:off x="1058686" y="1808"/>
        <a:ext cx="9456913" cy="916611"/>
      </dsp:txXfrm>
    </dsp:sp>
    <dsp:sp modelId="{174C92D8-4A26-42F4-9A6D-15AB4A8FE44B}">
      <dsp:nvSpPr>
        <dsp:cNvPr id="0" name=""/>
        <dsp:cNvSpPr/>
      </dsp:nvSpPr>
      <dsp:spPr>
        <a:xfrm>
          <a:off x="0" y="1147573"/>
          <a:ext cx="10515600" cy="916611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AC4687-FCBD-4DD8-BFA2-373580CD3806}">
      <dsp:nvSpPr>
        <dsp:cNvPr id="0" name=""/>
        <dsp:cNvSpPr/>
      </dsp:nvSpPr>
      <dsp:spPr>
        <a:xfrm>
          <a:off x="277275" y="1353811"/>
          <a:ext cx="504136" cy="50413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6BF83A-27B4-4144-B534-2353BDB604DE}">
      <dsp:nvSpPr>
        <dsp:cNvPr id="0" name=""/>
        <dsp:cNvSpPr/>
      </dsp:nvSpPr>
      <dsp:spPr>
        <a:xfrm>
          <a:off x="1058686" y="1147573"/>
          <a:ext cx="94569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Flow: Race data changes → CES → Azure Event Hub → Azure Functions → Azure AI Foundry</a:t>
          </a:r>
        </a:p>
      </dsp:txBody>
      <dsp:txXfrm>
        <a:off x="1058686" y="1147573"/>
        <a:ext cx="9456913" cy="916611"/>
      </dsp:txXfrm>
    </dsp:sp>
    <dsp:sp modelId="{28D1A7E2-9B87-499F-AF79-54EF6FFD95D9}">
      <dsp:nvSpPr>
        <dsp:cNvPr id="0" name=""/>
        <dsp:cNvSpPr/>
      </dsp:nvSpPr>
      <dsp:spPr>
        <a:xfrm>
          <a:off x="0" y="2293338"/>
          <a:ext cx="10515600" cy="916611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7D012A-8D61-4396-A821-316D22C72415}">
      <dsp:nvSpPr>
        <dsp:cNvPr id="0" name=""/>
        <dsp:cNvSpPr/>
      </dsp:nvSpPr>
      <dsp:spPr>
        <a:xfrm>
          <a:off x="277275" y="2499576"/>
          <a:ext cx="504136" cy="50413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AFF707-BA09-40E0-995B-A43DEF53C99C}">
      <dsp:nvSpPr>
        <dsp:cNvPr id="0" name=""/>
        <dsp:cNvSpPr/>
      </dsp:nvSpPr>
      <dsp:spPr>
        <a:xfrm>
          <a:off x="1058686" y="2293338"/>
          <a:ext cx="94569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AI Agent analyzes tire degradation and gap data → recommends optimal pit stop window and compound selection</a:t>
          </a:r>
        </a:p>
      </dsp:txBody>
      <dsp:txXfrm>
        <a:off x="1058686" y="2293338"/>
        <a:ext cx="9456913" cy="916611"/>
      </dsp:txXfrm>
    </dsp:sp>
    <dsp:sp modelId="{766A661E-6109-41BD-AAD3-ED2165B631F6}">
      <dsp:nvSpPr>
        <dsp:cNvPr id="0" name=""/>
        <dsp:cNvSpPr/>
      </dsp:nvSpPr>
      <dsp:spPr>
        <a:xfrm>
          <a:off x="0" y="3439103"/>
          <a:ext cx="10515600" cy="916611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6485D7-9FF8-40BD-9EA4-D11FC9081881}">
      <dsp:nvSpPr>
        <dsp:cNvPr id="0" name=""/>
        <dsp:cNvSpPr/>
      </dsp:nvSpPr>
      <dsp:spPr>
        <a:xfrm>
          <a:off x="277275" y="3645341"/>
          <a:ext cx="504136" cy="50413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022711-EAB1-449B-BEE3-14C91F99D1C4}">
      <dsp:nvSpPr>
        <dsp:cNvPr id="0" name=""/>
        <dsp:cNvSpPr/>
      </dsp:nvSpPr>
      <dsp:spPr>
        <a:xfrm>
          <a:off x="1058686" y="3439103"/>
          <a:ext cx="94569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Demonstrates real-world event-driven architecture with AI integration — where milliseconds matter</a:t>
          </a:r>
        </a:p>
      </dsp:txBody>
      <dsp:txXfrm>
        <a:off x="1058686" y="3439103"/>
        <a:ext cx="9456913" cy="916611"/>
      </dsp:txXfrm>
    </dsp:sp>
  </dsp:spTree>
</dsp:drawing>
</file>

<file path=ppt/diagrams/drawing3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55BAFA-5904-4BBA-A130-8E428AF1B012}">
      <dsp:nvSpPr>
        <dsp:cNvPr id="0" name=""/>
        <dsp:cNvSpPr/>
      </dsp:nvSpPr>
      <dsp:spPr>
        <a:xfrm>
          <a:off x="212335" y="469890"/>
          <a:ext cx="1335915" cy="1335915"/>
        </a:xfrm>
        <a:prstGeom prst="ellipse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D67F578-A03A-4855-8CEE-42E6C24D8C72}">
      <dsp:nvSpPr>
        <dsp:cNvPr id="0" name=""/>
        <dsp:cNvSpPr/>
      </dsp:nvSpPr>
      <dsp:spPr>
        <a:xfrm>
          <a:off x="492877" y="750432"/>
          <a:ext cx="774830" cy="77483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9C7CE7-95D3-45F6-A69F-22743896D403}">
      <dsp:nvSpPr>
        <dsp:cNvPr id="0" name=""/>
        <dsp:cNvSpPr/>
      </dsp:nvSpPr>
      <dsp:spPr>
        <a:xfrm>
          <a:off x="1834517" y="469890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Event structure: operation type (INS/UPD/DEL), row data with old and new values, schema information</a:t>
          </a:r>
        </a:p>
      </dsp:txBody>
      <dsp:txXfrm>
        <a:off x="1834517" y="469890"/>
        <a:ext cx="3148942" cy="1335915"/>
      </dsp:txXfrm>
    </dsp:sp>
    <dsp:sp modelId="{B11680E7-62B7-4720-9136-173CD6BF747C}">
      <dsp:nvSpPr>
        <dsp:cNvPr id="0" name=""/>
        <dsp:cNvSpPr/>
      </dsp:nvSpPr>
      <dsp:spPr>
        <a:xfrm>
          <a:off x="5532139" y="469890"/>
          <a:ext cx="1335915" cy="1335915"/>
        </a:xfrm>
        <a:prstGeom prst="ellipse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B7859FB-2EFD-47D2-A94D-BB22357A5C63}">
      <dsp:nvSpPr>
        <dsp:cNvPr id="0" name=""/>
        <dsp:cNvSpPr/>
      </dsp:nvSpPr>
      <dsp:spPr>
        <a:xfrm>
          <a:off x="5812681" y="750432"/>
          <a:ext cx="774830" cy="77483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510A52-7D40-424D-81C5-0D1EE62A83FB}">
      <dsp:nvSpPr>
        <dsp:cNvPr id="0" name=""/>
        <dsp:cNvSpPr/>
      </dsp:nvSpPr>
      <dsp:spPr>
        <a:xfrm>
          <a:off x="7154322" y="469890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Configuration via T-SQL: </a:t>
          </a:r>
          <a:r>
            <a:rPr lang="en-US" sz="1400" i="1" kern="1200" dirty="0" err="1"/>
            <a:t>sp_enable_event_stream</a:t>
          </a:r>
          <a:r>
            <a:rPr lang="en-US" sz="1400" i="1" kern="1200" dirty="0"/>
            <a:t>, </a:t>
          </a:r>
          <a:r>
            <a:rPr lang="en-US" sz="1400" i="1" kern="1200" dirty="0" err="1"/>
            <a:t>sp_create_event_stream_group</a:t>
          </a:r>
          <a:r>
            <a:rPr lang="en-US" sz="1400" i="1" kern="1200" dirty="0"/>
            <a:t>, </a:t>
          </a:r>
          <a:r>
            <a:rPr lang="en-US" sz="1400" i="1" kern="1200" dirty="0" err="1"/>
            <a:t>sp_add_object_to_event_stream_group</a:t>
          </a:r>
          <a:endParaRPr lang="en-US" sz="1400" i="1" kern="1200" dirty="0"/>
        </a:p>
      </dsp:txBody>
      <dsp:txXfrm>
        <a:off x="7154322" y="469890"/>
        <a:ext cx="3148942" cy="1335915"/>
      </dsp:txXfrm>
    </dsp:sp>
    <dsp:sp modelId="{060492FC-AFA5-48E0-903B-A5B5B442EA6F}">
      <dsp:nvSpPr>
        <dsp:cNvPr id="0" name=""/>
        <dsp:cNvSpPr/>
      </dsp:nvSpPr>
      <dsp:spPr>
        <a:xfrm>
          <a:off x="212335" y="2545532"/>
          <a:ext cx="1335915" cy="1335915"/>
        </a:xfrm>
        <a:prstGeom prst="ellipse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662A866-B32D-4C88-BD88-2B9C22DBF900}">
      <dsp:nvSpPr>
        <dsp:cNvPr id="0" name=""/>
        <dsp:cNvSpPr/>
      </dsp:nvSpPr>
      <dsp:spPr>
        <a:xfrm>
          <a:off x="492877" y="2826074"/>
          <a:ext cx="774830" cy="77483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69850F-FD93-4DF2-B206-83AA52DED83B}">
      <dsp:nvSpPr>
        <dsp:cNvPr id="0" name=""/>
        <dsp:cNvSpPr/>
      </dsp:nvSpPr>
      <dsp:spPr>
        <a:xfrm>
          <a:off x="1834517" y="2545532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Monitoring and diagnostics via </a:t>
          </a:r>
          <a:r>
            <a:rPr lang="en-US" sz="1400" i="1" kern="1200" dirty="0" err="1"/>
            <a:t>dm_change_feed_errors</a:t>
          </a:r>
          <a:r>
            <a:rPr lang="en-US" sz="1400" i="1" kern="1200" dirty="0"/>
            <a:t> and </a:t>
          </a:r>
          <a:r>
            <a:rPr lang="en-US" sz="1400" i="1" kern="1200" dirty="0" err="1"/>
            <a:t>dm_change_feed_log_scan_sessions</a:t>
          </a:r>
          <a:endParaRPr lang="en-US" sz="1400" i="1" kern="1200" dirty="0"/>
        </a:p>
      </dsp:txBody>
      <dsp:txXfrm>
        <a:off x="1834517" y="2545532"/>
        <a:ext cx="3148942" cy="1335915"/>
      </dsp:txXfrm>
    </dsp:sp>
    <dsp:sp modelId="{789E5690-5310-4E78-8BD2-75468EEA72AF}">
      <dsp:nvSpPr>
        <dsp:cNvPr id="0" name=""/>
        <dsp:cNvSpPr/>
      </dsp:nvSpPr>
      <dsp:spPr>
        <a:xfrm>
          <a:off x="5532139" y="2545532"/>
          <a:ext cx="1335915" cy="1335915"/>
        </a:xfrm>
        <a:prstGeom prst="ellipse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C82D73F-8E40-42E6-8585-C8F703349AEF}">
      <dsp:nvSpPr>
        <dsp:cNvPr id="0" name=""/>
        <dsp:cNvSpPr/>
      </dsp:nvSpPr>
      <dsp:spPr>
        <a:xfrm>
          <a:off x="5812681" y="2826074"/>
          <a:ext cx="774830" cy="77483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412764-AEF0-4CD5-AE98-8C895055C45D}">
      <dsp:nvSpPr>
        <dsp:cNvPr id="0" name=""/>
        <dsp:cNvSpPr/>
      </dsp:nvSpPr>
      <dsp:spPr>
        <a:xfrm>
          <a:off x="7154322" y="2545532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Error handling and retry behavior</a:t>
          </a:r>
        </a:p>
      </dsp:txBody>
      <dsp:txXfrm>
        <a:off x="7154322" y="2545532"/>
        <a:ext cx="3148942" cy="1335915"/>
      </dsp:txXfrm>
    </dsp:sp>
  </dsp:spTree>
</dsp:drawing>
</file>

<file path=ppt/diagrams/drawing3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247AE5-9B89-4145-B11D-095AA81FC740}">
      <dsp:nvSpPr>
        <dsp:cNvPr id="0" name=""/>
        <dsp:cNvSpPr/>
      </dsp:nvSpPr>
      <dsp:spPr>
        <a:xfrm>
          <a:off x="0" y="673"/>
          <a:ext cx="6364224" cy="1574995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9834AA-81C2-4FE2-9A2F-9B30DA0CD6E4}">
      <dsp:nvSpPr>
        <dsp:cNvPr id="0" name=""/>
        <dsp:cNvSpPr/>
      </dsp:nvSpPr>
      <dsp:spPr>
        <a:xfrm>
          <a:off x="476436" y="355047"/>
          <a:ext cx="866247" cy="86624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578AFD-B5A2-4703-9CAC-20E1DC089137}">
      <dsp:nvSpPr>
        <dsp:cNvPr id="0" name=""/>
        <dsp:cNvSpPr/>
      </dsp:nvSpPr>
      <dsp:spPr>
        <a:xfrm>
          <a:off x="1819120" y="673"/>
          <a:ext cx="4545103" cy="1574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687" tIns="166687" rIns="166687" bIns="166687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i="1" kern="1200"/>
            <a:t>sp_invoke_external_rest_endpoint </a:t>
          </a:r>
          <a:r>
            <a:rPr lang="en-US" sz="2200" kern="1200"/>
            <a:t>— call any REST service from T-SQL</a:t>
          </a:r>
        </a:p>
      </dsp:txBody>
      <dsp:txXfrm>
        <a:off x="1819120" y="673"/>
        <a:ext cx="4545103" cy="1574995"/>
      </dsp:txXfrm>
    </dsp:sp>
    <dsp:sp modelId="{DB9A596E-42EA-49B1-9BD9-082DA30FA01B}">
      <dsp:nvSpPr>
        <dsp:cNvPr id="0" name=""/>
        <dsp:cNvSpPr/>
      </dsp:nvSpPr>
      <dsp:spPr>
        <a:xfrm>
          <a:off x="0" y="1969418"/>
          <a:ext cx="6364224" cy="1574995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CD600C-9B8E-46A4-B34E-47D948C71D41}">
      <dsp:nvSpPr>
        <dsp:cNvPr id="0" name=""/>
        <dsp:cNvSpPr/>
      </dsp:nvSpPr>
      <dsp:spPr>
        <a:xfrm>
          <a:off x="476436" y="2323792"/>
          <a:ext cx="866247" cy="86624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A4B89C-E1EC-463A-8A8F-007CB54D0B48}">
      <dsp:nvSpPr>
        <dsp:cNvPr id="0" name=""/>
        <dsp:cNvSpPr/>
      </dsp:nvSpPr>
      <dsp:spPr>
        <a:xfrm>
          <a:off x="1819120" y="1969418"/>
          <a:ext cx="4545103" cy="1574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687" tIns="166687" rIns="166687" bIns="166687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Not limited to AI models: any REST service, webhooks, external APIs</a:t>
          </a:r>
        </a:p>
      </dsp:txBody>
      <dsp:txXfrm>
        <a:off x="1819120" y="1969418"/>
        <a:ext cx="4545103" cy="1574995"/>
      </dsp:txXfrm>
    </dsp:sp>
    <dsp:sp modelId="{801E4A2B-BA49-4CC7-98EF-1FB795B32438}">
      <dsp:nvSpPr>
        <dsp:cNvPr id="0" name=""/>
        <dsp:cNvSpPr/>
      </dsp:nvSpPr>
      <dsp:spPr>
        <a:xfrm>
          <a:off x="0" y="3938162"/>
          <a:ext cx="6364224" cy="1574995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A1685E-5B7B-4F32-8D7E-CE66A1B59F77}">
      <dsp:nvSpPr>
        <dsp:cNvPr id="0" name=""/>
        <dsp:cNvSpPr/>
      </dsp:nvSpPr>
      <dsp:spPr>
        <a:xfrm>
          <a:off x="476436" y="4292537"/>
          <a:ext cx="866247" cy="86624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0F38C0-FBBD-496E-8378-6C33C5A46CB9}">
      <dsp:nvSpPr>
        <dsp:cNvPr id="0" name=""/>
        <dsp:cNvSpPr/>
      </dsp:nvSpPr>
      <dsp:spPr>
        <a:xfrm>
          <a:off x="1819120" y="3938162"/>
          <a:ext cx="4545103" cy="1574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687" tIns="166687" rIns="166687" bIns="166687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Enables SQL Server as an orchestration point for external services</a:t>
          </a:r>
        </a:p>
      </dsp:txBody>
      <dsp:txXfrm>
        <a:off x="1819120" y="3938162"/>
        <a:ext cx="4545103" cy="1574995"/>
      </dsp:txXfrm>
    </dsp:sp>
  </dsp:spTree>
</dsp:drawing>
</file>

<file path=ppt/diagrams/drawing3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ADBB1F-E9B1-485E-910F-962C56C7D6F1}">
      <dsp:nvSpPr>
        <dsp:cNvPr id="0" name=""/>
        <dsp:cNvSpPr/>
      </dsp:nvSpPr>
      <dsp:spPr>
        <a:xfrm>
          <a:off x="0" y="2439"/>
          <a:ext cx="6301601" cy="1236616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433B45-680A-4E5D-99EC-765D970DF417}">
      <dsp:nvSpPr>
        <dsp:cNvPr id="0" name=""/>
        <dsp:cNvSpPr/>
      </dsp:nvSpPr>
      <dsp:spPr>
        <a:xfrm>
          <a:off x="374076" y="280678"/>
          <a:ext cx="680139" cy="68013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C74D3D-8B94-4AF1-88C2-7B2A7BA7BAD1}">
      <dsp:nvSpPr>
        <dsp:cNvPr id="0" name=""/>
        <dsp:cNvSpPr/>
      </dsp:nvSpPr>
      <dsp:spPr>
        <a:xfrm>
          <a:off x="1428292" y="2439"/>
          <a:ext cx="48733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Official Microsoft Python driver</a:t>
          </a:r>
        </a:p>
      </dsp:txBody>
      <dsp:txXfrm>
        <a:off x="1428292" y="2439"/>
        <a:ext cx="4873308" cy="1236616"/>
      </dsp:txXfrm>
    </dsp:sp>
    <dsp:sp modelId="{26EBAC1B-A096-4622-A05E-94BB92035677}">
      <dsp:nvSpPr>
        <dsp:cNvPr id="0" name=""/>
        <dsp:cNvSpPr/>
      </dsp:nvSpPr>
      <dsp:spPr>
        <a:xfrm>
          <a:off x="0" y="1548210"/>
          <a:ext cx="6301601" cy="1236616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EFB33B-606C-4FBA-B65F-2CEB1271E0AA}">
      <dsp:nvSpPr>
        <dsp:cNvPr id="0" name=""/>
        <dsp:cNvSpPr/>
      </dsp:nvSpPr>
      <dsp:spPr>
        <a:xfrm>
          <a:off x="374076" y="1826449"/>
          <a:ext cx="680139" cy="68013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7E01DC-2DED-44B9-BC08-F1D037D96BDA}">
      <dsp:nvSpPr>
        <dsp:cNvPr id="0" name=""/>
        <dsp:cNvSpPr/>
      </dsp:nvSpPr>
      <dsp:spPr>
        <a:xfrm>
          <a:off x="1428292" y="1548210"/>
          <a:ext cx="48733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First-class Python support for SQL Server connectivity</a:t>
          </a:r>
        </a:p>
      </dsp:txBody>
      <dsp:txXfrm>
        <a:off x="1428292" y="1548210"/>
        <a:ext cx="4873308" cy="1236616"/>
      </dsp:txXfrm>
    </dsp:sp>
    <dsp:sp modelId="{128A2334-CADD-4E29-B387-D7F83DD59363}">
      <dsp:nvSpPr>
        <dsp:cNvPr id="0" name=""/>
        <dsp:cNvSpPr/>
      </dsp:nvSpPr>
      <dsp:spPr>
        <a:xfrm>
          <a:off x="0" y="3093981"/>
          <a:ext cx="6301601" cy="1236616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DE1F17-A04E-4B63-A212-43E3794D38B2}">
      <dsp:nvSpPr>
        <dsp:cNvPr id="0" name=""/>
        <dsp:cNvSpPr/>
      </dsp:nvSpPr>
      <dsp:spPr>
        <a:xfrm>
          <a:off x="374076" y="3372220"/>
          <a:ext cx="680139" cy="68013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83E304-297E-4643-8F70-CED5A7445908}">
      <dsp:nvSpPr>
        <dsp:cNvPr id="0" name=""/>
        <dsp:cNvSpPr/>
      </dsp:nvSpPr>
      <dsp:spPr>
        <a:xfrm>
          <a:off x="1428292" y="3093981"/>
          <a:ext cx="48733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Integrates with popular data science and ML frameworks</a:t>
          </a:r>
        </a:p>
      </dsp:txBody>
      <dsp:txXfrm>
        <a:off x="1428292" y="3093981"/>
        <a:ext cx="4873308" cy="1236616"/>
      </dsp:txXfrm>
    </dsp:sp>
    <dsp:sp modelId="{781025AB-E238-487F-9E94-F470E854CED3}">
      <dsp:nvSpPr>
        <dsp:cNvPr id="0" name=""/>
        <dsp:cNvSpPr/>
      </dsp:nvSpPr>
      <dsp:spPr>
        <a:xfrm>
          <a:off x="0" y="4639752"/>
          <a:ext cx="6301601" cy="1236616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5D7976-20B0-4168-8475-4D980DE8C063}">
      <dsp:nvSpPr>
        <dsp:cNvPr id="0" name=""/>
        <dsp:cNvSpPr/>
      </dsp:nvSpPr>
      <dsp:spPr>
        <a:xfrm>
          <a:off x="374076" y="4917991"/>
          <a:ext cx="680139" cy="68013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BD4908-0C7F-44AE-BEFA-D68BDBD1E1D5}">
      <dsp:nvSpPr>
        <dsp:cNvPr id="0" name=""/>
        <dsp:cNvSpPr/>
      </dsp:nvSpPr>
      <dsp:spPr>
        <a:xfrm>
          <a:off x="1428292" y="4639752"/>
          <a:ext cx="48733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Complements the existing ODBC, JDBC, and .NET drivers</a:t>
          </a:r>
        </a:p>
      </dsp:txBody>
      <dsp:txXfrm>
        <a:off x="1428292" y="4639752"/>
        <a:ext cx="4873308" cy="1236616"/>
      </dsp:txXfrm>
    </dsp:sp>
  </dsp:spTree>
</dsp:drawing>
</file>

<file path=ppt/diagrams/drawing3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54B6F9-6C52-5A47-B83B-05F907E0F326}">
      <dsp:nvSpPr>
        <dsp:cNvPr id="0" name=""/>
        <dsp:cNvSpPr/>
      </dsp:nvSpPr>
      <dsp:spPr>
        <a:xfrm>
          <a:off x="0" y="69731"/>
          <a:ext cx="6002110" cy="678746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Prompt → Embedding Model → Vector embedding</a:t>
          </a:r>
        </a:p>
      </dsp:txBody>
      <dsp:txXfrm>
        <a:off x="33134" y="102865"/>
        <a:ext cx="5935842" cy="612478"/>
      </dsp:txXfrm>
    </dsp:sp>
    <dsp:sp modelId="{B967A12C-6A1B-B345-ABF7-1F3D971636A7}">
      <dsp:nvSpPr>
        <dsp:cNvPr id="0" name=""/>
        <dsp:cNvSpPr/>
      </dsp:nvSpPr>
      <dsp:spPr>
        <a:xfrm>
          <a:off x="0" y="797437"/>
          <a:ext cx="6002110" cy="678746"/>
        </a:xfrm>
        <a:prstGeom prst="roundRect">
          <a:avLst/>
        </a:prstGeom>
        <a:solidFill>
          <a:schemeClr val="accent5">
            <a:hueOff val="-3038037"/>
            <a:satOff val="-207"/>
            <a:lumOff val="49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Vector embedding compared to stored embeddings via similarity search</a:t>
          </a:r>
        </a:p>
      </dsp:txBody>
      <dsp:txXfrm>
        <a:off x="33134" y="830571"/>
        <a:ext cx="5935842" cy="612478"/>
      </dsp:txXfrm>
    </dsp:sp>
    <dsp:sp modelId="{BA44CF42-C39A-6249-AC76-C06FA2757362}">
      <dsp:nvSpPr>
        <dsp:cNvPr id="0" name=""/>
        <dsp:cNvSpPr/>
      </dsp:nvSpPr>
      <dsp:spPr>
        <a:xfrm>
          <a:off x="0" y="1525143"/>
          <a:ext cx="6002110" cy="678746"/>
        </a:xfrm>
        <a:prstGeom prst="roundRect">
          <a:avLst/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Results augment the original prompt</a:t>
          </a:r>
        </a:p>
      </dsp:txBody>
      <dsp:txXfrm>
        <a:off x="33134" y="1558277"/>
        <a:ext cx="5935842" cy="612478"/>
      </dsp:txXfrm>
    </dsp:sp>
    <dsp:sp modelId="{5AFC77D3-A009-B04D-82F2-683A68FA6441}">
      <dsp:nvSpPr>
        <dsp:cNvPr id="0" name=""/>
        <dsp:cNvSpPr/>
      </dsp:nvSpPr>
      <dsp:spPr>
        <a:xfrm>
          <a:off x="0" y="2252850"/>
          <a:ext cx="6002110" cy="678746"/>
        </a:xfrm>
        <a:prstGeom prst="roundRect">
          <a:avLst/>
        </a:prstGeom>
        <a:solidFill>
          <a:schemeClr val="accent5">
            <a:hueOff val="-9114112"/>
            <a:satOff val="-620"/>
            <a:lumOff val="147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Augmented prompt sent to Language Model → Generated response</a:t>
          </a:r>
        </a:p>
      </dsp:txBody>
      <dsp:txXfrm>
        <a:off x="33134" y="2285984"/>
        <a:ext cx="5935842" cy="612478"/>
      </dsp:txXfrm>
    </dsp:sp>
    <dsp:sp modelId="{4E3EBB6E-209E-634C-B3F7-ABF2F3FD796A}">
      <dsp:nvSpPr>
        <dsp:cNvPr id="0" name=""/>
        <dsp:cNvSpPr/>
      </dsp:nvSpPr>
      <dsp:spPr>
        <a:xfrm>
          <a:off x="0" y="2980556"/>
          <a:ext cx="6002110" cy="678746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All under SQL Server security</a:t>
          </a:r>
        </a:p>
      </dsp:txBody>
      <dsp:txXfrm>
        <a:off x="33134" y="3013690"/>
        <a:ext cx="5935842" cy="612478"/>
      </dsp:txXfrm>
    </dsp:sp>
  </dsp:spTree>
</dsp:drawing>
</file>

<file path=ppt/diagrams/drawing3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14DE24-6A08-BC48-A0BD-2B328DF365FC}">
      <dsp:nvSpPr>
        <dsp:cNvPr id="0" name=""/>
        <dsp:cNvSpPr/>
      </dsp:nvSpPr>
      <dsp:spPr>
        <a:xfrm>
          <a:off x="0" y="531"/>
          <a:ext cx="10515600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B96775-73EF-7A42-A771-C476E5AA4C74}">
      <dsp:nvSpPr>
        <dsp:cNvPr id="0" name=""/>
        <dsp:cNvSpPr/>
      </dsp:nvSpPr>
      <dsp:spPr>
        <a:xfrm>
          <a:off x="0" y="531"/>
          <a:ext cx="105156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New native vector data type</a:t>
          </a:r>
        </a:p>
      </dsp:txBody>
      <dsp:txXfrm>
        <a:off x="0" y="531"/>
        <a:ext cx="10515600" cy="870055"/>
      </dsp:txXfrm>
    </dsp:sp>
    <dsp:sp modelId="{1B039029-9598-6D4D-89A4-0AB0268B3B05}">
      <dsp:nvSpPr>
        <dsp:cNvPr id="0" name=""/>
        <dsp:cNvSpPr/>
      </dsp:nvSpPr>
      <dsp:spPr>
        <a:xfrm>
          <a:off x="0" y="870586"/>
          <a:ext cx="10515600" cy="0"/>
        </a:xfrm>
        <a:prstGeom prst="line">
          <a:avLst/>
        </a:prstGeom>
        <a:solidFill>
          <a:schemeClr val="accent3">
            <a:hueOff val="1029291"/>
            <a:satOff val="6178"/>
            <a:lumOff val="4706"/>
            <a:alphaOff val="0"/>
          </a:schemeClr>
        </a:solidFill>
        <a:ln w="19050" cap="flat" cmpd="sng" algn="ctr">
          <a:solidFill>
            <a:schemeClr val="accent3">
              <a:hueOff val="1029291"/>
              <a:satOff val="6178"/>
              <a:lumOff val="470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8C618B-89C1-5D41-AD9D-D3EBBB2C8F11}">
      <dsp:nvSpPr>
        <dsp:cNvPr id="0" name=""/>
        <dsp:cNvSpPr/>
      </dsp:nvSpPr>
      <dsp:spPr>
        <a:xfrm>
          <a:off x="0" y="870586"/>
          <a:ext cx="105156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Stores arrays of floating-point numbers</a:t>
          </a:r>
        </a:p>
      </dsp:txBody>
      <dsp:txXfrm>
        <a:off x="0" y="870586"/>
        <a:ext cx="10515600" cy="870055"/>
      </dsp:txXfrm>
    </dsp:sp>
    <dsp:sp modelId="{3DF5AFFC-F914-9C4F-A0C8-2C1F24D98FE8}">
      <dsp:nvSpPr>
        <dsp:cNvPr id="0" name=""/>
        <dsp:cNvSpPr/>
      </dsp:nvSpPr>
      <dsp:spPr>
        <a:xfrm>
          <a:off x="0" y="1740641"/>
          <a:ext cx="10515600" cy="0"/>
        </a:xfrm>
        <a:prstGeom prst="line">
          <a:avLst/>
        </a:prstGeom>
        <a:solidFill>
          <a:schemeClr val="accent3">
            <a:hueOff val="2058582"/>
            <a:satOff val="12356"/>
            <a:lumOff val="9413"/>
            <a:alphaOff val="0"/>
          </a:schemeClr>
        </a:solidFill>
        <a:ln w="19050" cap="flat" cmpd="sng" algn="ctr">
          <a:solidFill>
            <a:schemeClr val="accent3">
              <a:hueOff val="2058582"/>
              <a:satOff val="12356"/>
              <a:lumOff val="941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DA8BC1-29EE-FC48-9F3E-B53829F49CFD}">
      <dsp:nvSpPr>
        <dsp:cNvPr id="0" name=""/>
        <dsp:cNvSpPr/>
      </dsp:nvSpPr>
      <dsp:spPr>
        <a:xfrm>
          <a:off x="0" y="1740641"/>
          <a:ext cx="105156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Configurable dimensions (e.g., 1536 for OpenAI ada-002, 384 for smaller models)</a:t>
          </a:r>
        </a:p>
      </dsp:txBody>
      <dsp:txXfrm>
        <a:off x="0" y="1740641"/>
        <a:ext cx="10515600" cy="870055"/>
      </dsp:txXfrm>
    </dsp:sp>
    <dsp:sp modelId="{6C1BE830-4FC4-DF4E-B436-A8B01B72CFBF}">
      <dsp:nvSpPr>
        <dsp:cNvPr id="0" name=""/>
        <dsp:cNvSpPr/>
      </dsp:nvSpPr>
      <dsp:spPr>
        <a:xfrm>
          <a:off x="0" y="2610696"/>
          <a:ext cx="10515600" cy="0"/>
        </a:xfrm>
        <a:prstGeom prst="line">
          <a:avLst/>
        </a:prstGeom>
        <a:solidFill>
          <a:schemeClr val="accent3">
            <a:hueOff val="3087872"/>
            <a:satOff val="18534"/>
            <a:lumOff val="14119"/>
            <a:alphaOff val="0"/>
          </a:schemeClr>
        </a:solidFill>
        <a:ln w="19050" cap="flat" cmpd="sng" algn="ctr">
          <a:solidFill>
            <a:schemeClr val="accent3">
              <a:hueOff val="3087872"/>
              <a:satOff val="18534"/>
              <a:lumOff val="1411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DBA0F1-E567-454B-A396-D44F5385D4AD}">
      <dsp:nvSpPr>
        <dsp:cNvPr id="0" name=""/>
        <dsp:cNvSpPr/>
      </dsp:nvSpPr>
      <dsp:spPr>
        <a:xfrm>
          <a:off x="0" y="2610696"/>
          <a:ext cx="105156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Driver support across all major SQL client libraries</a:t>
          </a:r>
        </a:p>
      </dsp:txBody>
      <dsp:txXfrm>
        <a:off x="0" y="2610696"/>
        <a:ext cx="10515600" cy="870055"/>
      </dsp:txXfrm>
    </dsp:sp>
    <dsp:sp modelId="{41A4D010-65FE-C542-818B-AD0E12C52423}">
      <dsp:nvSpPr>
        <dsp:cNvPr id="0" name=""/>
        <dsp:cNvSpPr/>
      </dsp:nvSpPr>
      <dsp:spPr>
        <a:xfrm>
          <a:off x="0" y="3480751"/>
          <a:ext cx="10515600" cy="0"/>
        </a:xfrm>
        <a:prstGeom prst="line">
          <a:avLst/>
        </a:prstGeom>
        <a:solidFill>
          <a:schemeClr val="accent3">
            <a:hueOff val="4117163"/>
            <a:satOff val="24712"/>
            <a:lumOff val="18825"/>
            <a:alphaOff val="0"/>
          </a:schemeClr>
        </a:solidFill>
        <a:ln w="19050" cap="flat" cmpd="sng" algn="ctr">
          <a:solidFill>
            <a:schemeClr val="accent3">
              <a:hueOff val="4117163"/>
              <a:satOff val="24712"/>
              <a:lumOff val="1882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1231FD-1FFE-1540-A842-8E6802B749FF}">
      <dsp:nvSpPr>
        <dsp:cNvPr id="0" name=""/>
        <dsp:cNvSpPr/>
      </dsp:nvSpPr>
      <dsp:spPr>
        <a:xfrm>
          <a:off x="0" y="3480751"/>
          <a:ext cx="105156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Binary storage optimized for efficient I/O</a:t>
          </a:r>
        </a:p>
      </dsp:txBody>
      <dsp:txXfrm>
        <a:off x="0" y="3480751"/>
        <a:ext cx="10515600" cy="870055"/>
      </dsp:txXfrm>
    </dsp:sp>
  </dsp:spTree>
</dsp:drawing>
</file>

<file path=ppt/diagrams/drawing3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B40F41-C932-4041-83D4-68BC94EE69FC}">
      <dsp:nvSpPr>
        <dsp:cNvPr id="0" name=""/>
        <dsp:cNvSpPr/>
      </dsp:nvSpPr>
      <dsp:spPr>
        <a:xfrm>
          <a:off x="0" y="4307"/>
          <a:ext cx="6364224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DE1A21-2517-4D60-B87F-201989832944}">
      <dsp:nvSpPr>
        <dsp:cNvPr id="0" name=""/>
        <dsp:cNvSpPr/>
      </dsp:nvSpPr>
      <dsp:spPr>
        <a:xfrm>
          <a:off x="277554" y="210753"/>
          <a:ext cx="504644" cy="50464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7A98E7-30C4-4FF0-A23A-2B41C317BFD0}">
      <dsp:nvSpPr>
        <dsp:cNvPr id="0" name=""/>
        <dsp:cNvSpPr/>
      </dsp:nvSpPr>
      <dsp:spPr>
        <a:xfrm>
          <a:off x="1059754" y="4307"/>
          <a:ext cx="5304469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Declarative model definitions using CREATE EXTERNAL MODEL</a:t>
          </a:r>
        </a:p>
      </dsp:txBody>
      <dsp:txXfrm>
        <a:off x="1059754" y="4307"/>
        <a:ext cx="5304469" cy="917536"/>
      </dsp:txXfrm>
    </dsp:sp>
    <dsp:sp modelId="{80040604-C5E8-4A40-AC5E-8AD174A1C238}">
      <dsp:nvSpPr>
        <dsp:cNvPr id="0" name=""/>
        <dsp:cNvSpPr/>
      </dsp:nvSpPr>
      <dsp:spPr>
        <a:xfrm>
          <a:off x="0" y="1151227"/>
          <a:ext cx="6364224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57E968-E33A-4235-83A2-6398C13809B1}">
      <dsp:nvSpPr>
        <dsp:cNvPr id="0" name=""/>
        <dsp:cNvSpPr/>
      </dsp:nvSpPr>
      <dsp:spPr>
        <a:xfrm>
          <a:off x="277554" y="1357673"/>
          <a:ext cx="504644" cy="50464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CA10C7-0B9B-4FFD-AA41-6CDC011DA02D}">
      <dsp:nvSpPr>
        <dsp:cNvPr id="0" name=""/>
        <dsp:cNvSpPr/>
      </dsp:nvSpPr>
      <dsp:spPr>
        <a:xfrm>
          <a:off x="1059754" y="1151227"/>
          <a:ext cx="5304469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Supported API types: Azure OpenAI, OpenAI, Ollama, ONNX Runtime</a:t>
          </a:r>
        </a:p>
      </dsp:txBody>
      <dsp:txXfrm>
        <a:off x="1059754" y="1151227"/>
        <a:ext cx="5304469" cy="917536"/>
      </dsp:txXfrm>
    </dsp:sp>
    <dsp:sp modelId="{72E0F373-EC1B-46CD-8370-E1DB84B3569D}">
      <dsp:nvSpPr>
        <dsp:cNvPr id="0" name=""/>
        <dsp:cNvSpPr/>
      </dsp:nvSpPr>
      <dsp:spPr>
        <a:xfrm>
          <a:off x="0" y="2298147"/>
          <a:ext cx="6364224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2CED2E-0BFD-40FB-AF15-028A7A139819}">
      <dsp:nvSpPr>
        <dsp:cNvPr id="0" name=""/>
        <dsp:cNvSpPr/>
      </dsp:nvSpPr>
      <dsp:spPr>
        <a:xfrm>
          <a:off x="277554" y="2504593"/>
          <a:ext cx="504644" cy="50464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8A4200-1521-4854-92A4-129C2A9626BC}">
      <dsp:nvSpPr>
        <dsp:cNvPr id="0" name=""/>
        <dsp:cNvSpPr/>
      </dsp:nvSpPr>
      <dsp:spPr>
        <a:xfrm>
          <a:off x="1059754" y="2298147"/>
          <a:ext cx="5304469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Points to a REST endpoint — models run outside the engine</a:t>
          </a:r>
        </a:p>
      </dsp:txBody>
      <dsp:txXfrm>
        <a:off x="1059754" y="2298147"/>
        <a:ext cx="5304469" cy="917536"/>
      </dsp:txXfrm>
    </dsp:sp>
    <dsp:sp modelId="{702BA93F-232D-4390-9764-FFB86E9ED274}">
      <dsp:nvSpPr>
        <dsp:cNvPr id="0" name=""/>
        <dsp:cNvSpPr/>
      </dsp:nvSpPr>
      <dsp:spPr>
        <a:xfrm>
          <a:off x="0" y="3445068"/>
          <a:ext cx="6364224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4D925A-4EBC-4D88-B4DD-95CE9C5826F1}">
      <dsp:nvSpPr>
        <dsp:cNvPr id="0" name=""/>
        <dsp:cNvSpPr/>
      </dsp:nvSpPr>
      <dsp:spPr>
        <a:xfrm>
          <a:off x="277554" y="3651513"/>
          <a:ext cx="504644" cy="50464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E3027D-3AE0-4545-A129-BFAB3A853CC1}">
      <dsp:nvSpPr>
        <dsp:cNvPr id="0" name=""/>
        <dsp:cNvSpPr/>
      </dsp:nvSpPr>
      <dsp:spPr>
        <a:xfrm>
          <a:off x="1059754" y="3445068"/>
          <a:ext cx="5304469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System view for managing model definitions</a:t>
          </a:r>
        </a:p>
      </dsp:txBody>
      <dsp:txXfrm>
        <a:off x="1059754" y="3445068"/>
        <a:ext cx="5304469" cy="917536"/>
      </dsp:txXfrm>
    </dsp:sp>
    <dsp:sp modelId="{A2791797-DD1C-4D19-995F-02EBC50F5B51}">
      <dsp:nvSpPr>
        <dsp:cNvPr id="0" name=""/>
        <dsp:cNvSpPr/>
      </dsp:nvSpPr>
      <dsp:spPr>
        <a:xfrm>
          <a:off x="0" y="4591988"/>
          <a:ext cx="6364224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7C3495-2349-4C6B-BAC6-F4A01AF6F06A}">
      <dsp:nvSpPr>
        <dsp:cNvPr id="0" name=""/>
        <dsp:cNvSpPr/>
      </dsp:nvSpPr>
      <dsp:spPr>
        <a:xfrm>
          <a:off x="277554" y="4798433"/>
          <a:ext cx="504644" cy="50464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68CDC3-3216-4949-B857-83FA541596FC}">
      <dsp:nvSpPr>
        <dsp:cNvPr id="0" name=""/>
        <dsp:cNvSpPr/>
      </dsp:nvSpPr>
      <dsp:spPr>
        <a:xfrm>
          <a:off x="1059754" y="4591988"/>
          <a:ext cx="5304469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Ground or cloud deployment</a:t>
          </a:r>
        </a:p>
      </dsp:txBody>
      <dsp:txXfrm>
        <a:off x="1059754" y="4591988"/>
        <a:ext cx="5304469" cy="917536"/>
      </dsp:txXfrm>
    </dsp:sp>
  </dsp:spTree>
</dsp:drawing>
</file>

<file path=ppt/diagrams/drawing3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8BB6F3-6A0A-0C47-8DCC-9655C0D202A1}">
      <dsp:nvSpPr>
        <dsp:cNvPr id="0" name=""/>
        <dsp:cNvSpPr/>
      </dsp:nvSpPr>
      <dsp:spPr>
        <a:xfrm>
          <a:off x="0" y="21455"/>
          <a:ext cx="6364224" cy="103428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T-SQL functions to generate embeddings from your data</a:t>
          </a:r>
        </a:p>
      </dsp:txBody>
      <dsp:txXfrm>
        <a:off x="50489" y="71944"/>
        <a:ext cx="6263246" cy="933302"/>
      </dsp:txXfrm>
    </dsp:sp>
    <dsp:sp modelId="{7D3C0B78-001D-0844-B3A7-C14C9D85EDA6}">
      <dsp:nvSpPr>
        <dsp:cNvPr id="0" name=""/>
        <dsp:cNvSpPr/>
      </dsp:nvSpPr>
      <dsp:spPr>
        <a:xfrm>
          <a:off x="0" y="1130615"/>
          <a:ext cx="6364224" cy="1034280"/>
        </a:xfrm>
        <a:prstGeom prst="roundRect">
          <a:avLst/>
        </a:prstGeom>
        <a:solidFill>
          <a:schemeClr val="accent3">
            <a:hueOff val="1029291"/>
            <a:satOff val="6178"/>
            <a:lumOff val="470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Text chunking: break large text into model-appropriate segments</a:t>
          </a:r>
        </a:p>
      </dsp:txBody>
      <dsp:txXfrm>
        <a:off x="50489" y="1181104"/>
        <a:ext cx="6263246" cy="933302"/>
      </dsp:txXfrm>
    </dsp:sp>
    <dsp:sp modelId="{7F7168A0-8876-4F4B-AF4E-1974D0F43A1D}">
      <dsp:nvSpPr>
        <dsp:cNvPr id="0" name=""/>
        <dsp:cNvSpPr/>
      </dsp:nvSpPr>
      <dsp:spPr>
        <a:xfrm>
          <a:off x="0" y="2239775"/>
          <a:ext cx="6364224" cy="1034280"/>
        </a:xfrm>
        <a:prstGeom prst="roundRect">
          <a:avLst/>
        </a:prstGeom>
        <a:solidFill>
          <a:schemeClr val="accent3">
            <a:hueOff val="2058582"/>
            <a:satOff val="12356"/>
            <a:lumOff val="941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Multi-modal embedding support</a:t>
          </a:r>
        </a:p>
      </dsp:txBody>
      <dsp:txXfrm>
        <a:off x="50489" y="2290264"/>
        <a:ext cx="6263246" cy="933302"/>
      </dsp:txXfrm>
    </dsp:sp>
    <dsp:sp modelId="{E7454E56-DE05-9449-858B-734AD828DF3F}">
      <dsp:nvSpPr>
        <dsp:cNvPr id="0" name=""/>
        <dsp:cNvSpPr/>
      </dsp:nvSpPr>
      <dsp:spPr>
        <a:xfrm>
          <a:off x="0" y="3348936"/>
          <a:ext cx="6364224" cy="1034280"/>
        </a:xfrm>
        <a:prstGeom prst="roundRect">
          <a:avLst/>
        </a:prstGeom>
        <a:solidFill>
          <a:schemeClr val="accent3">
            <a:hueOff val="3087872"/>
            <a:satOff val="18534"/>
            <a:lumOff val="1411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Works with any REST-accessible embedding model</a:t>
          </a:r>
        </a:p>
      </dsp:txBody>
      <dsp:txXfrm>
        <a:off x="50489" y="3399425"/>
        <a:ext cx="6263246" cy="933302"/>
      </dsp:txXfrm>
    </dsp:sp>
    <dsp:sp modelId="{88A7AB71-4164-A043-A552-B81871CD1CE8}">
      <dsp:nvSpPr>
        <dsp:cNvPr id="0" name=""/>
        <dsp:cNvSpPr/>
      </dsp:nvSpPr>
      <dsp:spPr>
        <a:xfrm>
          <a:off x="0" y="4458096"/>
          <a:ext cx="6364224" cy="1034280"/>
        </a:xfrm>
        <a:prstGeom prst="roundRect">
          <a:avLst/>
        </a:prstGeom>
        <a:solidFill>
          <a:schemeClr val="accent3">
            <a:hueOff val="4117163"/>
            <a:satOff val="24712"/>
            <a:lumOff val="1882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Store embeddings in vector columns alongside your relational data</a:t>
          </a:r>
        </a:p>
      </dsp:txBody>
      <dsp:txXfrm>
        <a:off x="50489" y="4508585"/>
        <a:ext cx="6263246" cy="933302"/>
      </dsp:txXfrm>
    </dsp:sp>
  </dsp:spTree>
</dsp:drawing>
</file>

<file path=ppt/diagrams/drawing3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5C9CC0-B109-AF49-8C25-BC3C16136E35}">
      <dsp:nvSpPr>
        <dsp:cNvPr id="0" name=""/>
        <dsp:cNvSpPr/>
      </dsp:nvSpPr>
      <dsp:spPr>
        <a:xfrm>
          <a:off x="0" y="72756"/>
          <a:ext cx="6364224" cy="127296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Brute-force exact nearest neighbor search</a:t>
          </a:r>
        </a:p>
      </dsp:txBody>
      <dsp:txXfrm>
        <a:off x="62141" y="134897"/>
        <a:ext cx="6239942" cy="1148678"/>
      </dsp:txXfrm>
    </dsp:sp>
    <dsp:sp modelId="{878E84C0-886D-FE48-98F6-6794F858DDA3}">
      <dsp:nvSpPr>
        <dsp:cNvPr id="0" name=""/>
        <dsp:cNvSpPr/>
      </dsp:nvSpPr>
      <dsp:spPr>
        <a:xfrm>
          <a:off x="0" y="1437876"/>
          <a:ext cx="6364224" cy="1272960"/>
        </a:xfrm>
        <a:prstGeom prst="roundRect">
          <a:avLst/>
        </a:prstGeom>
        <a:solidFill>
          <a:schemeClr val="accent3">
            <a:hueOff val="1372388"/>
            <a:satOff val="8237"/>
            <a:lumOff val="627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Compares prompt embedding against all stored embeddings</a:t>
          </a:r>
        </a:p>
      </dsp:txBody>
      <dsp:txXfrm>
        <a:off x="62141" y="1500017"/>
        <a:ext cx="6239942" cy="1148678"/>
      </dsp:txXfrm>
    </dsp:sp>
    <dsp:sp modelId="{4B4F3A34-16AB-8341-A6C9-3F45BAF3C296}">
      <dsp:nvSpPr>
        <dsp:cNvPr id="0" name=""/>
        <dsp:cNvSpPr/>
      </dsp:nvSpPr>
      <dsp:spPr>
        <a:xfrm>
          <a:off x="0" y="2802996"/>
          <a:ext cx="6364224" cy="1272960"/>
        </a:xfrm>
        <a:prstGeom prst="roundRect">
          <a:avLst/>
        </a:prstGeom>
        <a:solidFill>
          <a:schemeClr val="accent3">
            <a:hueOff val="2744775"/>
            <a:satOff val="16475"/>
            <a:lumOff val="1255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Accurate but slower on large datasets</a:t>
          </a:r>
        </a:p>
      </dsp:txBody>
      <dsp:txXfrm>
        <a:off x="62141" y="2865137"/>
        <a:ext cx="6239942" cy="1148678"/>
      </dsp:txXfrm>
    </dsp:sp>
    <dsp:sp modelId="{73F126DA-4EFA-EB4B-8255-0B4C5FE0191F}">
      <dsp:nvSpPr>
        <dsp:cNvPr id="0" name=""/>
        <dsp:cNvSpPr/>
      </dsp:nvSpPr>
      <dsp:spPr>
        <a:xfrm>
          <a:off x="0" y="4168116"/>
          <a:ext cx="6364224" cy="1272960"/>
        </a:xfrm>
        <a:prstGeom prst="roundRect">
          <a:avLst/>
        </a:prstGeom>
        <a:solidFill>
          <a:schemeClr val="accent3">
            <a:hueOff val="4117163"/>
            <a:satOff val="24712"/>
            <a:lumOff val="1882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Good for smaller datasets or when precision is critical</a:t>
          </a:r>
        </a:p>
      </dsp:txBody>
      <dsp:txXfrm>
        <a:off x="62141" y="4230257"/>
        <a:ext cx="6239942" cy="1148678"/>
      </dsp:txXfrm>
    </dsp:sp>
  </dsp:spTree>
</dsp:drawing>
</file>

<file path=ppt/diagrams/drawing3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B5ACC4-68C9-5740-A93B-B8B53DF95EAE}">
      <dsp:nvSpPr>
        <dsp:cNvPr id="0" name=""/>
        <dsp:cNvSpPr/>
      </dsp:nvSpPr>
      <dsp:spPr>
        <a:xfrm>
          <a:off x="0" y="675"/>
          <a:ext cx="6900512" cy="0"/>
        </a:xfrm>
        <a:prstGeom prst="line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5816AC-9A2E-3448-8C1C-DA01439E1700}">
      <dsp:nvSpPr>
        <dsp:cNvPr id="0" name=""/>
        <dsp:cNvSpPr/>
      </dsp:nvSpPr>
      <dsp:spPr>
        <a:xfrm>
          <a:off x="0" y="675"/>
          <a:ext cx="6900512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 err="1"/>
            <a:t>DiskANN</a:t>
          </a:r>
          <a:r>
            <a:rPr lang="en-US" sz="2200" kern="1200" dirty="0"/>
            <a:t>: Microsoft Research technology for billion-scale approximate nearest neighbor</a:t>
          </a:r>
        </a:p>
      </dsp:txBody>
      <dsp:txXfrm>
        <a:off x="0" y="675"/>
        <a:ext cx="6900512" cy="790684"/>
      </dsp:txXfrm>
    </dsp:sp>
    <dsp:sp modelId="{286F2383-0403-5E46-985A-5F11CE3E8B5E}">
      <dsp:nvSpPr>
        <dsp:cNvPr id="0" name=""/>
        <dsp:cNvSpPr/>
      </dsp:nvSpPr>
      <dsp:spPr>
        <a:xfrm>
          <a:off x="0" y="791359"/>
          <a:ext cx="6900512" cy="0"/>
        </a:xfrm>
        <a:prstGeom prst="line">
          <a:avLst/>
        </a:prstGeom>
        <a:solidFill>
          <a:schemeClr val="accent1">
            <a:shade val="80000"/>
            <a:hueOff val="90933"/>
            <a:satOff val="-9482"/>
            <a:lumOff val="6370"/>
            <a:alphaOff val="0"/>
          </a:schemeClr>
        </a:solidFill>
        <a:ln w="19050" cap="flat" cmpd="sng" algn="ctr">
          <a:solidFill>
            <a:schemeClr val="accent1">
              <a:shade val="80000"/>
              <a:hueOff val="90933"/>
              <a:satOff val="-9482"/>
              <a:lumOff val="637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936FB9-449D-1D43-9C5E-61090C542BE2}">
      <dsp:nvSpPr>
        <dsp:cNvPr id="0" name=""/>
        <dsp:cNvSpPr/>
      </dsp:nvSpPr>
      <dsp:spPr>
        <a:xfrm>
          <a:off x="0" y="791359"/>
          <a:ext cx="6900512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Create a vector index on your vector column</a:t>
          </a:r>
        </a:p>
      </dsp:txBody>
      <dsp:txXfrm>
        <a:off x="0" y="791359"/>
        <a:ext cx="6900512" cy="790684"/>
      </dsp:txXfrm>
    </dsp:sp>
    <dsp:sp modelId="{75DCCDFE-FD17-4344-A517-B88F7871ADFA}">
      <dsp:nvSpPr>
        <dsp:cNvPr id="0" name=""/>
        <dsp:cNvSpPr/>
      </dsp:nvSpPr>
      <dsp:spPr>
        <a:xfrm>
          <a:off x="0" y="1582044"/>
          <a:ext cx="6900512" cy="0"/>
        </a:xfrm>
        <a:prstGeom prst="line">
          <a:avLst/>
        </a:prstGeom>
        <a:solidFill>
          <a:schemeClr val="accent1">
            <a:shade val="80000"/>
            <a:hueOff val="181866"/>
            <a:satOff val="-18964"/>
            <a:lumOff val="12740"/>
            <a:alphaOff val="0"/>
          </a:schemeClr>
        </a:solidFill>
        <a:ln w="19050" cap="flat" cmpd="sng" algn="ctr">
          <a:solidFill>
            <a:schemeClr val="accent1">
              <a:shade val="80000"/>
              <a:hueOff val="181866"/>
              <a:satOff val="-18964"/>
              <a:lumOff val="1274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335857-47E7-4E41-B7A4-1360E2F80B9B}">
      <dsp:nvSpPr>
        <dsp:cNvPr id="0" name=""/>
        <dsp:cNvSpPr/>
      </dsp:nvSpPr>
      <dsp:spPr>
        <a:xfrm>
          <a:off x="0" y="1582044"/>
          <a:ext cx="6900512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VECTOR_SEARCH uses the index for fast approximate results</a:t>
          </a:r>
        </a:p>
      </dsp:txBody>
      <dsp:txXfrm>
        <a:off x="0" y="1582044"/>
        <a:ext cx="6900512" cy="790684"/>
      </dsp:txXfrm>
    </dsp:sp>
    <dsp:sp modelId="{AB100D95-AD3E-8142-8F89-2A7A0B9EA198}">
      <dsp:nvSpPr>
        <dsp:cNvPr id="0" name=""/>
        <dsp:cNvSpPr/>
      </dsp:nvSpPr>
      <dsp:spPr>
        <a:xfrm>
          <a:off x="0" y="2372728"/>
          <a:ext cx="6900512" cy="0"/>
        </a:xfrm>
        <a:prstGeom prst="line">
          <a:avLst/>
        </a:prstGeom>
        <a:solidFill>
          <a:schemeClr val="accent1">
            <a:shade val="80000"/>
            <a:hueOff val="272799"/>
            <a:satOff val="-28446"/>
            <a:lumOff val="19110"/>
            <a:alphaOff val="0"/>
          </a:schemeClr>
        </a:solidFill>
        <a:ln w="19050" cap="flat" cmpd="sng" algn="ctr">
          <a:solidFill>
            <a:schemeClr val="accent1">
              <a:shade val="80000"/>
              <a:hueOff val="272799"/>
              <a:satOff val="-28446"/>
              <a:lumOff val="1911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1E0ED8-761B-7544-A8C3-21C2D34632BC}">
      <dsp:nvSpPr>
        <dsp:cNvPr id="0" name=""/>
        <dsp:cNvSpPr/>
      </dsp:nvSpPr>
      <dsp:spPr>
        <a:xfrm>
          <a:off x="0" y="2372728"/>
          <a:ext cx="6900512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Orders of magnitude faster than brute-force on large datasets</a:t>
          </a:r>
        </a:p>
      </dsp:txBody>
      <dsp:txXfrm>
        <a:off x="0" y="2372728"/>
        <a:ext cx="6900512" cy="790684"/>
      </dsp:txXfrm>
    </dsp:sp>
    <dsp:sp modelId="{EDF0813C-B04E-9249-AD29-B8FD00307EA6}">
      <dsp:nvSpPr>
        <dsp:cNvPr id="0" name=""/>
        <dsp:cNvSpPr/>
      </dsp:nvSpPr>
      <dsp:spPr>
        <a:xfrm>
          <a:off x="0" y="3163412"/>
          <a:ext cx="6900512" cy="0"/>
        </a:xfrm>
        <a:prstGeom prst="line">
          <a:avLst/>
        </a:prstGeom>
        <a:solidFill>
          <a:schemeClr val="accent1">
            <a:shade val="80000"/>
            <a:hueOff val="363732"/>
            <a:satOff val="-37928"/>
            <a:lumOff val="25481"/>
            <a:alphaOff val="0"/>
          </a:schemeClr>
        </a:solidFill>
        <a:ln w="19050" cap="flat" cmpd="sng" algn="ctr">
          <a:solidFill>
            <a:schemeClr val="accent1">
              <a:shade val="80000"/>
              <a:hueOff val="363732"/>
              <a:satOff val="-37928"/>
              <a:lumOff val="2548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93F29F-0E56-944B-9830-CC122C1A0F36}">
      <dsp:nvSpPr>
        <dsp:cNvPr id="0" name=""/>
        <dsp:cNvSpPr/>
      </dsp:nvSpPr>
      <dsp:spPr>
        <a:xfrm>
          <a:off x="0" y="3163412"/>
          <a:ext cx="6900512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Index maintenance considerations</a:t>
          </a:r>
        </a:p>
      </dsp:txBody>
      <dsp:txXfrm>
        <a:off x="0" y="3163412"/>
        <a:ext cx="6900512" cy="790684"/>
      </dsp:txXfrm>
    </dsp:sp>
    <dsp:sp modelId="{B5348851-44D5-5540-881F-89F832CF9318}">
      <dsp:nvSpPr>
        <dsp:cNvPr id="0" name=""/>
        <dsp:cNvSpPr/>
      </dsp:nvSpPr>
      <dsp:spPr>
        <a:xfrm>
          <a:off x="0" y="3954096"/>
          <a:ext cx="6900512" cy="0"/>
        </a:xfrm>
        <a:prstGeom prst="line">
          <a:avLst/>
        </a:prstGeom>
        <a:solidFill>
          <a:schemeClr val="accent1">
            <a:shade val="80000"/>
            <a:hueOff val="454665"/>
            <a:satOff val="-47410"/>
            <a:lumOff val="31851"/>
            <a:alphaOff val="0"/>
          </a:schemeClr>
        </a:solidFill>
        <a:ln w="19050" cap="flat" cmpd="sng" algn="ctr">
          <a:solidFill>
            <a:schemeClr val="accent1">
              <a:shade val="80000"/>
              <a:hueOff val="454665"/>
              <a:satOff val="-47410"/>
              <a:lumOff val="3185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4B620C-4AFA-FE4A-9A84-CD280AF6E835}">
      <dsp:nvSpPr>
        <dsp:cNvPr id="0" name=""/>
        <dsp:cNvSpPr/>
      </dsp:nvSpPr>
      <dsp:spPr>
        <a:xfrm>
          <a:off x="0" y="3954096"/>
          <a:ext cx="6900512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Enabled by PREVIEW_FEATURES</a:t>
          </a:r>
        </a:p>
      </dsp:txBody>
      <dsp:txXfrm>
        <a:off x="0" y="3954096"/>
        <a:ext cx="6900512" cy="790684"/>
      </dsp:txXfrm>
    </dsp:sp>
    <dsp:sp modelId="{596C6B84-0383-AA44-BDDA-021BD331623D}">
      <dsp:nvSpPr>
        <dsp:cNvPr id="0" name=""/>
        <dsp:cNvSpPr/>
      </dsp:nvSpPr>
      <dsp:spPr>
        <a:xfrm>
          <a:off x="0" y="4744781"/>
          <a:ext cx="6900512" cy="0"/>
        </a:xfrm>
        <a:prstGeom prst="line">
          <a:avLst/>
        </a:prstGeom>
        <a:solidFill>
          <a:schemeClr val="accent1">
            <a:shade val="80000"/>
            <a:hueOff val="545598"/>
            <a:satOff val="-56892"/>
            <a:lumOff val="38221"/>
            <a:alphaOff val="0"/>
          </a:schemeClr>
        </a:solidFill>
        <a:ln w="19050" cap="flat" cmpd="sng" algn="ctr">
          <a:solidFill>
            <a:schemeClr val="accent1">
              <a:shade val="80000"/>
              <a:hueOff val="545598"/>
              <a:satOff val="-56892"/>
              <a:lumOff val="3822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06FB65-14EC-0D49-81FB-9D2375C55A75}">
      <dsp:nvSpPr>
        <dsp:cNvPr id="0" name=""/>
        <dsp:cNvSpPr/>
      </dsp:nvSpPr>
      <dsp:spPr>
        <a:xfrm>
          <a:off x="0" y="4744781"/>
          <a:ext cx="6900512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Index is not currently updateable</a:t>
          </a:r>
        </a:p>
      </dsp:txBody>
      <dsp:txXfrm>
        <a:off x="0" y="4744781"/>
        <a:ext cx="6900512" cy="790684"/>
      </dsp:txXfrm>
    </dsp:sp>
  </dsp:spTree>
</dsp:drawing>
</file>

<file path=ppt/diagrams/drawing3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044B5F-8A66-B048-B706-A2D4BFE6F00B}">
      <dsp:nvSpPr>
        <dsp:cNvPr id="0" name=""/>
        <dsp:cNvSpPr/>
      </dsp:nvSpPr>
      <dsp:spPr>
        <a:xfrm>
          <a:off x="0" y="0"/>
          <a:ext cx="6900512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805530-7D24-4C40-94CD-E9DC825AE1D0}">
      <dsp:nvSpPr>
        <dsp:cNvPr id="0" name=""/>
        <dsp:cNvSpPr/>
      </dsp:nvSpPr>
      <dsp:spPr>
        <a:xfrm>
          <a:off x="0" y="0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Step 1: CREATE EXTERNAL MODEL pointing to Azure OpenAI, Ollama, etc.</a:t>
          </a:r>
        </a:p>
      </dsp:txBody>
      <dsp:txXfrm>
        <a:off x="0" y="0"/>
        <a:ext cx="6900512" cy="1384035"/>
      </dsp:txXfrm>
    </dsp:sp>
    <dsp:sp modelId="{20B984A1-DC0C-F940-9B58-2F50B68B26C6}">
      <dsp:nvSpPr>
        <dsp:cNvPr id="0" name=""/>
        <dsp:cNvSpPr/>
      </dsp:nvSpPr>
      <dsp:spPr>
        <a:xfrm>
          <a:off x="0" y="1384035"/>
          <a:ext cx="6900512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EF6CE7-8021-8748-9DA2-F105EEB58413}">
      <dsp:nvSpPr>
        <dsp:cNvPr id="0" name=""/>
        <dsp:cNvSpPr/>
      </dsp:nvSpPr>
      <dsp:spPr>
        <a:xfrm>
          <a:off x="0" y="1384035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Step 2: T-SQL to generate embeddings from your existing data and store in vector column</a:t>
          </a:r>
        </a:p>
      </dsp:txBody>
      <dsp:txXfrm>
        <a:off x="0" y="1384035"/>
        <a:ext cx="6900512" cy="1384035"/>
      </dsp:txXfrm>
    </dsp:sp>
    <dsp:sp modelId="{A6F403B0-8887-C54E-B7E7-36A97E62B67E}">
      <dsp:nvSpPr>
        <dsp:cNvPr id="0" name=""/>
        <dsp:cNvSpPr/>
      </dsp:nvSpPr>
      <dsp:spPr>
        <a:xfrm>
          <a:off x="0" y="2768070"/>
          <a:ext cx="6900512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6628C8-42D5-094E-93E6-E8E1537BA57C}">
      <dsp:nvSpPr>
        <dsp:cNvPr id="0" name=""/>
        <dsp:cNvSpPr/>
      </dsp:nvSpPr>
      <dsp:spPr>
        <a:xfrm>
          <a:off x="0" y="2768070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Step 3: Create DiskANN vector index for fast retrieval</a:t>
          </a:r>
        </a:p>
      </dsp:txBody>
      <dsp:txXfrm>
        <a:off x="0" y="2768070"/>
        <a:ext cx="6900512" cy="1384035"/>
      </dsp:txXfrm>
    </dsp:sp>
    <dsp:sp modelId="{B7DB90C7-EA67-FF48-A7E6-713FB9529283}">
      <dsp:nvSpPr>
        <dsp:cNvPr id="0" name=""/>
        <dsp:cNvSpPr/>
      </dsp:nvSpPr>
      <dsp:spPr>
        <a:xfrm>
          <a:off x="0" y="4152105"/>
          <a:ext cx="6900512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C2934E-F8D0-6C42-843B-B14384146DB1}">
      <dsp:nvSpPr>
        <dsp:cNvPr id="0" name=""/>
        <dsp:cNvSpPr/>
      </dsp:nvSpPr>
      <dsp:spPr>
        <a:xfrm>
          <a:off x="0" y="4152105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Models run outside the engine — you choose where</a:t>
          </a:r>
        </a:p>
      </dsp:txBody>
      <dsp:txXfrm>
        <a:off x="0" y="4152105"/>
        <a:ext cx="6900512" cy="1384035"/>
      </dsp:txXfrm>
    </dsp:sp>
  </dsp:spTree>
</dsp:drawing>
</file>

<file path=ppt/diagrams/drawing4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737B77-3A9F-AC46-B6E0-8790C440E812}">
      <dsp:nvSpPr>
        <dsp:cNvPr id="0" name=""/>
        <dsp:cNvSpPr/>
      </dsp:nvSpPr>
      <dsp:spPr>
        <a:xfrm>
          <a:off x="0" y="478"/>
          <a:ext cx="5324475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1F0066-7BB2-A148-9BB4-7E6250FD1C37}">
      <dsp:nvSpPr>
        <dsp:cNvPr id="0" name=""/>
        <dsp:cNvSpPr/>
      </dsp:nvSpPr>
      <dsp:spPr>
        <a:xfrm>
          <a:off x="0" y="478"/>
          <a:ext cx="5324475" cy="5597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Azure OpenAI — cloud hosted, enterprise grade</a:t>
          </a:r>
        </a:p>
      </dsp:txBody>
      <dsp:txXfrm>
        <a:off x="0" y="478"/>
        <a:ext cx="5324475" cy="559797"/>
      </dsp:txXfrm>
    </dsp:sp>
    <dsp:sp modelId="{55D62505-C7EC-CE46-B373-482854CBDB25}">
      <dsp:nvSpPr>
        <dsp:cNvPr id="0" name=""/>
        <dsp:cNvSpPr/>
      </dsp:nvSpPr>
      <dsp:spPr>
        <a:xfrm>
          <a:off x="0" y="560275"/>
          <a:ext cx="5324475" cy="0"/>
        </a:xfrm>
        <a:prstGeom prst="line">
          <a:avLst/>
        </a:prstGeom>
        <a:solidFill>
          <a:schemeClr val="accent3">
            <a:hueOff val="686194"/>
            <a:satOff val="4119"/>
            <a:lumOff val="3138"/>
            <a:alphaOff val="0"/>
          </a:schemeClr>
        </a:solidFill>
        <a:ln w="19050" cap="flat" cmpd="sng" algn="ctr">
          <a:solidFill>
            <a:schemeClr val="accent3">
              <a:hueOff val="686194"/>
              <a:satOff val="4119"/>
              <a:lumOff val="313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0F8D5F-7431-5B47-8AF5-936AF0D04C69}">
      <dsp:nvSpPr>
        <dsp:cNvPr id="0" name=""/>
        <dsp:cNvSpPr/>
      </dsp:nvSpPr>
      <dsp:spPr>
        <a:xfrm>
          <a:off x="0" y="560275"/>
          <a:ext cx="5324475" cy="5597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OpenAI — direct API access</a:t>
          </a:r>
        </a:p>
      </dsp:txBody>
      <dsp:txXfrm>
        <a:off x="0" y="560275"/>
        <a:ext cx="5324475" cy="559797"/>
      </dsp:txXfrm>
    </dsp:sp>
    <dsp:sp modelId="{4CE464D3-A6FC-FD41-9466-83A706989B73}">
      <dsp:nvSpPr>
        <dsp:cNvPr id="0" name=""/>
        <dsp:cNvSpPr/>
      </dsp:nvSpPr>
      <dsp:spPr>
        <a:xfrm>
          <a:off x="0" y="1120073"/>
          <a:ext cx="5324475" cy="0"/>
        </a:xfrm>
        <a:prstGeom prst="line">
          <a:avLst/>
        </a:prstGeom>
        <a:solidFill>
          <a:schemeClr val="accent3">
            <a:hueOff val="1372388"/>
            <a:satOff val="8237"/>
            <a:lumOff val="6275"/>
            <a:alphaOff val="0"/>
          </a:schemeClr>
        </a:solidFill>
        <a:ln w="19050" cap="flat" cmpd="sng" algn="ctr">
          <a:solidFill>
            <a:schemeClr val="accent3">
              <a:hueOff val="1372388"/>
              <a:satOff val="8237"/>
              <a:lumOff val="627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94AF4B-DEBC-A544-A8F8-42C020C1E5F8}">
      <dsp:nvSpPr>
        <dsp:cNvPr id="0" name=""/>
        <dsp:cNvSpPr/>
      </dsp:nvSpPr>
      <dsp:spPr>
        <a:xfrm>
          <a:off x="0" y="1120073"/>
          <a:ext cx="5324475" cy="5597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Ollama — locally hosted open-source models (Llama, Mistral, etc.)</a:t>
          </a:r>
        </a:p>
      </dsp:txBody>
      <dsp:txXfrm>
        <a:off x="0" y="1120073"/>
        <a:ext cx="5324475" cy="559797"/>
      </dsp:txXfrm>
    </dsp:sp>
    <dsp:sp modelId="{6567B928-2AF9-6B45-A321-F812FD4A1E1A}">
      <dsp:nvSpPr>
        <dsp:cNvPr id="0" name=""/>
        <dsp:cNvSpPr/>
      </dsp:nvSpPr>
      <dsp:spPr>
        <a:xfrm>
          <a:off x="0" y="1679870"/>
          <a:ext cx="5324475" cy="0"/>
        </a:xfrm>
        <a:prstGeom prst="line">
          <a:avLst/>
        </a:prstGeom>
        <a:solidFill>
          <a:schemeClr val="accent3">
            <a:hueOff val="2058582"/>
            <a:satOff val="12356"/>
            <a:lumOff val="9413"/>
            <a:alphaOff val="0"/>
          </a:schemeClr>
        </a:solidFill>
        <a:ln w="19050" cap="flat" cmpd="sng" algn="ctr">
          <a:solidFill>
            <a:schemeClr val="accent3">
              <a:hueOff val="2058582"/>
              <a:satOff val="12356"/>
              <a:lumOff val="941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88E5D7-9DC1-314C-A520-5445E97005CA}">
      <dsp:nvSpPr>
        <dsp:cNvPr id="0" name=""/>
        <dsp:cNvSpPr/>
      </dsp:nvSpPr>
      <dsp:spPr>
        <a:xfrm>
          <a:off x="0" y="1679870"/>
          <a:ext cx="5324475" cy="5597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ONNX Runtime — local inference engine (PREVIEW_FEATURES)</a:t>
          </a:r>
        </a:p>
      </dsp:txBody>
      <dsp:txXfrm>
        <a:off x="0" y="1679870"/>
        <a:ext cx="5324475" cy="559797"/>
      </dsp:txXfrm>
    </dsp:sp>
    <dsp:sp modelId="{B8EDDAD1-075C-AF41-8DC6-4E823440D24A}">
      <dsp:nvSpPr>
        <dsp:cNvPr id="0" name=""/>
        <dsp:cNvSpPr/>
      </dsp:nvSpPr>
      <dsp:spPr>
        <a:xfrm>
          <a:off x="0" y="2239667"/>
          <a:ext cx="5324475" cy="0"/>
        </a:xfrm>
        <a:prstGeom prst="line">
          <a:avLst/>
        </a:prstGeom>
        <a:solidFill>
          <a:schemeClr val="accent3">
            <a:hueOff val="2744775"/>
            <a:satOff val="16475"/>
            <a:lumOff val="12550"/>
            <a:alphaOff val="0"/>
          </a:schemeClr>
        </a:solidFill>
        <a:ln w="19050" cap="flat" cmpd="sng" algn="ctr">
          <a:solidFill>
            <a:schemeClr val="accent3">
              <a:hueOff val="2744775"/>
              <a:satOff val="16475"/>
              <a:lumOff val="1255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F46727-57B4-BE40-8816-4BE9F700CAC8}">
      <dsp:nvSpPr>
        <dsp:cNvPr id="0" name=""/>
        <dsp:cNvSpPr/>
      </dsp:nvSpPr>
      <dsp:spPr>
        <a:xfrm>
          <a:off x="0" y="2239667"/>
          <a:ext cx="5324475" cy="5597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KServe, vLLM, NVIDIA Triton — network hosted</a:t>
          </a:r>
        </a:p>
      </dsp:txBody>
      <dsp:txXfrm>
        <a:off x="0" y="2239667"/>
        <a:ext cx="5324475" cy="559797"/>
      </dsp:txXfrm>
    </dsp:sp>
    <dsp:sp modelId="{28EA8E5C-3747-1545-B80E-647AD1F32269}">
      <dsp:nvSpPr>
        <dsp:cNvPr id="0" name=""/>
        <dsp:cNvSpPr/>
      </dsp:nvSpPr>
      <dsp:spPr>
        <a:xfrm>
          <a:off x="0" y="2799464"/>
          <a:ext cx="5324475" cy="0"/>
        </a:xfrm>
        <a:prstGeom prst="line">
          <a:avLst/>
        </a:prstGeom>
        <a:solidFill>
          <a:schemeClr val="accent3">
            <a:hueOff val="3430969"/>
            <a:satOff val="20593"/>
            <a:lumOff val="15687"/>
            <a:alphaOff val="0"/>
          </a:schemeClr>
        </a:solidFill>
        <a:ln w="19050" cap="flat" cmpd="sng" algn="ctr">
          <a:solidFill>
            <a:schemeClr val="accent3">
              <a:hueOff val="3430969"/>
              <a:satOff val="20593"/>
              <a:lumOff val="1568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5C04D0-18FE-A24D-8964-F14C29DAAFF9}">
      <dsp:nvSpPr>
        <dsp:cNvPr id="0" name=""/>
        <dsp:cNvSpPr/>
      </dsp:nvSpPr>
      <dsp:spPr>
        <a:xfrm>
          <a:off x="0" y="2799464"/>
          <a:ext cx="5324475" cy="5597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Hugging Face models via compatible serving layers</a:t>
          </a:r>
        </a:p>
      </dsp:txBody>
      <dsp:txXfrm>
        <a:off x="0" y="2799464"/>
        <a:ext cx="5324475" cy="559797"/>
      </dsp:txXfrm>
    </dsp:sp>
    <dsp:sp modelId="{8B8963AC-70ED-664A-AFD7-9D57517BA6CD}">
      <dsp:nvSpPr>
        <dsp:cNvPr id="0" name=""/>
        <dsp:cNvSpPr/>
      </dsp:nvSpPr>
      <dsp:spPr>
        <a:xfrm>
          <a:off x="0" y="3359262"/>
          <a:ext cx="5324475" cy="0"/>
        </a:xfrm>
        <a:prstGeom prst="line">
          <a:avLst/>
        </a:prstGeom>
        <a:solidFill>
          <a:schemeClr val="accent3">
            <a:hueOff val="4117163"/>
            <a:satOff val="24712"/>
            <a:lumOff val="18825"/>
            <a:alphaOff val="0"/>
          </a:schemeClr>
        </a:solidFill>
        <a:ln w="19050" cap="flat" cmpd="sng" algn="ctr">
          <a:solidFill>
            <a:schemeClr val="accent3">
              <a:hueOff val="4117163"/>
              <a:satOff val="24712"/>
              <a:lumOff val="1882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299585-5DA1-1341-88EA-5A6FF6B48BE5}">
      <dsp:nvSpPr>
        <dsp:cNvPr id="0" name=""/>
        <dsp:cNvSpPr/>
      </dsp:nvSpPr>
      <dsp:spPr>
        <a:xfrm>
          <a:off x="0" y="3359262"/>
          <a:ext cx="5324475" cy="5597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i="1" kern="1200"/>
            <a:t>sp_invoke_external_rest_endpoint </a:t>
          </a:r>
          <a:r>
            <a:rPr lang="en-US" sz="1500" kern="1200"/>
            <a:t>for anything else</a:t>
          </a:r>
        </a:p>
      </dsp:txBody>
      <dsp:txXfrm>
        <a:off x="0" y="3359262"/>
        <a:ext cx="5324475" cy="559797"/>
      </dsp:txXfrm>
    </dsp:sp>
  </dsp:spTree>
</dsp:drawing>
</file>

<file path=ppt/diagrams/drawing4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2BFD0A-789E-4340-8F23-4399A85BECDE}">
      <dsp:nvSpPr>
        <dsp:cNvPr id="0" name=""/>
        <dsp:cNvSpPr/>
      </dsp:nvSpPr>
      <dsp:spPr>
        <a:xfrm>
          <a:off x="0" y="358029"/>
          <a:ext cx="10515600" cy="83538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Microsoft Entra authentication (building on SQL 2022)</a:t>
          </a:r>
        </a:p>
      </dsp:txBody>
      <dsp:txXfrm>
        <a:off x="40780" y="398809"/>
        <a:ext cx="10434040" cy="753820"/>
      </dsp:txXfrm>
    </dsp:sp>
    <dsp:sp modelId="{864A508F-E297-174D-8A2F-DB98ACF0E111}">
      <dsp:nvSpPr>
        <dsp:cNvPr id="0" name=""/>
        <dsp:cNvSpPr/>
      </dsp:nvSpPr>
      <dsp:spPr>
        <a:xfrm>
          <a:off x="0" y="1291329"/>
          <a:ext cx="10515600" cy="835380"/>
        </a:xfrm>
        <a:prstGeom prst="roundRect">
          <a:avLst/>
        </a:prstGeom>
        <a:solidFill>
          <a:schemeClr val="accent3">
            <a:hueOff val="1372388"/>
            <a:satOff val="8237"/>
            <a:lumOff val="627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Managed Identity support — the big new story</a:t>
          </a:r>
        </a:p>
      </dsp:txBody>
      <dsp:txXfrm>
        <a:off x="40780" y="1332109"/>
        <a:ext cx="10434040" cy="753820"/>
      </dsp:txXfrm>
    </dsp:sp>
    <dsp:sp modelId="{A898489B-C4F4-2744-9E84-09BF748FF472}">
      <dsp:nvSpPr>
        <dsp:cNvPr id="0" name=""/>
        <dsp:cNvSpPr/>
      </dsp:nvSpPr>
      <dsp:spPr>
        <a:xfrm>
          <a:off x="0" y="2224629"/>
          <a:ext cx="10515600" cy="835380"/>
        </a:xfrm>
        <a:prstGeom prst="roundRect">
          <a:avLst/>
        </a:prstGeom>
        <a:solidFill>
          <a:schemeClr val="accent3">
            <a:hueOff val="2744775"/>
            <a:satOff val="16475"/>
            <a:lumOff val="1255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Microsoft Defender integration</a:t>
          </a:r>
        </a:p>
      </dsp:txBody>
      <dsp:txXfrm>
        <a:off x="40780" y="2265409"/>
        <a:ext cx="10434040" cy="753820"/>
      </dsp:txXfrm>
    </dsp:sp>
    <dsp:sp modelId="{AAA5D8BE-F97B-6344-AC9D-425BDB8A1ECE}">
      <dsp:nvSpPr>
        <dsp:cNvPr id="0" name=""/>
        <dsp:cNvSpPr/>
      </dsp:nvSpPr>
      <dsp:spPr>
        <a:xfrm>
          <a:off x="0" y="3157929"/>
          <a:ext cx="10515600" cy="835380"/>
        </a:xfrm>
        <a:prstGeom prst="roundRect">
          <a:avLst/>
        </a:prstGeom>
        <a:solidFill>
          <a:schemeClr val="accent3">
            <a:hueOff val="4117163"/>
            <a:satOff val="24712"/>
            <a:lumOff val="1882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Passwordless everywhere</a:t>
          </a:r>
        </a:p>
      </dsp:txBody>
      <dsp:txXfrm>
        <a:off x="40780" y="3198709"/>
        <a:ext cx="10434040" cy="753820"/>
      </dsp:txXfrm>
    </dsp:sp>
  </dsp:spTree>
</dsp:drawing>
</file>

<file path=ppt/diagrams/drawing4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884142-9E0A-4AE6-8FC6-96578343A729}">
      <dsp:nvSpPr>
        <dsp:cNvPr id="0" name=""/>
        <dsp:cNvSpPr/>
      </dsp:nvSpPr>
      <dsp:spPr>
        <a:xfrm>
          <a:off x="0" y="4307"/>
          <a:ext cx="6364224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41F729-6B89-4070-9CD6-F24A22A32B2B}">
      <dsp:nvSpPr>
        <dsp:cNvPr id="0" name=""/>
        <dsp:cNvSpPr/>
      </dsp:nvSpPr>
      <dsp:spPr>
        <a:xfrm>
          <a:off x="277554" y="210753"/>
          <a:ext cx="504644" cy="50464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6DD55B-D2ED-4D0C-8F51-6B0ED92B94B4}">
      <dsp:nvSpPr>
        <dsp:cNvPr id="0" name=""/>
        <dsp:cNvSpPr/>
      </dsp:nvSpPr>
      <dsp:spPr>
        <a:xfrm>
          <a:off x="1059754" y="4307"/>
          <a:ext cx="5304469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System-assigned managed identity for SQL Server</a:t>
          </a:r>
        </a:p>
      </dsp:txBody>
      <dsp:txXfrm>
        <a:off x="1059754" y="4307"/>
        <a:ext cx="5304469" cy="917536"/>
      </dsp:txXfrm>
    </dsp:sp>
    <dsp:sp modelId="{A41CE419-4D06-44FE-86A6-F48EE6D717DA}">
      <dsp:nvSpPr>
        <dsp:cNvPr id="0" name=""/>
        <dsp:cNvSpPr/>
      </dsp:nvSpPr>
      <dsp:spPr>
        <a:xfrm>
          <a:off x="0" y="1151227"/>
          <a:ext cx="6364224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46953A-301D-47CF-A335-C55691AFBCCF}">
      <dsp:nvSpPr>
        <dsp:cNvPr id="0" name=""/>
        <dsp:cNvSpPr/>
      </dsp:nvSpPr>
      <dsp:spPr>
        <a:xfrm>
          <a:off x="277554" y="1357673"/>
          <a:ext cx="504644" cy="50464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E45AD3-E6BE-4930-A0DE-05359B3AC4C6}">
      <dsp:nvSpPr>
        <dsp:cNvPr id="0" name=""/>
        <dsp:cNvSpPr/>
      </dsp:nvSpPr>
      <dsp:spPr>
        <a:xfrm>
          <a:off x="1059754" y="1151227"/>
          <a:ext cx="5304469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Passwordless authentication for applications connecting to SQL</a:t>
          </a:r>
        </a:p>
      </dsp:txBody>
      <dsp:txXfrm>
        <a:off x="1059754" y="1151227"/>
        <a:ext cx="5304469" cy="917536"/>
      </dsp:txXfrm>
    </dsp:sp>
    <dsp:sp modelId="{BD9B7FDF-8ADC-428C-9A64-80794AC64E69}">
      <dsp:nvSpPr>
        <dsp:cNvPr id="0" name=""/>
        <dsp:cNvSpPr/>
      </dsp:nvSpPr>
      <dsp:spPr>
        <a:xfrm>
          <a:off x="0" y="2298147"/>
          <a:ext cx="6364224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65FFE1-4100-4AAC-85C2-6D6ED39836DF}">
      <dsp:nvSpPr>
        <dsp:cNvPr id="0" name=""/>
        <dsp:cNvSpPr/>
      </dsp:nvSpPr>
      <dsp:spPr>
        <a:xfrm>
          <a:off x="277554" y="2504593"/>
          <a:ext cx="504644" cy="50464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D6E7BF-5C31-4EE5-B7BB-ED952A563754}">
      <dsp:nvSpPr>
        <dsp:cNvPr id="0" name=""/>
        <dsp:cNvSpPr/>
      </dsp:nvSpPr>
      <dsp:spPr>
        <a:xfrm>
          <a:off x="1059754" y="2298147"/>
          <a:ext cx="5304469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Eliminates credential management overhead</a:t>
          </a:r>
        </a:p>
      </dsp:txBody>
      <dsp:txXfrm>
        <a:off x="1059754" y="2298147"/>
        <a:ext cx="5304469" cy="917536"/>
      </dsp:txXfrm>
    </dsp:sp>
    <dsp:sp modelId="{9BCFD2A6-088E-4BAC-AE49-8E4AA0CC336A}">
      <dsp:nvSpPr>
        <dsp:cNvPr id="0" name=""/>
        <dsp:cNvSpPr/>
      </dsp:nvSpPr>
      <dsp:spPr>
        <a:xfrm>
          <a:off x="0" y="3445068"/>
          <a:ext cx="6364224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0574BD-9379-48BC-A09F-1AD986E00429}">
      <dsp:nvSpPr>
        <dsp:cNvPr id="0" name=""/>
        <dsp:cNvSpPr/>
      </dsp:nvSpPr>
      <dsp:spPr>
        <a:xfrm>
          <a:off x="277554" y="3651513"/>
          <a:ext cx="504644" cy="50464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388193-DAB0-48F1-B0AB-39ACC6409ABE}">
      <dsp:nvSpPr>
        <dsp:cNvPr id="0" name=""/>
        <dsp:cNvSpPr/>
      </dsp:nvSpPr>
      <dsp:spPr>
        <a:xfrm>
          <a:off x="1059754" y="3445068"/>
          <a:ext cx="5304469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Reduces attack surface — no passwords to rotate or leak</a:t>
          </a:r>
        </a:p>
      </dsp:txBody>
      <dsp:txXfrm>
        <a:off x="1059754" y="3445068"/>
        <a:ext cx="5304469" cy="917536"/>
      </dsp:txXfrm>
    </dsp:sp>
    <dsp:sp modelId="{97988424-DFEF-4329-838B-E88B91F23BA8}">
      <dsp:nvSpPr>
        <dsp:cNvPr id="0" name=""/>
        <dsp:cNvSpPr/>
      </dsp:nvSpPr>
      <dsp:spPr>
        <a:xfrm>
          <a:off x="0" y="4591988"/>
          <a:ext cx="6364224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182422-A6D4-4AE8-AE7E-6136AF377DA9}">
      <dsp:nvSpPr>
        <dsp:cNvPr id="0" name=""/>
        <dsp:cNvSpPr/>
      </dsp:nvSpPr>
      <dsp:spPr>
        <a:xfrm>
          <a:off x="277554" y="4798433"/>
          <a:ext cx="504644" cy="50464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A09BE6-5D1F-4BCC-BBE4-B7D7EAC5EFC7}">
      <dsp:nvSpPr>
        <dsp:cNvPr id="0" name=""/>
        <dsp:cNvSpPr/>
      </dsp:nvSpPr>
      <dsp:spPr>
        <a:xfrm>
          <a:off x="1059754" y="4591988"/>
          <a:ext cx="5304469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Enabled by Azure Arc/Entra</a:t>
          </a:r>
        </a:p>
      </dsp:txBody>
      <dsp:txXfrm>
        <a:off x="1059754" y="4591988"/>
        <a:ext cx="5304469" cy="917536"/>
      </dsp:txXfrm>
    </dsp:sp>
  </dsp:spTree>
</dsp:drawing>
</file>

<file path=ppt/diagrams/drawing4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3A9A90-C74C-4A8D-93E3-31E0CCEF75A7}">
      <dsp:nvSpPr>
        <dsp:cNvPr id="0" name=""/>
        <dsp:cNvSpPr/>
      </dsp:nvSpPr>
      <dsp:spPr>
        <a:xfrm>
          <a:off x="752566" y="1045320"/>
          <a:ext cx="1066720" cy="10667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15CA02-41FA-48D0-B9B8-6498F93E2601}">
      <dsp:nvSpPr>
        <dsp:cNvPr id="0" name=""/>
        <dsp:cNvSpPr/>
      </dsp:nvSpPr>
      <dsp:spPr>
        <a:xfrm>
          <a:off x="100682" y="2427484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Backup to URL with managed identity</a:t>
          </a:r>
        </a:p>
      </dsp:txBody>
      <dsp:txXfrm>
        <a:off x="100682" y="2427484"/>
        <a:ext cx="2370489" cy="720000"/>
      </dsp:txXfrm>
    </dsp:sp>
    <dsp:sp modelId="{4715D3E9-2B65-4307-92C1-C461C511C315}">
      <dsp:nvSpPr>
        <dsp:cNvPr id="0" name=""/>
        <dsp:cNvSpPr/>
      </dsp:nvSpPr>
      <dsp:spPr>
        <a:xfrm>
          <a:off x="3537891" y="1045320"/>
          <a:ext cx="1066720" cy="10667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7107C7-E9D0-4E07-96D2-4FAFD3475993}">
      <dsp:nvSpPr>
        <dsp:cNvPr id="0" name=""/>
        <dsp:cNvSpPr/>
      </dsp:nvSpPr>
      <dsp:spPr>
        <a:xfrm>
          <a:off x="2886007" y="2427484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Managed identity support for EKM (Extensible Key Management)</a:t>
          </a:r>
        </a:p>
      </dsp:txBody>
      <dsp:txXfrm>
        <a:off x="2886007" y="2427484"/>
        <a:ext cx="2370489" cy="720000"/>
      </dsp:txXfrm>
    </dsp:sp>
    <dsp:sp modelId="{255889B6-4C39-4B58-8319-EFA2BE00E97B}">
      <dsp:nvSpPr>
        <dsp:cNvPr id="0" name=""/>
        <dsp:cNvSpPr/>
      </dsp:nvSpPr>
      <dsp:spPr>
        <a:xfrm>
          <a:off x="6323216" y="1045320"/>
          <a:ext cx="1066720" cy="10667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20D36D-06A8-4613-B275-BB6EA914C792}">
      <dsp:nvSpPr>
        <dsp:cNvPr id="0" name=""/>
        <dsp:cNvSpPr/>
      </dsp:nvSpPr>
      <dsp:spPr>
        <a:xfrm>
          <a:off x="5671332" y="2427484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Managed identity for AI model access</a:t>
          </a:r>
        </a:p>
      </dsp:txBody>
      <dsp:txXfrm>
        <a:off x="5671332" y="2427484"/>
        <a:ext cx="2370489" cy="720000"/>
      </dsp:txXfrm>
    </dsp:sp>
    <dsp:sp modelId="{AB794F66-4239-4FC0-9DC7-0A149B8620C3}">
      <dsp:nvSpPr>
        <dsp:cNvPr id="0" name=""/>
        <dsp:cNvSpPr/>
      </dsp:nvSpPr>
      <dsp:spPr>
        <a:xfrm>
          <a:off x="9108541" y="1045320"/>
          <a:ext cx="1066720" cy="10667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6F3847-5E9A-4611-AEF1-A4DACD471804}">
      <dsp:nvSpPr>
        <dsp:cNvPr id="0" name=""/>
        <dsp:cNvSpPr/>
      </dsp:nvSpPr>
      <dsp:spPr>
        <a:xfrm>
          <a:off x="8456657" y="2427484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No more storing secrets in SQL Server for external service calls</a:t>
          </a:r>
        </a:p>
      </dsp:txBody>
      <dsp:txXfrm>
        <a:off x="8456657" y="2427484"/>
        <a:ext cx="2370489" cy="720000"/>
      </dsp:txXfrm>
    </dsp:sp>
  </dsp:spTree>
</dsp:drawing>
</file>

<file path=ppt/diagrams/drawing4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4C2652-D394-E94C-B87E-117056FF8928}">
      <dsp:nvSpPr>
        <dsp:cNvPr id="0" name=""/>
        <dsp:cNvSpPr/>
      </dsp:nvSpPr>
      <dsp:spPr>
        <a:xfrm>
          <a:off x="0" y="4715"/>
          <a:ext cx="6364224" cy="175032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Entra logins with non-unique display names</a:t>
          </a:r>
        </a:p>
      </dsp:txBody>
      <dsp:txXfrm>
        <a:off x="85444" y="90159"/>
        <a:ext cx="6193336" cy="1579432"/>
      </dsp:txXfrm>
    </dsp:sp>
    <dsp:sp modelId="{D7C296FE-D4EE-1F4B-B170-F07FDEA6ACDF}">
      <dsp:nvSpPr>
        <dsp:cNvPr id="0" name=""/>
        <dsp:cNvSpPr/>
      </dsp:nvSpPr>
      <dsp:spPr>
        <a:xfrm>
          <a:off x="0" y="1881755"/>
          <a:ext cx="6364224" cy="1750320"/>
        </a:xfrm>
        <a:prstGeom prst="roundRect">
          <a:avLst/>
        </a:prstGeom>
        <a:solidFill>
          <a:schemeClr val="accent3">
            <a:hueOff val="2058582"/>
            <a:satOff val="12356"/>
            <a:lumOff val="941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Broader Entra integration scenarios</a:t>
          </a:r>
        </a:p>
      </dsp:txBody>
      <dsp:txXfrm>
        <a:off x="85444" y="1967199"/>
        <a:ext cx="6193336" cy="1579432"/>
      </dsp:txXfrm>
    </dsp:sp>
    <dsp:sp modelId="{DAA18953-7015-C343-A475-E9AADE2A6D1B}">
      <dsp:nvSpPr>
        <dsp:cNvPr id="0" name=""/>
        <dsp:cNvSpPr/>
      </dsp:nvSpPr>
      <dsp:spPr>
        <a:xfrm>
          <a:off x="0" y="3758796"/>
          <a:ext cx="6364224" cy="1750320"/>
        </a:xfrm>
        <a:prstGeom prst="roundRect">
          <a:avLst/>
        </a:prstGeom>
        <a:solidFill>
          <a:schemeClr val="accent3">
            <a:hueOff val="4117163"/>
            <a:satOff val="24712"/>
            <a:lumOff val="1882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Custom password policy on Linux</a:t>
          </a:r>
        </a:p>
      </dsp:txBody>
      <dsp:txXfrm>
        <a:off x="85444" y="3844240"/>
        <a:ext cx="6193336" cy="1579432"/>
      </dsp:txXfrm>
    </dsp:sp>
  </dsp:spTree>
</dsp:drawing>
</file>

<file path=ppt/diagrams/drawing4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5E5BD3-C0EE-1944-B2E1-ADBB8D537358}">
      <dsp:nvSpPr>
        <dsp:cNvPr id="0" name=""/>
        <dsp:cNvSpPr/>
      </dsp:nvSpPr>
      <dsp:spPr>
        <a:xfrm>
          <a:off x="0" y="0"/>
          <a:ext cx="6900512" cy="0"/>
        </a:xfrm>
        <a:prstGeom prst="line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6F767A-8CE4-EB45-9025-D60EBB189932}">
      <dsp:nvSpPr>
        <dsp:cNvPr id="0" name=""/>
        <dsp:cNvSpPr/>
      </dsp:nvSpPr>
      <dsp:spPr>
        <a:xfrm>
          <a:off x="0" y="0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OAEP support for encryption (replacing legacy PKCS#1 v1.5)</a:t>
          </a:r>
        </a:p>
      </dsp:txBody>
      <dsp:txXfrm>
        <a:off x="0" y="0"/>
        <a:ext cx="6900512" cy="1384035"/>
      </dsp:txXfrm>
    </dsp:sp>
    <dsp:sp modelId="{76689968-BB63-8B48-A2BC-DCBE3E447286}">
      <dsp:nvSpPr>
        <dsp:cNvPr id="0" name=""/>
        <dsp:cNvSpPr/>
      </dsp:nvSpPr>
      <dsp:spPr>
        <a:xfrm>
          <a:off x="0" y="1384035"/>
          <a:ext cx="6900512" cy="0"/>
        </a:xfrm>
        <a:prstGeom prst="line">
          <a:avLst/>
        </a:prstGeom>
        <a:solidFill>
          <a:schemeClr val="accent1">
            <a:shade val="80000"/>
            <a:hueOff val="181866"/>
            <a:satOff val="-18964"/>
            <a:lumOff val="12740"/>
            <a:alphaOff val="0"/>
          </a:schemeClr>
        </a:solidFill>
        <a:ln w="19050" cap="flat" cmpd="sng" algn="ctr">
          <a:solidFill>
            <a:schemeClr val="accent1">
              <a:shade val="80000"/>
              <a:hueOff val="181866"/>
              <a:satOff val="-18964"/>
              <a:lumOff val="1274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D8C250-CBD3-AF42-B6B1-345D7BD610E3}">
      <dsp:nvSpPr>
        <dsp:cNvPr id="0" name=""/>
        <dsp:cNvSpPr/>
      </dsp:nvSpPr>
      <dsp:spPr>
        <a:xfrm>
          <a:off x="0" y="1384035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PBKDF password hashing — modern key derivation</a:t>
          </a:r>
        </a:p>
      </dsp:txBody>
      <dsp:txXfrm>
        <a:off x="0" y="1384035"/>
        <a:ext cx="6900512" cy="1384035"/>
      </dsp:txXfrm>
    </dsp:sp>
    <dsp:sp modelId="{7D72836A-792B-AE49-B40D-63B9360FE875}">
      <dsp:nvSpPr>
        <dsp:cNvPr id="0" name=""/>
        <dsp:cNvSpPr/>
      </dsp:nvSpPr>
      <dsp:spPr>
        <a:xfrm>
          <a:off x="0" y="2768070"/>
          <a:ext cx="6900512" cy="0"/>
        </a:xfrm>
        <a:prstGeom prst="line">
          <a:avLst/>
        </a:prstGeom>
        <a:solidFill>
          <a:schemeClr val="accent1">
            <a:shade val="80000"/>
            <a:hueOff val="363732"/>
            <a:satOff val="-37928"/>
            <a:lumOff val="25481"/>
            <a:alphaOff val="0"/>
          </a:schemeClr>
        </a:solidFill>
        <a:ln w="19050" cap="flat" cmpd="sng" algn="ctr">
          <a:solidFill>
            <a:schemeClr val="accent1">
              <a:shade val="80000"/>
              <a:hueOff val="363732"/>
              <a:satOff val="-37928"/>
              <a:lumOff val="2548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05CF82-11F4-0848-B0B3-8E605B7DCA90}">
      <dsp:nvSpPr>
        <dsp:cNvPr id="0" name=""/>
        <dsp:cNvSpPr/>
      </dsp:nvSpPr>
      <dsp:spPr>
        <a:xfrm>
          <a:off x="0" y="2768070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TDS 8.0 / TLS 1.3 support for tools</a:t>
          </a:r>
        </a:p>
      </dsp:txBody>
      <dsp:txXfrm>
        <a:off x="0" y="2768070"/>
        <a:ext cx="6900512" cy="1384035"/>
      </dsp:txXfrm>
    </dsp:sp>
    <dsp:sp modelId="{998FD326-1885-034D-B630-14A1371A773D}">
      <dsp:nvSpPr>
        <dsp:cNvPr id="0" name=""/>
        <dsp:cNvSpPr/>
      </dsp:nvSpPr>
      <dsp:spPr>
        <a:xfrm>
          <a:off x="0" y="4152105"/>
          <a:ext cx="6900512" cy="0"/>
        </a:xfrm>
        <a:prstGeom prst="line">
          <a:avLst/>
        </a:prstGeom>
        <a:solidFill>
          <a:schemeClr val="accent1">
            <a:shade val="80000"/>
            <a:hueOff val="545598"/>
            <a:satOff val="-56892"/>
            <a:lumOff val="38221"/>
            <a:alphaOff val="0"/>
          </a:schemeClr>
        </a:solidFill>
        <a:ln w="19050" cap="flat" cmpd="sng" algn="ctr">
          <a:solidFill>
            <a:schemeClr val="accent1">
              <a:shade val="80000"/>
              <a:hueOff val="545598"/>
              <a:satOff val="-56892"/>
              <a:lumOff val="3822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4010C3-5021-6C41-A223-6BF952738818}">
      <dsp:nvSpPr>
        <dsp:cNvPr id="0" name=""/>
        <dsp:cNvSpPr/>
      </dsp:nvSpPr>
      <dsp:spPr>
        <a:xfrm>
          <a:off x="0" y="4152105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Security cache improvements — better application concurrency under security operations</a:t>
          </a:r>
        </a:p>
      </dsp:txBody>
      <dsp:txXfrm>
        <a:off x="0" y="4152105"/>
        <a:ext cx="6900512" cy="1384035"/>
      </dsp:txXfrm>
    </dsp:sp>
  </dsp:spTree>
</dsp:drawing>
</file>

<file path=ppt/diagrams/drawing4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7E6A96-73F7-441A-9A34-36C64CE2C9F4}">
      <dsp:nvSpPr>
        <dsp:cNvPr id="0" name=""/>
        <dsp:cNvSpPr/>
      </dsp:nvSpPr>
      <dsp:spPr>
        <a:xfrm>
          <a:off x="0" y="2215"/>
          <a:ext cx="6651253" cy="1123017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BBFE5D-5A15-4429-B1FE-D2836B22D601}">
      <dsp:nvSpPr>
        <dsp:cNvPr id="0" name=""/>
        <dsp:cNvSpPr/>
      </dsp:nvSpPr>
      <dsp:spPr>
        <a:xfrm>
          <a:off x="339712" y="254894"/>
          <a:ext cx="617659" cy="61765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3F56AC-06BC-4869-834F-2DED25F03FCF}">
      <dsp:nvSpPr>
        <dsp:cNvPr id="0" name=""/>
        <dsp:cNvSpPr/>
      </dsp:nvSpPr>
      <dsp:spPr>
        <a:xfrm>
          <a:off x="1297085" y="2215"/>
          <a:ext cx="5354167" cy="1123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853" tIns="118853" rIns="118853" bIns="118853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Threat detection for SQL Server on-premises via Arc </a:t>
          </a:r>
        </a:p>
      </dsp:txBody>
      <dsp:txXfrm>
        <a:off x="1297085" y="2215"/>
        <a:ext cx="5354167" cy="1123017"/>
      </dsp:txXfrm>
    </dsp:sp>
    <dsp:sp modelId="{245CC273-6E36-441B-8E77-D1D99F20DB8A}">
      <dsp:nvSpPr>
        <dsp:cNvPr id="0" name=""/>
        <dsp:cNvSpPr/>
      </dsp:nvSpPr>
      <dsp:spPr>
        <a:xfrm>
          <a:off x="0" y="1405987"/>
          <a:ext cx="6651253" cy="1123017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288EBE-D4AF-49AA-883A-F75F330D0680}">
      <dsp:nvSpPr>
        <dsp:cNvPr id="0" name=""/>
        <dsp:cNvSpPr/>
      </dsp:nvSpPr>
      <dsp:spPr>
        <a:xfrm>
          <a:off x="339712" y="1658666"/>
          <a:ext cx="617659" cy="61765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E02C56-FD7F-4E73-A069-1B39B88D5E51}">
      <dsp:nvSpPr>
        <dsp:cNvPr id="0" name=""/>
        <dsp:cNvSpPr/>
      </dsp:nvSpPr>
      <dsp:spPr>
        <a:xfrm>
          <a:off x="1297085" y="1405987"/>
          <a:ext cx="5354167" cy="1123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853" tIns="118853" rIns="118853" bIns="118853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Vulnerability assessment and recommendations </a:t>
          </a:r>
        </a:p>
      </dsp:txBody>
      <dsp:txXfrm>
        <a:off x="1297085" y="1405987"/>
        <a:ext cx="5354167" cy="1123017"/>
      </dsp:txXfrm>
    </dsp:sp>
    <dsp:sp modelId="{EE5E1B6A-39B0-4586-8AF1-EC2584D8B03D}">
      <dsp:nvSpPr>
        <dsp:cNvPr id="0" name=""/>
        <dsp:cNvSpPr/>
      </dsp:nvSpPr>
      <dsp:spPr>
        <a:xfrm>
          <a:off x="0" y="2809759"/>
          <a:ext cx="6651253" cy="1123017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F492E9-E081-4E64-874F-F23A1DDA6225}">
      <dsp:nvSpPr>
        <dsp:cNvPr id="0" name=""/>
        <dsp:cNvSpPr/>
      </dsp:nvSpPr>
      <dsp:spPr>
        <a:xfrm>
          <a:off x="339712" y="3062438"/>
          <a:ext cx="617659" cy="61765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AB2CC6-1D57-410A-9F25-E7A8B757F4E2}">
      <dsp:nvSpPr>
        <dsp:cNvPr id="0" name=""/>
        <dsp:cNvSpPr/>
      </dsp:nvSpPr>
      <dsp:spPr>
        <a:xfrm>
          <a:off x="1297085" y="2809759"/>
          <a:ext cx="5354167" cy="1123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853" tIns="118853" rIns="118853" bIns="118853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Alerting on suspicious database activities </a:t>
          </a:r>
        </a:p>
      </dsp:txBody>
      <dsp:txXfrm>
        <a:off x="1297085" y="2809759"/>
        <a:ext cx="5354167" cy="1123017"/>
      </dsp:txXfrm>
    </dsp:sp>
    <dsp:sp modelId="{5879F153-E20A-441E-ABE1-CE7843A9E5D0}">
      <dsp:nvSpPr>
        <dsp:cNvPr id="0" name=""/>
        <dsp:cNvSpPr/>
      </dsp:nvSpPr>
      <dsp:spPr>
        <a:xfrm>
          <a:off x="0" y="4213530"/>
          <a:ext cx="6651253" cy="1123017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2CBAD2-2C5B-4061-9942-D83EBF82F0D9}">
      <dsp:nvSpPr>
        <dsp:cNvPr id="0" name=""/>
        <dsp:cNvSpPr/>
      </dsp:nvSpPr>
      <dsp:spPr>
        <a:xfrm>
          <a:off x="339712" y="4466209"/>
          <a:ext cx="617659" cy="61765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B36E02-3280-43FC-8762-0204B294934C}">
      <dsp:nvSpPr>
        <dsp:cNvPr id="0" name=""/>
        <dsp:cNvSpPr/>
      </dsp:nvSpPr>
      <dsp:spPr>
        <a:xfrm>
          <a:off x="1297085" y="4213530"/>
          <a:ext cx="5354167" cy="1123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853" tIns="118853" rIns="118853" bIns="118853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Unified security posture management in Azure Portal</a:t>
          </a:r>
        </a:p>
      </dsp:txBody>
      <dsp:txXfrm>
        <a:off x="1297085" y="4213530"/>
        <a:ext cx="5354167" cy="1123017"/>
      </dsp:txXfrm>
    </dsp:sp>
  </dsp:spTree>
</dsp:drawing>
</file>

<file path=ppt/diagrams/drawing4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F956FD-3FD4-5741-A264-06B4AED34AC1}">
      <dsp:nvSpPr>
        <dsp:cNvPr id="0" name=""/>
        <dsp:cNvSpPr/>
      </dsp:nvSpPr>
      <dsp:spPr>
        <a:xfrm>
          <a:off x="2185565" y="1934"/>
          <a:ext cx="8742263" cy="1002137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9624" tIns="254543" rIns="169624" bIns="254543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Improve Concurrency: Optimized Locking, tempdb governance</a:t>
          </a:r>
        </a:p>
      </dsp:txBody>
      <dsp:txXfrm>
        <a:off x="2185565" y="1934"/>
        <a:ext cx="8742263" cy="1002137"/>
      </dsp:txXfrm>
    </dsp:sp>
    <dsp:sp modelId="{84F3777E-2C08-9249-AB15-957125D3891B}">
      <dsp:nvSpPr>
        <dsp:cNvPr id="0" name=""/>
        <dsp:cNvSpPr/>
      </dsp:nvSpPr>
      <dsp:spPr>
        <a:xfrm>
          <a:off x="0" y="1934"/>
          <a:ext cx="2185565" cy="1002137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5653" tIns="98989" rIns="115653" bIns="98989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Improve</a:t>
          </a:r>
        </a:p>
      </dsp:txBody>
      <dsp:txXfrm>
        <a:off x="0" y="1934"/>
        <a:ext cx="2185565" cy="1002137"/>
      </dsp:txXfrm>
    </dsp:sp>
    <dsp:sp modelId="{88B50D06-0805-4448-B757-593D6A326910}">
      <dsp:nvSpPr>
        <dsp:cNvPr id="0" name=""/>
        <dsp:cNvSpPr/>
      </dsp:nvSpPr>
      <dsp:spPr>
        <a:xfrm>
          <a:off x="2185565" y="1064200"/>
          <a:ext cx="8742263" cy="1002137"/>
        </a:xfrm>
        <a:prstGeom prst="rect">
          <a:avLst/>
        </a:prstGeom>
        <a:solidFill>
          <a:schemeClr val="accent3">
            <a:tint val="40000"/>
            <a:alpha val="90000"/>
            <a:hueOff val="1685052"/>
            <a:satOff val="14902"/>
            <a:lumOff val="1765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1685052"/>
              <a:satOff val="14902"/>
              <a:lumOff val="17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9624" tIns="254543" rIns="169624" bIns="254543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Accelerate Performance: IQP enhancements, batch mode, columnstore</a:t>
          </a:r>
        </a:p>
      </dsp:txBody>
      <dsp:txXfrm>
        <a:off x="2185565" y="1064200"/>
        <a:ext cx="8742263" cy="1002137"/>
      </dsp:txXfrm>
    </dsp:sp>
    <dsp:sp modelId="{46712AF6-C5E4-3E4A-A517-89FD1ADAB0F5}">
      <dsp:nvSpPr>
        <dsp:cNvPr id="0" name=""/>
        <dsp:cNvSpPr/>
      </dsp:nvSpPr>
      <dsp:spPr>
        <a:xfrm>
          <a:off x="0" y="1064200"/>
          <a:ext cx="2185565" cy="1002137"/>
        </a:xfrm>
        <a:prstGeom prst="rect">
          <a:avLst/>
        </a:prstGeom>
        <a:solidFill>
          <a:schemeClr val="accent3">
            <a:hueOff val="1372388"/>
            <a:satOff val="8237"/>
            <a:lumOff val="6275"/>
            <a:alphaOff val="0"/>
          </a:schemeClr>
        </a:solidFill>
        <a:ln w="19050" cap="flat" cmpd="sng" algn="ctr">
          <a:solidFill>
            <a:schemeClr val="accent3">
              <a:hueOff val="1372388"/>
              <a:satOff val="8237"/>
              <a:lumOff val="627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5653" tIns="98989" rIns="115653" bIns="98989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Accelerate</a:t>
          </a:r>
        </a:p>
      </dsp:txBody>
      <dsp:txXfrm>
        <a:off x="0" y="1064200"/>
        <a:ext cx="2185565" cy="1002137"/>
      </dsp:txXfrm>
    </dsp:sp>
    <dsp:sp modelId="{7940E529-59EB-7E4A-AEBF-A75D68E37871}">
      <dsp:nvSpPr>
        <dsp:cNvPr id="0" name=""/>
        <dsp:cNvSpPr/>
      </dsp:nvSpPr>
      <dsp:spPr>
        <a:xfrm>
          <a:off x="2185565" y="2126466"/>
          <a:ext cx="8742263" cy="1002137"/>
        </a:xfrm>
        <a:prstGeom prst="rect">
          <a:avLst/>
        </a:prstGeom>
        <a:solidFill>
          <a:schemeClr val="accent3">
            <a:tint val="40000"/>
            <a:alpha val="90000"/>
            <a:hueOff val="3370104"/>
            <a:satOff val="29803"/>
            <a:lumOff val="3530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3370104"/>
              <a:satOff val="29803"/>
              <a:lumOff val="353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9624" tIns="254543" rIns="169624" bIns="254543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Increase HADR: (covered in Module 6)</a:t>
          </a:r>
        </a:p>
      </dsp:txBody>
      <dsp:txXfrm>
        <a:off x="2185565" y="2126466"/>
        <a:ext cx="8742263" cy="1002137"/>
      </dsp:txXfrm>
    </dsp:sp>
    <dsp:sp modelId="{E3B12034-7131-844E-99B1-7F068D047E9F}">
      <dsp:nvSpPr>
        <dsp:cNvPr id="0" name=""/>
        <dsp:cNvSpPr/>
      </dsp:nvSpPr>
      <dsp:spPr>
        <a:xfrm>
          <a:off x="0" y="2126466"/>
          <a:ext cx="2185565" cy="1002137"/>
        </a:xfrm>
        <a:prstGeom prst="rect">
          <a:avLst/>
        </a:prstGeom>
        <a:solidFill>
          <a:schemeClr val="accent3">
            <a:hueOff val="2744775"/>
            <a:satOff val="16475"/>
            <a:lumOff val="12550"/>
            <a:alphaOff val="0"/>
          </a:schemeClr>
        </a:solidFill>
        <a:ln w="19050" cap="flat" cmpd="sng" algn="ctr">
          <a:solidFill>
            <a:schemeClr val="accent3">
              <a:hueOff val="2744775"/>
              <a:satOff val="16475"/>
              <a:lumOff val="1255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5653" tIns="98989" rIns="115653" bIns="98989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Increase</a:t>
          </a:r>
        </a:p>
      </dsp:txBody>
      <dsp:txXfrm>
        <a:off x="0" y="2126466"/>
        <a:ext cx="2185565" cy="1002137"/>
      </dsp:txXfrm>
    </dsp:sp>
    <dsp:sp modelId="{BB310C0F-86CF-054F-A032-DD7AD49DDB39}">
      <dsp:nvSpPr>
        <dsp:cNvPr id="0" name=""/>
        <dsp:cNvSpPr/>
      </dsp:nvSpPr>
      <dsp:spPr>
        <a:xfrm>
          <a:off x="2185565" y="3188732"/>
          <a:ext cx="8742263" cy="1002137"/>
        </a:xfrm>
        <a:prstGeom prst="rect">
          <a:avLst/>
        </a:prstGeom>
        <a:solidFill>
          <a:schemeClr val="accent3">
            <a:tint val="40000"/>
            <a:alpha val="90000"/>
            <a:hueOff val="5055155"/>
            <a:satOff val="44705"/>
            <a:lumOff val="5295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5055155"/>
              <a:satOff val="44705"/>
              <a:lumOff val="529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9624" tIns="254543" rIns="169624" bIns="254543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Design principle: "Get faster with no code changes required"</a:t>
          </a:r>
        </a:p>
      </dsp:txBody>
      <dsp:txXfrm>
        <a:off x="2185565" y="3188732"/>
        <a:ext cx="8742263" cy="1002137"/>
      </dsp:txXfrm>
    </dsp:sp>
    <dsp:sp modelId="{C23418AC-0EE1-BD44-BF8B-9184EF66837A}">
      <dsp:nvSpPr>
        <dsp:cNvPr id="0" name=""/>
        <dsp:cNvSpPr/>
      </dsp:nvSpPr>
      <dsp:spPr>
        <a:xfrm>
          <a:off x="0" y="3188732"/>
          <a:ext cx="2185565" cy="1002137"/>
        </a:xfrm>
        <a:prstGeom prst="rect">
          <a:avLst/>
        </a:prstGeom>
        <a:solidFill>
          <a:schemeClr val="accent3">
            <a:hueOff val="4117163"/>
            <a:satOff val="24712"/>
            <a:lumOff val="18825"/>
            <a:alphaOff val="0"/>
          </a:schemeClr>
        </a:solidFill>
        <a:ln w="19050" cap="flat" cmpd="sng" algn="ctr">
          <a:solidFill>
            <a:schemeClr val="accent3">
              <a:hueOff val="4117163"/>
              <a:satOff val="24712"/>
              <a:lumOff val="1882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5653" tIns="98989" rIns="115653" bIns="98989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Design</a:t>
          </a:r>
        </a:p>
      </dsp:txBody>
      <dsp:txXfrm>
        <a:off x="0" y="3188732"/>
        <a:ext cx="2185565" cy="1002137"/>
      </dsp:txXfrm>
    </dsp:sp>
  </dsp:spTree>
</dsp:drawing>
</file>

<file path=ppt/diagrams/drawing4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5FFD18-BD8C-44C3-8A87-27C4009BE329}">
      <dsp:nvSpPr>
        <dsp:cNvPr id="0" name=""/>
        <dsp:cNvSpPr/>
      </dsp:nvSpPr>
      <dsp:spPr>
        <a:xfrm>
          <a:off x="0" y="2288"/>
          <a:ext cx="6364224" cy="1159843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0305ED-B766-41D2-94BB-732EEAC25BAF}">
      <dsp:nvSpPr>
        <dsp:cNvPr id="0" name=""/>
        <dsp:cNvSpPr/>
      </dsp:nvSpPr>
      <dsp:spPr>
        <a:xfrm>
          <a:off x="350852" y="263253"/>
          <a:ext cx="637913" cy="63791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A971EA-E911-41B6-A4F6-37C3D68168EE}">
      <dsp:nvSpPr>
        <dsp:cNvPr id="0" name=""/>
        <dsp:cNvSpPr/>
      </dsp:nvSpPr>
      <dsp:spPr>
        <a:xfrm>
          <a:off x="1339618" y="2288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Traditional lock escalation: row &gt; page &gt; table</a:t>
          </a:r>
        </a:p>
      </dsp:txBody>
      <dsp:txXfrm>
        <a:off x="1339618" y="2288"/>
        <a:ext cx="5024605" cy="1159843"/>
      </dsp:txXfrm>
    </dsp:sp>
    <dsp:sp modelId="{F3CF9BA8-4568-4F9C-9151-EB723AB51073}">
      <dsp:nvSpPr>
        <dsp:cNvPr id="0" name=""/>
        <dsp:cNvSpPr/>
      </dsp:nvSpPr>
      <dsp:spPr>
        <a:xfrm>
          <a:off x="0" y="1452092"/>
          <a:ext cx="6364224" cy="1159843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8AE7C5-A529-4CA6-ABD0-0E0CCA6D33F6}">
      <dsp:nvSpPr>
        <dsp:cNvPr id="0" name=""/>
        <dsp:cNvSpPr/>
      </dsp:nvSpPr>
      <dsp:spPr>
        <a:xfrm>
          <a:off x="350852" y="1713057"/>
          <a:ext cx="637913" cy="63791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340B6E-6C73-416E-B20C-7EA75A90922F}">
      <dsp:nvSpPr>
        <dsp:cNvPr id="0" name=""/>
        <dsp:cNvSpPr/>
      </dsp:nvSpPr>
      <dsp:spPr>
        <a:xfrm>
          <a:off x="1339618" y="1452092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Causes blocking, deadlocks, and unpredictable concurrency</a:t>
          </a:r>
        </a:p>
      </dsp:txBody>
      <dsp:txXfrm>
        <a:off x="1339618" y="1452092"/>
        <a:ext cx="5024605" cy="1159843"/>
      </dsp:txXfrm>
    </dsp:sp>
    <dsp:sp modelId="{28D0D4AD-8FAF-45D6-A601-883976CA34F7}">
      <dsp:nvSpPr>
        <dsp:cNvPr id="0" name=""/>
        <dsp:cNvSpPr/>
      </dsp:nvSpPr>
      <dsp:spPr>
        <a:xfrm>
          <a:off x="0" y="2901896"/>
          <a:ext cx="6364224" cy="1159843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941F95-60D3-4D90-99E1-98839BE90249}">
      <dsp:nvSpPr>
        <dsp:cNvPr id="0" name=""/>
        <dsp:cNvSpPr/>
      </dsp:nvSpPr>
      <dsp:spPr>
        <a:xfrm>
          <a:off x="350852" y="3162861"/>
          <a:ext cx="637913" cy="63791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B18799-9289-4AAE-A66E-3BC21F0405C5}">
      <dsp:nvSpPr>
        <dsp:cNvPr id="0" name=""/>
        <dsp:cNvSpPr/>
      </dsp:nvSpPr>
      <dsp:spPr>
        <a:xfrm>
          <a:off x="1339618" y="2901896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Applications forced to design around locking internals</a:t>
          </a:r>
        </a:p>
      </dsp:txBody>
      <dsp:txXfrm>
        <a:off x="1339618" y="2901896"/>
        <a:ext cx="5024605" cy="1159843"/>
      </dsp:txXfrm>
    </dsp:sp>
    <dsp:sp modelId="{85F187AF-B38B-458F-9BDF-61EB888C65CE}">
      <dsp:nvSpPr>
        <dsp:cNvPr id="0" name=""/>
        <dsp:cNvSpPr/>
      </dsp:nvSpPr>
      <dsp:spPr>
        <a:xfrm>
          <a:off x="0" y="4351700"/>
          <a:ext cx="6364224" cy="1159843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9B8A99-2D9D-406B-85B7-7D9130F6E2FA}">
      <dsp:nvSpPr>
        <dsp:cNvPr id="0" name=""/>
        <dsp:cNvSpPr/>
      </dsp:nvSpPr>
      <dsp:spPr>
        <a:xfrm>
          <a:off x="350852" y="4612665"/>
          <a:ext cx="637913" cy="63791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82424C-A161-4ADD-A608-7D2FA73B044B}">
      <dsp:nvSpPr>
        <dsp:cNvPr id="0" name=""/>
        <dsp:cNvSpPr/>
      </dsp:nvSpPr>
      <dsp:spPr>
        <a:xfrm>
          <a:off x="1339618" y="4351700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Lock memory consumption grows with concurrent workloads</a:t>
          </a:r>
        </a:p>
      </dsp:txBody>
      <dsp:txXfrm>
        <a:off x="1339618" y="4351700"/>
        <a:ext cx="5024605" cy="1159843"/>
      </dsp:txXfrm>
    </dsp:sp>
  </dsp:spTree>
</dsp:drawing>
</file>

<file path=ppt/diagrams/drawing4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8FC149-54DC-914C-8A1D-9158FE4028BB}">
      <dsp:nvSpPr>
        <dsp:cNvPr id="0" name=""/>
        <dsp:cNvSpPr/>
      </dsp:nvSpPr>
      <dsp:spPr>
        <a:xfrm>
          <a:off x="0" y="0"/>
          <a:ext cx="6900512" cy="0"/>
        </a:xfrm>
        <a:prstGeom prst="line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5E28BB-1786-6C45-A80B-4FDF3E66B63D}">
      <dsp:nvSpPr>
        <dsp:cNvPr id="0" name=""/>
        <dsp:cNvSpPr/>
      </dsp:nvSpPr>
      <dsp:spPr>
        <a:xfrm>
          <a:off x="0" y="0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Transaction ID (TID) locking replaces traditional escalation </a:t>
          </a:r>
        </a:p>
      </dsp:txBody>
      <dsp:txXfrm>
        <a:off x="0" y="0"/>
        <a:ext cx="6900512" cy="1384035"/>
      </dsp:txXfrm>
    </dsp:sp>
    <dsp:sp modelId="{6203B188-0CA3-F14C-BA06-F230AB45C914}">
      <dsp:nvSpPr>
        <dsp:cNvPr id="0" name=""/>
        <dsp:cNvSpPr/>
      </dsp:nvSpPr>
      <dsp:spPr>
        <a:xfrm>
          <a:off x="0" y="1384035"/>
          <a:ext cx="6900512" cy="0"/>
        </a:xfrm>
        <a:prstGeom prst="line">
          <a:avLst/>
        </a:prstGeom>
        <a:solidFill>
          <a:schemeClr val="accent1">
            <a:shade val="80000"/>
            <a:hueOff val="181866"/>
            <a:satOff val="-18964"/>
            <a:lumOff val="12740"/>
            <a:alphaOff val="0"/>
          </a:schemeClr>
        </a:solidFill>
        <a:ln w="19050" cap="flat" cmpd="sng" algn="ctr">
          <a:solidFill>
            <a:schemeClr val="accent1">
              <a:shade val="80000"/>
              <a:hueOff val="181866"/>
              <a:satOff val="-18964"/>
              <a:lumOff val="1274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FD9EC2-F75A-3443-AB7B-BFA9619678CB}">
      <dsp:nvSpPr>
        <dsp:cNvPr id="0" name=""/>
        <dsp:cNvSpPr/>
      </dsp:nvSpPr>
      <dsp:spPr>
        <a:xfrm>
          <a:off x="0" y="1384035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 dirty="0"/>
            <a:t>Hint free lock management built into the engine </a:t>
          </a:r>
        </a:p>
      </dsp:txBody>
      <dsp:txXfrm>
        <a:off x="0" y="1384035"/>
        <a:ext cx="6900512" cy="1384035"/>
      </dsp:txXfrm>
    </dsp:sp>
    <dsp:sp modelId="{1FA208F2-A69B-E840-95ED-165EB50AAA6E}">
      <dsp:nvSpPr>
        <dsp:cNvPr id="0" name=""/>
        <dsp:cNvSpPr/>
      </dsp:nvSpPr>
      <dsp:spPr>
        <a:xfrm>
          <a:off x="0" y="2768070"/>
          <a:ext cx="6900512" cy="0"/>
        </a:xfrm>
        <a:prstGeom prst="line">
          <a:avLst/>
        </a:prstGeom>
        <a:solidFill>
          <a:schemeClr val="accent1">
            <a:shade val="80000"/>
            <a:hueOff val="363732"/>
            <a:satOff val="-37928"/>
            <a:lumOff val="25481"/>
            <a:alphaOff val="0"/>
          </a:schemeClr>
        </a:solidFill>
        <a:ln w="19050" cap="flat" cmpd="sng" algn="ctr">
          <a:solidFill>
            <a:schemeClr val="accent1">
              <a:shade val="80000"/>
              <a:hueOff val="363732"/>
              <a:satOff val="-37928"/>
              <a:lumOff val="2548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E19084-FFBC-C94C-82BB-76B8BD1D7BC3}">
      <dsp:nvSpPr>
        <dsp:cNvPr id="0" name=""/>
        <dsp:cNvSpPr/>
      </dsp:nvSpPr>
      <dsp:spPr>
        <a:xfrm>
          <a:off x="0" y="2768070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Already proven in Azure SQL Database </a:t>
          </a:r>
        </a:p>
      </dsp:txBody>
      <dsp:txXfrm>
        <a:off x="0" y="2768070"/>
        <a:ext cx="6900512" cy="1384035"/>
      </dsp:txXfrm>
    </dsp:sp>
    <dsp:sp modelId="{FA06112C-AF40-D346-AB9C-E1EE8D7CACD9}">
      <dsp:nvSpPr>
        <dsp:cNvPr id="0" name=""/>
        <dsp:cNvSpPr/>
      </dsp:nvSpPr>
      <dsp:spPr>
        <a:xfrm>
          <a:off x="0" y="4152105"/>
          <a:ext cx="6900512" cy="0"/>
        </a:xfrm>
        <a:prstGeom prst="line">
          <a:avLst/>
        </a:prstGeom>
        <a:solidFill>
          <a:schemeClr val="accent1">
            <a:shade val="80000"/>
            <a:hueOff val="545598"/>
            <a:satOff val="-56892"/>
            <a:lumOff val="38221"/>
            <a:alphaOff val="0"/>
          </a:schemeClr>
        </a:solidFill>
        <a:ln w="19050" cap="flat" cmpd="sng" algn="ctr">
          <a:solidFill>
            <a:schemeClr val="accent1">
              <a:shade val="80000"/>
              <a:hueOff val="545598"/>
              <a:satOff val="-56892"/>
              <a:lumOff val="3822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E56F89-514E-AC42-A392-492FF34A2D64}">
      <dsp:nvSpPr>
        <dsp:cNvPr id="0" name=""/>
        <dsp:cNvSpPr/>
      </dsp:nvSpPr>
      <dsp:spPr>
        <a:xfrm>
          <a:off x="0" y="4152105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No application code changes required</a:t>
          </a:r>
        </a:p>
      </dsp:txBody>
      <dsp:txXfrm>
        <a:off x="0" y="4152105"/>
        <a:ext cx="6900512" cy="1384035"/>
      </dsp:txXfrm>
    </dsp:sp>
  </dsp:spTree>
</dsp:drawing>
</file>

<file path=ppt/diagrams/drawing5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E6EC80-8CE8-44EE-9CFD-CE139C88B1FA}">
      <dsp:nvSpPr>
        <dsp:cNvPr id="0" name=""/>
        <dsp:cNvSpPr/>
      </dsp:nvSpPr>
      <dsp:spPr>
        <a:xfrm>
          <a:off x="0" y="2215"/>
          <a:ext cx="6651253" cy="1123017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28DF12B-2D22-41D5-AB74-D1BC6DC85B10}">
      <dsp:nvSpPr>
        <dsp:cNvPr id="0" name=""/>
        <dsp:cNvSpPr/>
      </dsp:nvSpPr>
      <dsp:spPr>
        <a:xfrm>
          <a:off x="339712" y="254894"/>
          <a:ext cx="617659" cy="61765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6C007F-339D-4AC4-B433-15981FA696D2}">
      <dsp:nvSpPr>
        <dsp:cNvPr id="0" name=""/>
        <dsp:cNvSpPr/>
      </dsp:nvSpPr>
      <dsp:spPr>
        <a:xfrm>
          <a:off x="1297085" y="2215"/>
          <a:ext cx="5354167" cy="1123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853" tIns="118853" rIns="118853" bIns="118853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Dramatically improved concurrency for update-heavy workloads</a:t>
          </a:r>
        </a:p>
      </dsp:txBody>
      <dsp:txXfrm>
        <a:off x="1297085" y="2215"/>
        <a:ext cx="5354167" cy="1123017"/>
      </dsp:txXfrm>
    </dsp:sp>
    <dsp:sp modelId="{E6570D5F-14E5-4923-8235-1F8BA7696CE0}">
      <dsp:nvSpPr>
        <dsp:cNvPr id="0" name=""/>
        <dsp:cNvSpPr/>
      </dsp:nvSpPr>
      <dsp:spPr>
        <a:xfrm>
          <a:off x="0" y="1405987"/>
          <a:ext cx="6651253" cy="1123017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1A7A17-7C7B-4093-A9E2-1EA9479E0E99}">
      <dsp:nvSpPr>
        <dsp:cNvPr id="0" name=""/>
        <dsp:cNvSpPr/>
      </dsp:nvSpPr>
      <dsp:spPr>
        <a:xfrm>
          <a:off x="339712" y="1658666"/>
          <a:ext cx="617659" cy="61765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D70EF4-8BE1-4E5C-B040-740CF8501742}">
      <dsp:nvSpPr>
        <dsp:cNvPr id="0" name=""/>
        <dsp:cNvSpPr/>
      </dsp:nvSpPr>
      <dsp:spPr>
        <a:xfrm>
          <a:off x="1297085" y="1405987"/>
          <a:ext cx="5354167" cy="1123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853" tIns="118853" rIns="118853" bIns="118853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Reduced lock memory overhead</a:t>
          </a:r>
        </a:p>
      </dsp:txBody>
      <dsp:txXfrm>
        <a:off x="1297085" y="1405987"/>
        <a:ext cx="5354167" cy="1123017"/>
      </dsp:txXfrm>
    </dsp:sp>
    <dsp:sp modelId="{85A7A09F-B5D2-4D49-854D-351D9B1F65DF}">
      <dsp:nvSpPr>
        <dsp:cNvPr id="0" name=""/>
        <dsp:cNvSpPr/>
      </dsp:nvSpPr>
      <dsp:spPr>
        <a:xfrm>
          <a:off x="0" y="2809759"/>
          <a:ext cx="6651253" cy="1123017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BD9D43-BB05-43FD-859D-58AFE0AF9C78}">
      <dsp:nvSpPr>
        <dsp:cNvPr id="0" name=""/>
        <dsp:cNvSpPr/>
      </dsp:nvSpPr>
      <dsp:spPr>
        <a:xfrm>
          <a:off x="339712" y="3062438"/>
          <a:ext cx="617659" cy="61765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7A7D9F-C09F-4A6A-84E6-78F24207CE92}">
      <dsp:nvSpPr>
        <dsp:cNvPr id="0" name=""/>
        <dsp:cNvSpPr/>
      </dsp:nvSpPr>
      <dsp:spPr>
        <a:xfrm>
          <a:off x="1297085" y="2809759"/>
          <a:ext cx="5354167" cy="1123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853" tIns="118853" rIns="118853" bIns="118853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Eliminated lock escalation blocking scenarios</a:t>
          </a:r>
        </a:p>
      </dsp:txBody>
      <dsp:txXfrm>
        <a:off x="1297085" y="2809759"/>
        <a:ext cx="5354167" cy="1123017"/>
      </dsp:txXfrm>
    </dsp:sp>
    <dsp:sp modelId="{1BF15839-E9E8-43D8-9B99-FF2282E4D275}">
      <dsp:nvSpPr>
        <dsp:cNvPr id="0" name=""/>
        <dsp:cNvSpPr/>
      </dsp:nvSpPr>
      <dsp:spPr>
        <a:xfrm>
          <a:off x="0" y="4213530"/>
          <a:ext cx="6651253" cy="1123017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6A8D83-42A1-4EC5-889A-B7972D99D6BE}">
      <dsp:nvSpPr>
        <dsp:cNvPr id="0" name=""/>
        <dsp:cNvSpPr/>
      </dsp:nvSpPr>
      <dsp:spPr>
        <a:xfrm>
          <a:off x="339712" y="4466209"/>
          <a:ext cx="617659" cy="61765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76F497-2050-4D67-8B1D-568406DEC8C5}">
      <dsp:nvSpPr>
        <dsp:cNvPr id="0" name=""/>
        <dsp:cNvSpPr/>
      </dsp:nvSpPr>
      <dsp:spPr>
        <a:xfrm>
          <a:off x="1297085" y="4213530"/>
          <a:ext cx="5354167" cy="1123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853" tIns="118853" rIns="118853" bIns="118853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Simpler troubleshooting — fewer locking-related issues</a:t>
          </a:r>
        </a:p>
      </dsp:txBody>
      <dsp:txXfrm>
        <a:off x="1297085" y="4213530"/>
        <a:ext cx="5354167" cy="1123017"/>
      </dsp:txXfrm>
    </dsp:sp>
  </dsp:spTree>
</dsp:drawing>
</file>

<file path=ppt/diagrams/drawing5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8E26D4-0961-483E-878B-503500EBD486}">
      <dsp:nvSpPr>
        <dsp:cNvPr id="0" name=""/>
        <dsp:cNvSpPr/>
      </dsp:nvSpPr>
      <dsp:spPr>
        <a:xfrm>
          <a:off x="0" y="1805"/>
          <a:ext cx="10515600" cy="915310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62DC90-DFAE-4CC0-8945-73D4A565D999}">
      <dsp:nvSpPr>
        <dsp:cNvPr id="0" name=""/>
        <dsp:cNvSpPr/>
      </dsp:nvSpPr>
      <dsp:spPr>
        <a:xfrm>
          <a:off x="276881" y="207750"/>
          <a:ext cx="503420" cy="5034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337343-ADD1-4B04-B65B-F400AF5AF900}">
      <dsp:nvSpPr>
        <dsp:cNvPr id="0" name=""/>
        <dsp:cNvSpPr/>
      </dsp:nvSpPr>
      <dsp:spPr>
        <a:xfrm>
          <a:off x="1057183" y="1805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CE (Cardinality Estimator) feedback for expressions</a:t>
          </a:r>
        </a:p>
      </dsp:txBody>
      <dsp:txXfrm>
        <a:off x="1057183" y="1805"/>
        <a:ext cx="9458416" cy="915310"/>
      </dsp:txXfrm>
    </dsp:sp>
    <dsp:sp modelId="{0EF65248-D592-43FD-8403-AE2DCC1C0A94}">
      <dsp:nvSpPr>
        <dsp:cNvPr id="0" name=""/>
        <dsp:cNvSpPr/>
      </dsp:nvSpPr>
      <dsp:spPr>
        <a:xfrm>
          <a:off x="0" y="1145944"/>
          <a:ext cx="10515600" cy="915310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52EB9B-6D69-41F0-BABF-EF7F0D4D28B5}">
      <dsp:nvSpPr>
        <dsp:cNvPr id="0" name=""/>
        <dsp:cNvSpPr/>
      </dsp:nvSpPr>
      <dsp:spPr>
        <a:xfrm>
          <a:off x="276881" y="1351889"/>
          <a:ext cx="503420" cy="5034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F4973E-674C-412B-B8ED-9B5EAFF2082C}">
      <dsp:nvSpPr>
        <dsp:cNvPr id="0" name=""/>
        <dsp:cNvSpPr/>
      </dsp:nvSpPr>
      <dsp:spPr>
        <a:xfrm>
          <a:off x="1057183" y="1145944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Optional parameter plans optimization (building on PSP from 2022)</a:t>
          </a:r>
        </a:p>
      </dsp:txBody>
      <dsp:txXfrm>
        <a:off x="1057183" y="1145944"/>
        <a:ext cx="9458416" cy="915310"/>
      </dsp:txXfrm>
    </dsp:sp>
    <dsp:sp modelId="{788BA7F9-D918-4FC2-A491-C5177A6DF358}">
      <dsp:nvSpPr>
        <dsp:cNvPr id="0" name=""/>
        <dsp:cNvSpPr/>
      </dsp:nvSpPr>
      <dsp:spPr>
        <a:xfrm>
          <a:off x="0" y="2290082"/>
          <a:ext cx="10515600" cy="915310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A88FBC-E9CA-417C-9474-EF1D93C636BE}">
      <dsp:nvSpPr>
        <dsp:cNvPr id="0" name=""/>
        <dsp:cNvSpPr/>
      </dsp:nvSpPr>
      <dsp:spPr>
        <a:xfrm>
          <a:off x="276881" y="2496027"/>
          <a:ext cx="503420" cy="5034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DD53CF-E467-4DFF-A005-6F60991D93EB}">
      <dsp:nvSpPr>
        <dsp:cNvPr id="0" name=""/>
        <dsp:cNvSpPr/>
      </dsp:nvSpPr>
      <dsp:spPr>
        <a:xfrm>
          <a:off x="1057183" y="2290082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DOP (Degree of Parallelism) feedback — now ON by default</a:t>
          </a:r>
        </a:p>
      </dsp:txBody>
      <dsp:txXfrm>
        <a:off x="1057183" y="2290082"/>
        <a:ext cx="9458416" cy="915310"/>
      </dsp:txXfrm>
    </dsp:sp>
    <dsp:sp modelId="{14BA376B-2093-476D-B7F1-7CE0832BF1E0}">
      <dsp:nvSpPr>
        <dsp:cNvPr id="0" name=""/>
        <dsp:cNvSpPr/>
      </dsp:nvSpPr>
      <dsp:spPr>
        <a:xfrm>
          <a:off x="0" y="3434221"/>
          <a:ext cx="10515600" cy="915310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A9B4DA-EA38-4880-A061-AE469755400F}">
      <dsp:nvSpPr>
        <dsp:cNvPr id="0" name=""/>
        <dsp:cNvSpPr/>
      </dsp:nvSpPr>
      <dsp:spPr>
        <a:xfrm>
          <a:off x="276881" y="3640166"/>
          <a:ext cx="503420" cy="5034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4FAFA1-149E-4711-8C4D-87EA79AA6249}">
      <dsp:nvSpPr>
        <dsp:cNvPr id="0" name=""/>
        <dsp:cNvSpPr/>
      </dsp:nvSpPr>
      <dsp:spPr>
        <a:xfrm>
          <a:off x="1057183" y="3434221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Key theme: the optimizer learns and adapts, fewer code changes needed</a:t>
          </a:r>
        </a:p>
      </dsp:txBody>
      <dsp:txXfrm>
        <a:off x="1057183" y="3434221"/>
        <a:ext cx="9458416" cy="915310"/>
      </dsp:txXfrm>
    </dsp:sp>
  </dsp:spTree>
</dsp:drawing>
</file>

<file path=ppt/diagrams/drawing5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D54B6B-BF31-AA4A-9A81-3DE3DCBA5836}">
      <dsp:nvSpPr>
        <dsp:cNvPr id="0" name=""/>
        <dsp:cNvSpPr/>
      </dsp:nvSpPr>
      <dsp:spPr>
        <a:xfrm>
          <a:off x="0" y="71356"/>
          <a:ext cx="10515600" cy="998156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Better plan reuse for parameterized queries </a:t>
          </a:r>
        </a:p>
      </dsp:txBody>
      <dsp:txXfrm>
        <a:off x="48726" y="120082"/>
        <a:ext cx="10418148" cy="900704"/>
      </dsp:txXfrm>
    </dsp:sp>
    <dsp:sp modelId="{D1E7EA16-88BB-BF44-9CF6-7819C961D5CD}">
      <dsp:nvSpPr>
        <dsp:cNvPr id="0" name=""/>
        <dsp:cNvSpPr/>
      </dsp:nvSpPr>
      <dsp:spPr>
        <a:xfrm>
          <a:off x="0" y="1141512"/>
          <a:ext cx="10515600" cy="998156"/>
        </a:xfrm>
        <a:prstGeom prst="roundRect">
          <a:avLst/>
        </a:prstGeom>
        <a:solidFill>
          <a:schemeClr val="accent3">
            <a:hueOff val="1372388"/>
            <a:satOff val="8237"/>
            <a:lumOff val="627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Reduces compilation overhead </a:t>
          </a:r>
        </a:p>
      </dsp:txBody>
      <dsp:txXfrm>
        <a:off x="48726" y="1190238"/>
        <a:ext cx="10418148" cy="900704"/>
      </dsp:txXfrm>
    </dsp:sp>
    <dsp:sp modelId="{BB26ED03-995B-C243-AF2B-967745E5A8DA}">
      <dsp:nvSpPr>
        <dsp:cNvPr id="0" name=""/>
        <dsp:cNvSpPr/>
      </dsp:nvSpPr>
      <dsp:spPr>
        <a:xfrm>
          <a:off x="0" y="2211669"/>
          <a:ext cx="10515600" cy="998156"/>
        </a:xfrm>
        <a:prstGeom prst="roundRect">
          <a:avLst/>
        </a:prstGeom>
        <a:solidFill>
          <a:schemeClr val="accent3">
            <a:hueOff val="2744775"/>
            <a:satOff val="16475"/>
            <a:lumOff val="1255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Significant impact for ORM-generated workloads (Entity Framework, Hibernate, etc.) </a:t>
          </a:r>
        </a:p>
      </dsp:txBody>
      <dsp:txXfrm>
        <a:off x="48726" y="2260395"/>
        <a:ext cx="10418148" cy="900704"/>
      </dsp:txXfrm>
    </dsp:sp>
    <dsp:sp modelId="{047F8276-4492-C04A-B28A-069D4E6E7665}">
      <dsp:nvSpPr>
        <dsp:cNvPr id="0" name=""/>
        <dsp:cNvSpPr/>
      </dsp:nvSpPr>
      <dsp:spPr>
        <a:xfrm>
          <a:off x="0" y="3281825"/>
          <a:ext cx="10515600" cy="998156"/>
        </a:xfrm>
        <a:prstGeom prst="roundRect">
          <a:avLst/>
        </a:prstGeom>
        <a:solidFill>
          <a:schemeClr val="accent3">
            <a:hueOff val="4117163"/>
            <a:satOff val="24712"/>
            <a:lumOff val="1882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No application changes required</a:t>
          </a:r>
        </a:p>
      </dsp:txBody>
      <dsp:txXfrm>
        <a:off x="48726" y="3330551"/>
        <a:ext cx="10418148" cy="900704"/>
      </dsp:txXfrm>
    </dsp:sp>
  </dsp:spTree>
</dsp:drawing>
</file>

<file path=ppt/diagrams/drawing5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80E5AA-FEEB-004C-8279-F9A9CDDA5C0F}">
      <dsp:nvSpPr>
        <dsp:cNvPr id="0" name=""/>
        <dsp:cNvSpPr/>
      </dsp:nvSpPr>
      <dsp:spPr>
        <a:xfrm>
          <a:off x="0" y="0"/>
          <a:ext cx="532447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4E25C9-47F9-0A4B-8C88-92474BC043CA}">
      <dsp:nvSpPr>
        <dsp:cNvPr id="0" name=""/>
        <dsp:cNvSpPr/>
      </dsp:nvSpPr>
      <dsp:spPr>
        <a:xfrm>
          <a:off x="0" y="0"/>
          <a:ext cx="5324475" cy="9798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Batch mode: processes ~900 rows at a time in columnar arrays (~64KB pages) </a:t>
          </a:r>
        </a:p>
      </dsp:txBody>
      <dsp:txXfrm>
        <a:off x="0" y="0"/>
        <a:ext cx="5324475" cy="979884"/>
      </dsp:txXfrm>
    </dsp:sp>
    <dsp:sp modelId="{9E859041-3C8E-504B-ADBE-4A844F120362}">
      <dsp:nvSpPr>
        <dsp:cNvPr id="0" name=""/>
        <dsp:cNvSpPr/>
      </dsp:nvSpPr>
      <dsp:spPr>
        <a:xfrm>
          <a:off x="0" y="979884"/>
          <a:ext cx="5324475" cy="0"/>
        </a:xfrm>
        <a:prstGeom prst="line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accent2">
              <a:hueOff val="2147871"/>
              <a:satOff val="-6164"/>
              <a:lumOff val="-987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BA7A66-4DF8-DB49-BCA8-BF8B78448692}">
      <dsp:nvSpPr>
        <dsp:cNvPr id="0" name=""/>
        <dsp:cNvSpPr/>
      </dsp:nvSpPr>
      <dsp:spPr>
        <a:xfrm>
          <a:off x="0" y="979884"/>
          <a:ext cx="5324475" cy="9798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Leverages vectorized CPU execution (SIMD/AVX instructions) </a:t>
          </a:r>
        </a:p>
      </dsp:txBody>
      <dsp:txXfrm>
        <a:off x="0" y="979884"/>
        <a:ext cx="5324475" cy="979884"/>
      </dsp:txXfrm>
    </dsp:sp>
    <dsp:sp modelId="{06AD782E-9B24-8941-8081-10DC0E44E080}">
      <dsp:nvSpPr>
        <dsp:cNvPr id="0" name=""/>
        <dsp:cNvSpPr/>
      </dsp:nvSpPr>
      <dsp:spPr>
        <a:xfrm>
          <a:off x="0" y="1959768"/>
          <a:ext cx="5324475" cy="0"/>
        </a:xfrm>
        <a:prstGeom prst="line">
          <a:avLst/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accent2">
              <a:hueOff val="4295743"/>
              <a:satOff val="-12329"/>
              <a:lumOff val="-1973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721B4A-97EC-C549-8B08-B04B6BA069AA}">
      <dsp:nvSpPr>
        <dsp:cNvPr id="0" name=""/>
        <dsp:cNvSpPr/>
      </dsp:nvSpPr>
      <dsp:spPr>
        <a:xfrm>
          <a:off x="0" y="1959768"/>
          <a:ext cx="5324475" cy="9798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Works for both columnstore AND rowstore SQL Server 2025 further optimizes batch mode for rowstores </a:t>
          </a:r>
        </a:p>
      </dsp:txBody>
      <dsp:txXfrm>
        <a:off x="0" y="1959768"/>
        <a:ext cx="5324475" cy="979884"/>
      </dsp:txXfrm>
    </dsp:sp>
    <dsp:sp modelId="{82BA9B9A-F871-1D41-8330-8EFACFBD8D5A}">
      <dsp:nvSpPr>
        <dsp:cNvPr id="0" name=""/>
        <dsp:cNvSpPr/>
      </dsp:nvSpPr>
      <dsp:spPr>
        <a:xfrm>
          <a:off x="0" y="2939653"/>
          <a:ext cx="5324475" cy="0"/>
        </a:xfrm>
        <a:prstGeom prst="line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2641F0-BC9A-4346-915C-AA8A1E4C87CB}">
      <dsp:nvSpPr>
        <dsp:cNvPr id="0" name=""/>
        <dsp:cNvSpPr/>
      </dsp:nvSpPr>
      <dsp:spPr>
        <a:xfrm>
          <a:off x="0" y="2939653"/>
          <a:ext cx="5324475" cy="9798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Especially benefits aggregate queries and large scans</a:t>
          </a:r>
        </a:p>
      </dsp:txBody>
      <dsp:txXfrm>
        <a:off x="0" y="2939653"/>
        <a:ext cx="5324475" cy="979884"/>
      </dsp:txXfrm>
    </dsp:sp>
  </dsp:spTree>
</dsp:drawing>
</file>

<file path=ppt/diagrams/drawing5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222CA5-D8E7-4AAD-9FCD-DA5CC314835E}">
      <dsp:nvSpPr>
        <dsp:cNvPr id="0" name=""/>
        <dsp:cNvSpPr/>
      </dsp:nvSpPr>
      <dsp:spPr>
        <a:xfrm>
          <a:off x="212335" y="469890"/>
          <a:ext cx="1335915" cy="1335915"/>
        </a:xfrm>
        <a:prstGeom prst="ellipse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C48BFF-F5E9-4E8B-878F-829DF2F437BD}">
      <dsp:nvSpPr>
        <dsp:cNvPr id="0" name=""/>
        <dsp:cNvSpPr/>
      </dsp:nvSpPr>
      <dsp:spPr>
        <a:xfrm>
          <a:off x="492877" y="750432"/>
          <a:ext cx="774830" cy="77483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CE7057-C2F4-4DDD-AB6D-6A22784A3985}">
      <dsp:nvSpPr>
        <dsp:cNvPr id="0" name=""/>
        <dsp:cNvSpPr/>
      </dsp:nvSpPr>
      <dsp:spPr>
        <a:xfrm>
          <a:off x="1834517" y="469890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Better ordered columnstore indexing </a:t>
          </a:r>
        </a:p>
      </dsp:txBody>
      <dsp:txXfrm>
        <a:off x="1834517" y="469890"/>
        <a:ext cx="3148942" cy="1335915"/>
      </dsp:txXfrm>
    </dsp:sp>
    <dsp:sp modelId="{3E10E936-6F08-4F03-B622-8F85F90CE471}">
      <dsp:nvSpPr>
        <dsp:cNvPr id="0" name=""/>
        <dsp:cNvSpPr/>
      </dsp:nvSpPr>
      <dsp:spPr>
        <a:xfrm>
          <a:off x="5532139" y="469890"/>
          <a:ext cx="1335915" cy="1335915"/>
        </a:xfrm>
        <a:prstGeom prst="ellipse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22F8C2-5A11-482F-A6C6-07BEF23F0E1B}">
      <dsp:nvSpPr>
        <dsp:cNvPr id="0" name=""/>
        <dsp:cNvSpPr/>
      </dsp:nvSpPr>
      <dsp:spPr>
        <a:xfrm>
          <a:off x="5812681" y="750432"/>
          <a:ext cx="774830" cy="77483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979011-0012-4C47-878C-DF3E5DA8BB9A}">
      <dsp:nvSpPr>
        <dsp:cNvPr id="0" name=""/>
        <dsp:cNvSpPr/>
      </dsp:nvSpPr>
      <dsp:spPr>
        <a:xfrm>
          <a:off x="7154322" y="469890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Columnstore index maintenance improvements </a:t>
          </a:r>
        </a:p>
      </dsp:txBody>
      <dsp:txXfrm>
        <a:off x="7154322" y="469890"/>
        <a:ext cx="3148942" cy="1335915"/>
      </dsp:txXfrm>
    </dsp:sp>
    <dsp:sp modelId="{06F18021-60B5-4067-8E3C-EF67E67E8FD1}">
      <dsp:nvSpPr>
        <dsp:cNvPr id="0" name=""/>
        <dsp:cNvSpPr/>
      </dsp:nvSpPr>
      <dsp:spPr>
        <a:xfrm>
          <a:off x="212335" y="2545532"/>
          <a:ext cx="1335915" cy="1335915"/>
        </a:xfrm>
        <a:prstGeom prst="ellipse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18F886-EDFC-48D4-83F9-3D64AAB5DF4B}">
      <dsp:nvSpPr>
        <dsp:cNvPr id="0" name=""/>
        <dsp:cNvSpPr/>
      </dsp:nvSpPr>
      <dsp:spPr>
        <a:xfrm>
          <a:off x="492877" y="2826074"/>
          <a:ext cx="774830" cy="77483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80490D-4F9C-4446-A7EB-BD0E99141DD8}">
      <dsp:nvSpPr>
        <dsp:cNvPr id="0" name=""/>
        <dsp:cNvSpPr/>
      </dsp:nvSpPr>
      <dsp:spPr>
        <a:xfrm>
          <a:off x="1834517" y="2545532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Performance enhancements for columnstore queries </a:t>
          </a:r>
        </a:p>
      </dsp:txBody>
      <dsp:txXfrm>
        <a:off x="1834517" y="2545532"/>
        <a:ext cx="3148942" cy="1335915"/>
      </dsp:txXfrm>
    </dsp:sp>
    <dsp:sp modelId="{4F3080EC-CAA4-4117-A994-3D0C683BD667}">
      <dsp:nvSpPr>
        <dsp:cNvPr id="0" name=""/>
        <dsp:cNvSpPr/>
      </dsp:nvSpPr>
      <dsp:spPr>
        <a:xfrm>
          <a:off x="5532139" y="2545532"/>
          <a:ext cx="1335915" cy="1335915"/>
        </a:xfrm>
        <a:prstGeom prst="ellipse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F4AFAC-EC54-4B17-848D-A03624CEF49C}">
      <dsp:nvSpPr>
        <dsp:cNvPr id="0" name=""/>
        <dsp:cNvSpPr/>
      </dsp:nvSpPr>
      <dsp:spPr>
        <a:xfrm>
          <a:off x="5812681" y="2826074"/>
          <a:ext cx="774830" cy="77483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440439-4F58-4601-A922-CA625BA0ED88}">
      <dsp:nvSpPr>
        <dsp:cNvPr id="0" name=""/>
        <dsp:cNvSpPr/>
      </dsp:nvSpPr>
      <dsp:spPr>
        <a:xfrm>
          <a:off x="7154322" y="2545532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Segment elimination improvements</a:t>
          </a:r>
        </a:p>
      </dsp:txBody>
      <dsp:txXfrm>
        <a:off x="7154322" y="2545532"/>
        <a:ext cx="3148942" cy="1335915"/>
      </dsp:txXfrm>
    </dsp:sp>
  </dsp:spTree>
</dsp:drawing>
</file>

<file path=ppt/diagrams/drawing5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1F7463-3BE3-DC44-A218-7B365FCE2B63}">
      <dsp:nvSpPr>
        <dsp:cNvPr id="0" name=""/>
        <dsp:cNvSpPr/>
      </dsp:nvSpPr>
      <dsp:spPr>
        <a:xfrm>
          <a:off x="0" y="78669"/>
          <a:ext cx="10515600" cy="99450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Control tempdb space consumption using Resource Governor workload groups</a:t>
          </a:r>
        </a:p>
      </dsp:txBody>
      <dsp:txXfrm>
        <a:off x="48547" y="127216"/>
        <a:ext cx="10418506" cy="897406"/>
      </dsp:txXfrm>
    </dsp:sp>
    <dsp:sp modelId="{6702731A-E3E8-6448-8776-D2B5AC3E7860}">
      <dsp:nvSpPr>
        <dsp:cNvPr id="0" name=""/>
        <dsp:cNvSpPr/>
      </dsp:nvSpPr>
      <dsp:spPr>
        <a:xfrm>
          <a:off x="0" y="1145169"/>
          <a:ext cx="10515600" cy="994500"/>
        </a:xfrm>
        <a:prstGeom prst="roundRect">
          <a:avLst/>
        </a:prstGeom>
        <a:solidFill>
          <a:schemeClr val="accent3">
            <a:hueOff val="1372388"/>
            <a:satOff val="8237"/>
            <a:lumOff val="627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Prevent runaway queries from exhausting tempdb</a:t>
          </a:r>
        </a:p>
      </dsp:txBody>
      <dsp:txXfrm>
        <a:off x="48547" y="1193716"/>
        <a:ext cx="10418506" cy="897406"/>
      </dsp:txXfrm>
    </dsp:sp>
    <dsp:sp modelId="{86A6233A-697B-C341-8140-FEA35C1F502F}">
      <dsp:nvSpPr>
        <dsp:cNvPr id="0" name=""/>
        <dsp:cNvSpPr/>
      </dsp:nvSpPr>
      <dsp:spPr>
        <a:xfrm>
          <a:off x="0" y="2211669"/>
          <a:ext cx="10515600" cy="994500"/>
        </a:xfrm>
        <a:prstGeom prst="roundRect">
          <a:avLst/>
        </a:prstGeom>
        <a:solidFill>
          <a:schemeClr val="accent3">
            <a:hueOff val="2744775"/>
            <a:satOff val="16475"/>
            <a:lumOff val="1255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Per-group tempdb space limits</a:t>
          </a:r>
        </a:p>
      </dsp:txBody>
      <dsp:txXfrm>
        <a:off x="48547" y="2260216"/>
        <a:ext cx="10418506" cy="897406"/>
      </dsp:txXfrm>
    </dsp:sp>
    <dsp:sp modelId="{34D3F405-A533-5A46-96BE-65E0C94D4FB8}">
      <dsp:nvSpPr>
        <dsp:cNvPr id="0" name=""/>
        <dsp:cNvSpPr/>
      </dsp:nvSpPr>
      <dsp:spPr>
        <a:xfrm>
          <a:off x="0" y="3278169"/>
          <a:ext cx="10515600" cy="994500"/>
        </a:xfrm>
        <a:prstGeom prst="roundRect">
          <a:avLst/>
        </a:prstGeom>
        <a:solidFill>
          <a:schemeClr val="accent3">
            <a:hueOff val="4117163"/>
            <a:satOff val="24712"/>
            <a:lumOff val="1882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Full Resource Governor now available in Standard Edition!</a:t>
          </a:r>
        </a:p>
      </dsp:txBody>
      <dsp:txXfrm>
        <a:off x="48547" y="3326716"/>
        <a:ext cx="10418506" cy="897406"/>
      </dsp:txXfrm>
    </dsp:sp>
  </dsp:spTree>
</dsp:drawing>
</file>

<file path=ppt/diagrams/drawing5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F57B21-2852-FB43-854B-ECA521DBB079}">
      <dsp:nvSpPr>
        <dsp:cNvPr id="0" name=""/>
        <dsp:cNvSpPr/>
      </dsp:nvSpPr>
      <dsp:spPr>
        <a:xfrm>
          <a:off x="0" y="1080567"/>
          <a:ext cx="2957512" cy="187802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09B97F-311A-3048-98FD-3875CBFE7F99}">
      <dsp:nvSpPr>
        <dsp:cNvPr id="0" name=""/>
        <dsp:cNvSpPr/>
      </dsp:nvSpPr>
      <dsp:spPr>
        <a:xfrm>
          <a:off x="328612" y="1392749"/>
          <a:ext cx="2957512" cy="18780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New query hint to forcefully terminate long-running queries after a threshold</a:t>
          </a:r>
        </a:p>
      </dsp:txBody>
      <dsp:txXfrm>
        <a:off x="383617" y="1447754"/>
        <a:ext cx="2847502" cy="1768010"/>
      </dsp:txXfrm>
    </dsp:sp>
    <dsp:sp modelId="{23E6A9CA-FE62-904F-9F8D-C575FDAA822C}">
      <dsp:nvSpPr>
        <dsp:cNvPr id="0" name=""/>
        <dsp:cNvSpPr/>
      </dsp:nvSpPr>
      <dsp:spPr>
        <a:xfrm>
          <a:off x="3614737" y="1080567"/>
          <a:ext cx="2957512" cy="187802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1F3773-9A23-8449-BAEF-56593CD987F9}">
      <dsp:nvSpPr>
        <dsp:cNvPr id="0" name=""/>
        <dsp:cNvSpPr/>
      </dsp:nvSpPr>
      <dsp:spPr>
        <a:xfrm>
          <a:off x="3943350" y="1392749"/>
          <a:ext cx="2957512" cy="18780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Practical for BI/reporting environments with unpredictable query patterns</a:t>
          </a:r>
        </a:p>
      </dsp:txBody>
      <dsp:txXfrm>
        <a:off x="3998355" y="1447754"/>
        <a:ext cx="2847502" cy="1768010"/>
      </dsp:txXfrm>
    </dsp:sp>
    <dsp:sp modelId="{04914E3B-CFD3-6C42-B6B5-6453E433A9BC}">
      <dsp:nvSpPr>
        <dsp:cNvPr id="0" name=""/>
        <dsp:cNvSpPr/>
      </dsp:nvSpPr>
      <dsp:spPr>
        <a:xfrm>
          <a:off x="7229475" y="1080567"/>
          <a:ext cx="2957512" cy="187802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EECD45-5EFC-5241-930A-659339DB12C1}">
      <dsp:nvSpPr>
        <dsp:cNvPr id="0" name=""/>
        <dsp:cNvSpPr/>
      </dsp:nvSpPr>
      <dsp:spPr>
        <a:xfrm>
          <a:off x="7558087" y="1392749"/>
          <a:ext cx="2957512" cy="18780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Complements Query Governor and Resource Governor</a:t>
          </a:r>
        </a:p>
      </dsp:txBody>
      <dsp:txXfrm>
        <a:off x="7613092" y="1447754"/>
        <a:ext cx="2847502" cy="1768010"/>
      </dsp:txXfrm>
    </dsp:sp>
  </dsp:spTree>
</dsp:drawing>
</file>

<file path=ppt/diagrams/drawing5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7E2510-B5C1-45AF-909A-93FB16EF8837}">
      <dsp:nvSpPr>
        <dsp:cNvPr id="0" name=""/>
        <dsp:cNvSpPr/>
      </dsp:nvSpPr>
      <dsp:spPr>
        <a:xfrm>
          <a:off x="0" y="4307"/>
          <a:ext cx="6364224" cy="917536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FAD6CF-AAA2-4739-B6D6-FBE713956B74}">
      <dsp:nvSpPr>
        <dsp:cNvPr id="0" name=""/>
        <dsp:cNvSpPr/>
      </dsp:nvSpPr>
      <dsp:spPr>
        <a:xfrm>
          <a:off x="277554" y="210753"/>
          <a:ext cx="504644" cy="50464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A27670-201B-4B7B-8CFB-84FA7DF257FF}">
      <dsp:nvSpPr>
        <dsp:cNvPr id="0" name=""/>
        <dsp:cNvSpPr/>
      </dsp:nvSpPr>
      <dsp:spPr>
        <a:xfrm>
          <a:off x="1059754" y="4307"/>
          <a:ext cx="5304469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ADR (Accelerated Database Recovery) in tempdb</a:t>
          </a:r>
        </a:p>
      </dsp:txBody>
      <dsp:txXfrm>
        <a:off x="1059754" y="4307"/>
        <a:ext cx="5304469" cy="917536"/>
      </dsp:txXfrm>
    </dsp:sp>
    <dsp:sp modelId="{91294169-9C8D-4DC6-A287-876A661C180A}">
      <dsp:nvSpPr>
        <dsp:cNvPr id="0" name=""/>
        <dsp:cNvSpPr/>
      </dsp:nvSpPr>
      <dsp:spPr>
        <a:xfrm>
          <a:off x="0" y="1151227"/>
          <a:ext cx="6364224" cy="917536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375E47-1AAE-4694-8F36-D5C00EBCC71B}">
      <dsp:nvSpPr>
        <dsp:cNvPr id="0" name=""/>
        <dsp:cNvSpPr/>
      </dsp:nvSpPr>
      <dsp:spPr>
        <a:xfrm>
          <a:off x="277554" y="1357673"/>
          <a:ext cx="504644" cy="50464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2BB6FB-C8F6-461F-87D7-BD0855BC1382}">
      <dsp:nvSpPr>
        <dsp:cNvPr id="0" name=""/>
        <dsp:cNvSpPr/>
      </dsp:nvSpPr>
      <dsp:spPr>
        <a:xfrm>
          <a:off x="1059754" y="1151227"/>
          <a:ext cx="5304469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tmpfs support for tempdb on Linux</a:t>
          </a:r>
        </a:p>
      </dsp:txBody>
      <dsp:txXfrm>
        <a:off x="1059754" y="1151227"/>
        <a:ext cx="5304469" cy="917536"/>
      </dsp:txXfrm>
    </dsp:sp>
    <dsp:sp modelId="{AF643FCB-7015-450A-BD42-8CDF99708283}">
      <dsp:nvSpPr>
        <dsp:cNvPr id="0" name=""/>
        <dsp:cNvSpPr/>
      </dsp:nvSpPr>
      <dsp:spPr>
        <a:xfrm>
          <a:off x="0" y="2298147"/>
          <a:ext cx="6364224" cy="917536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045A71-50EE-40EC-A1A5-D3B9B527E950}">
      <dsp:nvSpPr>
        <dsp:cNvPr id="0" name=""/>
        <dsp:cNvSpPr/>
      </dsp:nvSpPr>
      <dsp:spPr>
        <a:xfrm>
          <a:off x="277554" y="2504593"/>
          <a:ext cx="504644" cy="50464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3AA8F4-BD97-404B-8370-2D91DF7A5DDB}">
      <dsp:nvSpPr>
        <dsp:cNvPr id="0" name=""/>
        <dsp:cNvSpPr/>
      </dsp:nvSpPr>
      <dsp:spPr>
        <a:xfrm>
          <a:off x="1059754" y="2298147"/>
          <a:ext cx="5304469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Remove In-Memory OLTP from a database (finally!)</a:t>
          </a:r>
        </a:p>
      </dsp:txBody>
      <dsp:txXfrm>
        <a:off x="1059754" y="2298147"/>
        <a:ext cx="5304469" cy="917536"/>
      </dsp:txXfrm>
    </dsp:sp>
    <dsp:sp modelId="{F2E1EF27-1DF7-4980-AA73-1AC8975EC7EA}">
      <dsp:nvSpPr>
        <dsp:cNvPr id="0" name=""/>
        <dsp:cNvSpPr/>
      </dsp:nvSpPr>
      <dsp:spPr>
        <a:xfrm>
          <a:off x="0" y="3445068"/>
          <a:ext cx="6364224" cy="917536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5F5CAB-C64B-441D-AB82-6049F380FB3A}">
      <dsp:nvSpPr>
        <dsp:cNvPr id="0" name=""/>
        <dsp:cNvSpPr/>
      </dsp:nvSpPr>
      <dsp:spPr>
        <a:xfrm>
          <a:off x="277554" y="3651513"/>
          <a:ext cx="504644" cy="50464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010E1E-89F4-49E3-B50E-7AC3D21D563E}">
      <dsp:nvSpPr>
        <dsp:cNvPr id="0" name=""/>
        <dsp:cNvSpPr/>
      </dsp:nvSpPr>
      <dsp:spPr>
        <a:xfrm>
          <a:off x="1059754" y="3445068"/>
          <a:ext cx="5304469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Persisted statistics for readable secondaries</a:t>
          </a:r>
        </a:p>
      </dsp:txBody>
      <dsp:txXfrm>
        <a:off x="1059754" y="3445068"/>
        <a:ext cx="5304469" cy="917536"/>
      </dsp:txXfrm>
    </dsp:sp>
    <dsp:sp modelId="{E17209E1-2CB1-46B6-B142-1C32F3EB448F}">
      <dsp:nvSpPr>
        <dsp:cNvPr id="0" name=""/>
        <dsp:cNvSpPr/>
      </dsp:nvSpPr>
      <dsp:spPr>
        <a:xfrm>
          <a:off x="0" y="4591988"/>
          <a:ext cx="6364224" cy="917536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E83BC3-9D41-4840-8F21-D82F40F91025}">
      <dsp:nvSpPr>
        <dsp:cNvPr id="0" name=""/>
        <dsp:cNvSpPr/>
      </dsp:nvSpPr>
      <dsp:spPr>
        <a:xfrm>
          <a:off x="277554" y="4798433"/>
          <a:ext cx="504644" cy="50464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CB1DC5-B8A8-429B-B9BD-F947C3A118BC}">
      <dsp:nvSpPr>
        <dsp:cNvPr id="0" name=""/>
        <dsp:cNvSpPr/>
      </dsp:nvSpPr>
      <dsp:spPr>
        <a:xfrm>
          <a:off x="1059754" y="4591988"/>
          <a:ext cx="5304469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Change tracking cleanup improvements</a:t>
          </a:r>
        </a:p>
      </dsp:txBody>
      <dsp:txXfrm>
        <a:off x="1059754" y="4591988"/>
        <a:ext cx="5304469" cy="917536"/>
      </dsp:txXfrm>
    </dsp:sp>
  </dsp:spTree>
</dsp:drawing>
</file>

<file path=ppt/diagrams/drawing5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9FB3E9-4EE5-FF48-B01D-EC453B749562}">
      <dsp:nvSpPr>
        <dsp:cNvPr id="0" name=""/>
        <dsp:cNvSpPr/>
      </dsp:nvSpPr>
      <dsp:spPr>
        <a:xfrm>
          <a:off x="0" y="377850"/>
          <a:ext cx="6900512" cy="1539719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"Customers love Always On Availability Groups but there are situations where they get stuck in a not synchronizing state”</a:t>
          </a:r>
        </a:p>
      </dsp:txBody>
      <dsp:txXfrm>
        <a:off x="75163" y="453013"/>
        <a:ext cx="6750186" cy="1389393"/>
      </dsp:txXfrm>
    </dsp:sp>
    <dsp:sp modelId="{587CE913-BB1A-F94C-A0CF-468761DCAA4D}">
      <dsp:nvSpPr>
        <dsp:cNvPr id="0" name=""/>
        <dsp:cNvSpPr/>
      </dsp:nvSpPr>
      <dsp:spPr>
        <a:xfrm>
          <a:off x="0" y="1998210"/>
          <a:ext cx="6900512" cy="1539719"/>
        </a:xfrm>
        <a:prstGeom prst="roundRect">
          <a:avLst/>
        </a:prstGeom>
        <a:solidFill>
          <a:schemeClr val="accent3">
            <a:hueOff val="2058582"/>
            <a:satOff val="12356"/>
            <a:lumOff val="941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SQL Server 2025 enhances AG algorithms for reliable failover </a:t>
          </a:r>
        </a:p>
      </dsp:txBody>
      <dsp:txXfrm>
        <a:off x="75163" y="2073373"/>
        <a:ext cx="6750186" cy="1389393"/>
      </dsp:txXfrm>
    </dsp:sp>
    <dsp:sp modelId="{E3565C9B-FEA7-4C46-8CA7-0CF60D32F8C7}">
      <dsp:nvSpPr>
        <dsp:cNvPr id="0" name=""/>
        <dsp:cNvSpPr/>
      </dsp:nvSpPr>
      <dsp:spPr>
        <a:xfrm>
          <a:off x="0" y="3618570"/>
          <a:ext cx="6900512" cy="1539719"/>
        </a:xfrm>
        <a:prstGeom prst="roundRect">
          <a:avLst/>
        </a:prstGeom>
        <a:solidFill>
          <a:schemeClr val="accent3">
            <a:hueOff val="4117163"/>
            <a:satOff val="24712"/>
            <a:lumOff val="1882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Better diagnostics, better tuning, better backups</a:t>
          </a:r>
        </a:p>
      </dsp:txBody>
      <dsp:txXfrm>
        <a:off x="75163" y="3693733"/>
        <a:ext cx="6750186" cy="1389393"/>
      </dsp:txXfrm>
    </dsp:sp>
  </dsp:spTree>
</dsp:drawing>
</file>

<file path=ppt/diagrams/drawing5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7BB1C8-9F34-42E9-BD96-D83B1A3A53F0}">
      <dsp:nvSpPr>
        <dsp:cNvPr id="0" name=""/>
        <dsp:cNvSpPr/>
      </dsp:nvSpPr>
      <dsp:spPr>
        <a:xfrm>
          <a:off x="0" y="2288"/>
          <a:ext cx="6364224" cy="1159843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76827C-CBA0-4FB5-ACDE-D0978F4C7A00}">
      <dsp:nvSpPr>
        <dsp:cNvPr id="0" name=""/>
        <dsp:cNvSpPr/>
      </dsp:nvSpPr>
      <dsp:spPr>
        <a:xfrm>
          <a:off x="350852" y="263253"/>
          <a:ext cx="637913" cy="63791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CA60B1-33FB-45D8-8A0E-EF43D01D4E95}">
      <dsp:nvSpPr>
        <dsp:cNvPr id="0" name=""/>
        <dsp:cNvSpPr/>
      </dsp:nvSpPr>
      <dsp:spPr>
        <a:xfrm>
          <a:off x="1339618" y="2288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Better visibility into AG state and health </a:t>
          </a:r>
        </a:p>
      </dsp:txBody>
      <dsp:txXfrm>
        <a:off x="1339618" y="2288"/>
        <a:ext cx="5024605" cy="1159843"/>
      </dsp:txXfrm>
    </dsp:sp>
    <dsp:sp modelId="{2C33E540-E9BF-4F1A-B539-671799FEC4D7}">
      <dsp:nvSpPr>
        <dsp:cNvPr id="0" name=""/>
        <dsp:cNvSpPr/>
      </dsp:nvSpPr>
      <dsp:spPr>
        <a:xfrm>
          <a:off x="0" y="1452092"/>
          <a:ext cx="6364224" cy="1159843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3BE548-7D19-4C64-B432-CA26A541CF36}">
      <dsp:nvSpPr>
        <dsp:cNvPr id="0" name=""/>
        <dsp:cNvSpPr/>
      </dsp:nvSpPr>
      <dsp:spPr>
        <a:xfrm>
          <a:off x="350852" y="1713057"/>
          <a:ext cx="637913" cy="63791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4A470E-D1E7-4A87-AE61-68097FC6F19E}">
      <dsp:nvSpPr>
        <dsp:cNvPr id="0" name=""/>
        <dsp:cNvSpPr/>
      </dsp:nvSpPr>
      <dsp:spPr>
        <a:xfrm>
          <a:off x="1339618" y="1452092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Enhanced DMVs and diagnostic views </a:t>
          </a:r>
        </a:p>
      </dsp:txBody>
      <dsp:txXfrm>
        <a:off x="1339618" y="1452092"/>
        <a:ext cx="5024605" cy="1159843"/>
      </dsp:txXfrm>
    </dsp:sp>
    <dsp:sp modelId="{84663925-19D7-4608-94DA-7597AD0EDBC5}">
      <dsp:nvSpPr>
        <dsp:cNvPr id="0" name=""/>
        <dsp:cNvSpPr/>
      </dsp:nvSpPr>
      <dsp:spPr>
        <a:xfrm>
          <a:off x="0" y="2901896"/>
          <a:ext cx="6364224" cy="1159843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E757AE-F2B3-4C4E-BE7A-FFB057D6CA17}">
      <dsp:nvSpPr>
        <dsp:cNvPr id="0" name=""/>
        <dsp:cNvSpPr/>
      </dsp:nvSpPr>
      <dsp:spPr>
        <a:xfrm>
          <a:off x="350852" y="3162861"/>
          <a:ext cx="637913" cy="63791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FD8CB0-9E71-4682-A4F4-B674CCCF4859}">
      <dsp:nvSpPr>
        <dsp:cNvPr id="0" name=""/>
        <dsp:cNvSpPr/>
      </dsp:nvSpPr>
      <dsp:spPr>
        <a:xfrm>
          <a:off x="1339618" y="2901896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Easier root cause analysis for AG issues </a:t>
          </a:r>
        </a:p>
      </dsp:txBody>
      <dsp:txXfrm>
        <a:off x="1339618" y="2901896"/>
        <a:ext cx="5024605" cy="1159843"/>
      </dsp:txXfrm>
    </dsp:sp>
    <dsp:sp modelId="{326A49F0-B968-4C05-9315-FACED924A7C2}">
      <dsp:nvSpPr>
        <dsp:cNvPr id="0" name=""/>
        <dsp:cNvSpPr/>
      </dsp:nvSpPr>
      <dsp:spPr>
        <a:xfrm>
          <a:off x="0" y="4351700"/>
          <a:ext cx="6364224" cy="1159843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A22353-BBD4-4F06-871F-111804BC5D9D}">
      <dsp:nvSpPr>
        <dsp:cNvPr id="0" name=""/>
        <dsp:cNvSpPr/>
      </dsp:nvSpPr>
      <dsp:spPr>
        <a:xfrm>
          <a:off x="350852" y="4612665"/>
          <a:ext cx="637913" cy="63791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C526FB-F4A9-4D32-AA2D-3BEAC8720C64}">
      <dsp:nvSpPr>
        <dsp:cNvPr id="0" name=""/>
        <dsp:cNvSpPr/>
      </dsp:nvSpPr>
      <dsp:spPr>
        <a:xfrm>
          <a:off x="1339618" y="4351700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Proactive detection of health degradation</a:t>
          </a:r>
        </a:p>
      </dsp:txBody>
      <dsp:txXfrm>
        <a:off x="1339618" y="4351700"/>
        <a:ext cx="5024605" cy="1159843"/>
      </dsp:txXfrm>
    </dsp:sp>
  </dsp:spTree>
</dsp:drawing>
</file>

<file path=ppt/diagrams/drawing6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C89BBF-3A8D-4B6C-9A1B-52198AA1D01A}">
      <dsp:nvSpPr>
        <dsp:cNvPr id="0" name=""/>
        <dsp:cNvSpPr/>
      </dsp:nvSpPr>
      <dsp:spPr>
        <a:xfrm>
          <a:off x="752566" y="1045320"/>
          <a:ext cx="1066720" cy="10667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340B7E0-475F-49E0-B581-2D4128605D4C}">
      <dsp:nvSpPr>
        <dsp:cNvPr id="0" name=""/>
        <dsp:cNvSpPr/>
      </dsp:nvSpPr>
      <dsp:spPr>
        <a:xfrm>
          <a:off x="100682" y="2427484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Communication control flow tuning</a:t>
          </a:r>
        </a:p>
      </dsp:txBody>
      <dsp:txXfrm>
        <a:off x="100682" y="2427484"/>
        <a:ext cx="2370489" cy="720000"/>
      </dsp:txXfrm>
    </dsp:sp>
    <dsp:sp modelId="{3D46373C-906E-4921-8A16-004DF8D3923E}">
      <dsp:nvSpPr>
        <dsp:cNvPr id="0" name=""/>
        <dsp:cNvSpPr/>
      </dsp:nvSpPr>
      <dsp:spPr>
        <a:xfrm>
          <a:off x="3537891" y="1045320"/>
          <a:ext cx="1066720" cy="10667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3CCD1D1-1888-40F5-8CFD-1788ED00F8B5}">
      <dsp:nvSpPr>
        <dsp:cNvPr id="0" name=""/>
        <dsp:cNvSpPr/>
      </dsp:nvSpPr>
      <dsp:spPr>
        <a:xfrm>
          <a:off x="2886007" y="2427484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AG group commit waiting tuning — optimize for throughput vs. latency</a:t>
          </a:r>
        </a:p>
      </dsp:txBody>
      <dsp:txXfrm>
        <a:off x="2886007" y="2427484"/>
        <a:ext cx="2370489" cy="720000"/>
      </dsp:txXfrm>
    </dsp:sp>
    <dsp:sp modelId="{93F41EE6-EF8F-4367-BA36-57BF0B7DEFEC}">
      <dsp:nvSpPr>
        <dsp:cNvPr id="0" name=""/>
        <dsp:cNvSpPr/>
      </dsp:nvSpPr>
      <dsp:spPr>
        <a:xfrm>
          <a:off x="6323216" y="1045320"/>
          <a:ext cx="1066720" cy="10667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FA9328D-8C4F-4E24-AC06-18BA3AA47B74}">
      <dsp:nvSpPr>
        <dsp:cNvPr id="0" name=""/>
        <dsp:cNvSpPr/>
      </dsp:nvSpPr>
      <dsp:spPr>
        <a:xfrm>
          <a:off x="5671332" y="2427484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Async page request dispatching</a:t>
          </a:r>
        </a:p>
      </dsp:txBody>
      <dsp:txXfrm>
        <a:off x="5671332" y="2427484"/>
        <a:ext cx="2370489" cy="720000"/>
      </dsp:txXfrm>
    </dsp:sp>
    <dsp:sp modelId="{70ED6EFC-4903-4115-AFB3-234FB1AD1E41}">
      <dsp:nvSpPr>
        <dsp:cNvPr id="0" name=""/>
        <dsp:cNvSpPr/>
      </dsp:nvSpPr>
      <dsp:spPr>
        <a:xfrm>
          <a:off x="9108541" y="1045320"/>
          <a:ext cx="1066720" cy="10667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672612F-8481-4C07-BB76-8A4FF0D926BE}">
      <dsp:nvSpPr>
        <dsp:cNvPr id="0" name=""/>
        <dsp:cNvSpPr/>
      </dsp:nvSpPr>
      <dsp:spPr>
        <a:xfrm>
          <a:off x="8456657" y="2427484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Fine-grained control over AG behavior</a:t>
          </a:r>
        </a:p>
      </dsp:txBody>
      <dsp:txXfrm>
        <a:off x="8456657" y="2427484"/>
        <a:ext cx="2370489" cy="720000"/>
      </dsp:txXfrm>
    </dsp:sp>
  </dsp:spTree>
</dsp:drawing>
</file>

<file path=ppt/diagrams/drawing6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2F145A-45EF-E94B-8380-A33BED5FEB74}">
      <dsp:nvSpPr>
        <dsp:cNvPr id="0" name=""/>
        <dsp:cNvSpPr/>
      </dsp:nvSpPr>
      <dsp:spPr>
        <a:xfrm>
          <a:off x="0" y="19156"/>
          <a:ext cx="6002110" cy="87516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Remove listener IP address — simplify configurations</a:t>
          </a:r>
        </a:p>
      </dsp:txBody>
      <dsp:txXfrm>
        <a:off x="42722" y="61878"/>
        <a:ext cx="5916666" cy="789716"/>
      </dsp:txXfrm>
    </dsp:sp>
    <dsp:sp modelId="{E2A6E295-8AAD-D349-9B7A-04722FC5DDB9}">
      <dsp:nvSpPr>
        <dsp:cNvPr id="0" name=""/>
        <dsp:cNvSpPr/>
      </dsp:nvSpPr>
      <dsp:spPr>
        <a:xfrm>
          <a:off x="0" y="957676"/>
          <a:ext cx="6002110" cy="875160"/>
        </a:xfrm>
        <a:prstGeom prst="roundRect">
          <a:avLst/>
        </a:prstGeom>
        <a:solidFill>
          <a:schemeClr val="accent3">
            <a:hueOff val="1372388"/>
            <a:satOff val="8237"/>
            <a:lumOff val="627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NONE routing option for routing lists</a:t>
          </a:r>
        </a:p>
      </dsp:txBody>
      <dsp:txXfrm>
        <a:off x="42722" y="1000398"/>
        <a:ext cx="5916666" cy="789716"/>
      </dsp:txXfrm>
    </dsp:sp>
    <dsp:sp modelId="{3654022B-9F26-8045-B651-B1ECF9FAB6B9}">
      <dsp:nvSpPr>
        <dsp:cNvPr id="0" name=""/>
        <dsp:cNvSpPr/>
      </dsp:nvSpPr>
      <dsp:spPr>
        <a:xfrm>
          <a:off x="0" y="1896197"/>
          <a:ext cx="6002110" cy="875160"/>
        </a:xfrm>
        <a:prstGeom prst="roundRect">
          <a:avLst/>
        </a:prstGeom>
        <a:solidFill>
          <a:schemeClr val="accent3">
            <a:hueOff val="2744775"/>
            <a:satOff val="16475"/>
            <a:lumOff val="1255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Contained AG support for Distributed Availability Groups (DAG)</a:t>
          </a:r>
        </a:p>
      </dsp:txBody>
      <dsp:txXfrm>
        <a:off x="42722" y="1938919"/>
        <a:ext cx="5916666" cy="789716"/>
      </dsp:txXfrm>
    </dsp:sp>
    <dsp:sp modelId="{7F51A401-7112-6541-8911-054125748FEE}">
      <dsp:nvSpPr>
        <dsp:cNvPr id="0" name=""/>
        <dsp:cNvSpPr/>
      </dsp:nvSpPr>
      <dsp:spPr>
        <a:xfrm>
          <a:off x="0" y="2834717"/>
          <a:ext cx="6002110" cy="875160"/>
        </a:xfrm>
        <a:prstGeom prst="roundRect">
          <a:avLst/>
        </a:prstGeom>
        <a:solidFill>
          <a:schemeClr val="accent3">
            <a:hueOff val="4117163"/>
            <a:satOff val="24712"/>
            <a:lumOff val="1882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DAG sync improvements</a:t>
          </a:r>
        </a:p>
      </dsp:txBody>
      <dsp:txXfrm>
        <a:off x="42722" y="2877439"/>
        <a:ext cx="5916666" cy="789716"/>
      </dsp:txXfrm>
    </dsp:sp>
  </dsp:spTree>
</dsp:drawing>
</file>

<file path=ppt/diagrams/drawing6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8D0CF3-60F4-D248-96C3-054D464D9B36}">
      <dsp:nvSpPr>
        <dsp:cNvPr id="0" name=""/>
        <dsp:cNvSpPr/>
      </dsp:nvSpPr>
      <dsp:spPr>
        <a:xfrm>
          <a:off x="0" y="370130"/>
          <a:ext cx="6666833" cy="1117934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ZSTD backup compression algorithm</a:t>
          </a:r>
        </a:p>
      </dsp:txBody>
      <dsp:txXfrm>
        <a:off x="54573" y="424703"/>
        <a:ext cx="6557687" cy="1008788"/>
      </dsp:txXfrm>
    </dsp:sp>
    <dsp:sp modelId="{98125AD4-9887-6F43-91D2-D4D2B18B65ED}">
      <dsp:nvSpPr>
        <dsp:cNvPr id="0" name=""/>
        <dsp:cNvSpPr/>
      </dsp:nvSpPr>
      <dsp:spPr>
        <a:xfrm>
          <a:off x="0" y="1568705"/>
          <a:ext cx="6666833" cy="1117934"/>
        </a:xfrm>
        <a:prstGeom prst="roundRect">
          <a:avLst/>
        </a:prstGeom>
        <a:gradFill rotWithShape="0">
          <a:gsLst>
            <a:gs pos="0">
              <a:schemeClr val="accent3">
                <a:hueOff val="1372388"/>
                <a:satOff val="8237"/>
                <a:lumOff val="627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1372388"/>
                <a:satOff val="8237"/>
                <a:lumOff val="627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1372388"/>
                <a:satOff val="8237"/>
                <a:lumOff val="627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Significantly faster and better compression ratios than legacy algorithm</a:t>
          </a:r>
        </a:p>
      </dsp:txBody>
      <dsp:txXfrm>
        <a:off x="54573" y="1623278"/>
        <a:ext cx="6557687" cy="1008788"/>
      </dsp:txXfrm>
    </dsp:sp>
    <dsp:sp modelId="{607AC639-2CAF-A440-9D5B-5C874B36EBBD}">
      <dsp:nvSpPr>
        <dsp:cNvPr id="0" name=""/>
        <dsp:cNvSpPr/>
      </dsp:nvSpPr>
      <dsp:spPr>
        <a:xfrm>
          <a:off x="0" y="2767280"/>
          <a:ext cx="6666833" cy="1117934"/>
        </a:xfrm>
        <a:prstGeom prst="roundRect">
          <a:avLst/>
        </a:prstGeom>
        <a:gradFill rotWithShape="0">
          <a:gsLst>
            <a:gs pos="0">
              <a:schemeClr val="accent3">
                <a:hueOff val="2744775"/>
                <a:satOff val="16475"/>
                <a:lumOff val="1255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2744775"/>
                <a:satOff val="16475"/>
                <a:lumOff val="1255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2744775"/>
                <a:satOff val="16475"/>
                <a:lumOff val="1255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Reduced backup windows and storage costs</a:t>
          </a:r>
        </a:p>
      </dsp:txBody>
      <dsp:txXfrm>
        <a:off x="54573" y="2821853"/>
        <a:ext cx="6557687" cy="1008788"/>
      </dsp:txXfrm>
    </dsp:sp>
    <dsp:sp modelId="{F5653D7B-C716-9F40-BC0F-7104D42FE666}">
      <dsp:nvSpPr>
        <dsp:cNvPr id="0" name=""/>
        <dsp:cNvSpPr/>
      </dsp:nvSpPr>
      <dsp:spPr>
        <a:xfrm>
          <a:off x="0" y="3965854"/>
          <a:ext cx="6666833" cy="1117934"/>
        </a:xfrm>
        <a:prstGeom prst="roundRect">
          <a:avLst/>
        </a:prstGeom>
        <a:gradFill rotWithShape="0">
          <a:gsLst>
            <a:gs pos="0">
              <a:schemeClr val="accent3">
                <a:hueOff val="4117163"/>
                <a:satOff val="24712"/>
                <a:lumOff val="1882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4117163"/>
                <a:satOff val="24712"/>
                <a:lumOff val="1882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4117163"/>
                <a:satOff val="24712"/>
                <a:lumOff val="1882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Easy to enable — just specify the new compression option</a:t>
          </a:r>
        </a:p>
      </dsp:txBody>
      <dsp:txXfrm>
        <a:off x="54573" y="4020427"/>
        <a:ext cx="6557687" cy="1008788"/>
      </dsp:txXfrm>
    </dsp:sp>
  </dsp:spTree>
</dsp:drawing>
</file>

<file path=ppt/diagrams/drawing6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98431A-3A5A-4675-9DA4-4F58BD4F79AA}">
      <dsp:nvSpPr>
        <dsp:cNvPr id="0" name=""/>
        <dsp:cNvSpPr/>
      </dsp:nvSpPr>
      <dsp:spPr>
        <a:xfrm>
          <a:off x="752566" y="1045320"/>
          <a:ext cx="1066720" cy="10667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ED093D-DD7F-4AB1-8B4F-928A7FAE329A}">
      <dsp:nvSpPr>
        <dsp:cNvPr id="0" name=""/>
        <dsp:cNvSpPr/>
      </dsp:nvSpPr>
      <dsp:spPr>
        <a:xfrm>
          <a:off x="100682" y="2427484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Backups on secondary replicas — offload backup workload from primary</a:t>
          </a:r>
        </a:p>
      </dsp:txBody>
      <dsp:txXfrm>
        <a:off x="100682" y="2427484"/>
        <a:ext cx="2370489" cy="720000"/>
      </dsp:txXfrm>
    </dsp:sp>
    <dsp:sp modelId="{84084D96-49E1-4425-868E-CF87504B5E7A}">
      <dsp:nvSpPr>
        <dsp:cNvPr id="0" name=""/>
        <dsp:cNvSpPr/>
      </dsp:nvSpPr>
      <dsp:spPr>
        <a:xfrm>
          <a:off x="3537891" y="1045320"/>
          <a:ext cx="1066720" cy="10667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1D29A6-4E2D-4E7F-925D-64F7DB09A5CF}">
      <dsp:nvSpPr>
        <dsp:cNvPr id="0" name=""/>
        <dsp:cNvSpPr/>
      </dsp:nvSpPr>
      <dsp:spPr>
        <a:xfrm>
          <a:off x="2886007" y="2427484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Backup to Azure immutable storage — compliance and ransomware protection</a:t>
          </a:r>
        </a:p>
      </dsp:txBody>
      <dsp:txXfrm>
        <a:off x="2886007" y="2427484"/>
        <a:ext cx="2370489" cy="720000"/>
      </dsp:txXfrm>
    </dsp:sp>
    <dsp:sp modelId="{0E942573-9496-4B23-A310-C52FEDFDEB3B}">
      <dsp:nvSpPr>
        <dsp:cNvPr id="0" name=""/>
        <dsp:cNvSpPr/>
      </dsp:nvSpPr>
      <dsp:spPr>
        <a:xfrm>
          <a:off x="6323216" y="1045320"/>
          <a:ext cx="1066720" cy="10667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3CCC43-644E-4828-A84C-EABBB0BFC843}">
      <dsp:nvSpPr>
        <dsp:cNvPr id="0" name=""/>
        <dsp:cNvSpPr/>
      </dsp:nvSpPr>
      <dsp:spPr>
        <a:xfrm>
          <a:off x="5671332" y="2427484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Backup to URL with Managed Identity — passwordless backup to Azure</a:t>
          </a:r>
        </a:p>
      </dsp:txBody>
      <dsp:txXfrm>
        <a:off x="5671332" y="2427484"/>
        <a:ext cx="2370489" cy="720000"/>
      </dsp:txXfrm>
    </dsp:sp>
    <dsp:sp modelId="{E5E8DB30-8DD1-4E69-8FD1-7C7DECB48F8C}">
      <dsp:nvSpPr>
        <dsp:cNvPr id="0" name=""/>
        <dsp:cNvSpPr/>
      </dsp:nvSpPr>
      <dsp:spPr>
        <a:xfrm>
          <a:off x="9108541" y="1045320"/>
          <a:ext cx="1066720" cy="10667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B3B721-D714-45EA-AC93-481B6E3AC232}">
      <dsp:nvSpPr>
        <dsp:cNvPr id="0" name=""/>
        <dsp:cNvSpPr/>
      </dsp:nvSpPr>
      <dsp:spPr>
        <a:xfrm>
          <a:off x="8456657" y="2427484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Combines with Arc for seamless configuration with Azure Backup</a:t>
          </a:r>
        </a:p>
      </dsp:txBody>
      <dsp:txXfrm>
        <a:off x="8456657" y="2427484"/>
        <a:ext cx="2370489" cy="720000"/>
      </dsp:txXfrm>
    </dsp:sp>
  </dsp:spTree>
</dsp:drawing>
</file>

<file path=ppt/diagrams/drawing6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6461EA-2D8A-4772-B2C0-C3FD254CFABC}">
      <dsp:nvSpPr>
        <dsp:cNvPr id="0" name=""/>
        <dsp:cNvSpPr/>
      </dsp:nvSpPr>
      <dsp:spPr>
        <a:xfrm>
          <a:off x="82613" y="1727046"/>
          <a:ext cx="897246" cy="897246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3A8437-08A6-4C4A-A2B9-5A07B31F6739}">
      <dsp:nvSpPr>
        <dsp:cNvPr id="0" name=""/>
        <dsp:cNvSpPr/>
      </dsp:nvSpPr>
      <dsp:spPr>
        <a:xfrm>
          <a:off x="271034" y="1915467"/>
          <a:ext cx="520402" cy="52040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3F6A1F-37E5-4DFC-A269-B1ED8D4E010F}">
      <dsp:nvSpPr>
        <dsp:cNvPr id="0" name=""/>
        <dsp:cNvSpPr/>
      </dsp:nvSpPr>
      <dsp:spPr>
        <a:xfrm>
          <a:off x="1172126" y="1727046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Arc enables cloud management for on-premises and multi-cloud SQL Server</a:t>
          </a:r>
        </a:p>
      </dsp:txBody>
      <dsp:txXfrm>
        <a:off x="1172126" y="1727046"/>
        <a:ext cx="2114937" cy="897246"/>
      </dsp:txXfrm>
    </dsp:sp>
    <dsp:sp modelId="{693CCFF3-2D43-4186-BE25-469DA529E6CE}">
      <dsp:nvSpPr>
        <dsp:cNvPr id="0" name=""/>
        <dsp:cNvSpPr/>
      </dsp:nvSpPr>
      <dsp:spPr>
        <a:xfrm>
          <a:off x="3655575" y="1727046"/>
          <a:ext cx="897246" cy="897246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5D3EE9-2609-44C6-BFC2-67410C03C046}">
      <dsp:nvSpPr>
        <dsp:cNvPr id="0" name=""/>
        <dsp:cNvSpPr/>
      </dsp:nvSpPr>
      <dsp:spPr>
        <a:xfrm>
          <a:off x="3843996" y="1915467"/>
          <a:ext cx="520402" cy="52040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5ED373-1CBD-4587-B85A-70630E6953D8}">
      <dsp:nvSpPr>
        <dsp:cNvPr id="0" name=""/>
        <dsp:cNvSpPr/>
      </dsp:nvSpPr>
      <dsp:spPr>
        <a:xfrm>
          <a:off x="4745088" y="1727046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Foundation for Managed Identity, Entra authentication, Defender, Azure policies</a:t>
          </a:r>
        </a:p>
      </dsp:txBody>
      <dsp:txXfrm>
        <a:off x="4745088" y="1727046"/>
        <a:ext cx="2114937" cy="897246"/>
      </dsp:txXfrm>
    </dsp:sp>
    <dsp:sp modelId="{6A6FEEF9-CD13-404A-BD63-500921123DF2}">
      <dsp:nvSpPr>
        <dsp:cNvPr id="0" name=""/>
        <dsp:cNvSpPr/>
      </dsp:nvSpPr>
      <dsp:spPr>
        <a:xfrm>
          <a:off x="7228536" y="1727046"/>
          <a:ext cx="897246" cy="897246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3A17D0-62F0-4337-871E-455215C0BFAA}">
      <dsp:nvSpPr>
        <dsp:cNvPr id="0" name=""/>
        <dsp:cNvSpPr/>
      </dsp:nvSpPr>
      <dsp:spPr>
        <a:xfrm>
          <a:off x="7416958" y="1915467"/>
          <a:ext cx="520402" cy="52040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930E97-3A4D-45FC-8EF4-CE049E344E9F}">
      <dsp:nvSpPr>
        <dsp:cNvPr id="0" name=""/>
        <dsp:cNvSpPr/>
      </dsp:nvSpPr>
      <dsp:spPr>
        <a:xfrm>
          <a:off x="8318049" y="1727046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The bridge between on-premises SQL and Azure services</a:t>
          </a:r>
        </a:p>
      </dsp:txBody>
      <dsp:txXfrm>
        <a:off x="8318049" y="1727046"/>
        <a:ext cx="2114937" cy="897246"/>
      </dsp:txXfrm>
    </dsp:sp>
  </dsp:spTree>
</dsp:drawing>
</file>

<file path=ppt/diagrams/drawing6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0A7220-2FEB-413D-99FC-E231DA4298D8}">
      <dsp:nvSpPr>
        <dsp:cNvPr id="0" name=""/>
        <dsp:cNvSpPr/>
      </dsp:nvSpPr>
      <dsp:spPr>
        <a:xfrm>
          <a:off x="0" y="2288"/>
          <a:ext cx="6364224" cy="1159843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9CE933-BB1A-40B5-9599-223CC23AFE5E}">
      <dsp:nvSpPr>
        <dsp:cNvPr id="0" name=""/>
        <dsp:cNvSpPr/>
      </dsp:nvSpPr>
      <dsp:spPr>
        <a:xfrm>
          <a:off x="350852" y="263253"/>
          <a:ext cx="637913" cy="63791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E34C68-C8CB-4D30-9EB9-E36407D8A7D7}">
      <dsp:nvSpPr>
        <dsp:cNvPr id="0" name=""/>
        <dsp:cNvSpPr/>
      </dsp:nvSpPr>
      <dsp:spPr>
        <a:xfrm>
          <a:off x="1339618" y="2288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Managed Identity (inbound + outbound) </a:t>
          </a:r>
        </a:p>
      </dsp:txBody>
      <dsp:txXfrm>
        <a:off x="1339618" y="2288"/>
        <a:ext cx="5024605" cy="1159843"/>
      </dsp:txXfrm>
    </dsp:sp>
    <dsp:sp modelId="{269A44FF-A51A-4ED5-9F8B-1AECC7016AC6}">
      <dsp:nvSpPr>
        <dsp:cNvPr id="0" name=""/>
        <dsp:cNvSpPr/>
      </dsp:nvSpPr>
      <dsp:spPr>
        <a:xfrm>
          <a:off x="0" y="1452092"/>
          <a:ext cx="6364224" cy="1159843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5C74F8-F963-4A8E-AF1E-42436DC6C38A}">
      <dsp:nvSpPr>
        <dsp:cNvPr id="0" name=""/>
        <dsp:cNvSpPr/>
      </dsp:nvSpPr>
      <dsp:spPr>
        <a:xfrm>
          <a:off x="350852" y="1713057"/>
          <a:ext cx="637913" cy="63791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642B8F-781B-410B-B622-DB9844C63AA0}">
      <dsp:nvSpPr>
        <dsp:cNvPr id="0" name=""/>
        <dsp:cNvSpPr/>
      </dsp:nvSpPr>
      <dsp:spPr>
        <a:xfrm>
          <a:off x="1339618" y="1452092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Entra authentication for on-premises SQL Server </a:t>
          </a:r>
        </a:p>
      </dsp:txBody>
      <dsp:txXfrm>
        <a:off x="1339618" y="1452092"/>
        <a:ext cx="5024605" cy="1159843"/>
      </dsp:txXfrm>
    </dsp:sp>
    <dsp:sp modelId="{ADA5E30E-2600-4CF4-A8C7-6D8C35D33787}">
      <dsp:nvSpPr>
        <dsp:cNvPr id="0" name=""/>
        <dsp:cNvSpPr/>
      </dsp:nvSpPr>
      <dsp:spPr>
        <a:xfrm>
          <a:off x="0" y="2901896"/>
          <a:ext cx="6364224" cy="1159843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091D0B-68B0-4F2A-822D-C041A6356610}">
      <dsp:nvSpPr>
        <dsp:cNvPr id="0" name=""/>
        <dsp:cNvSpPr/>
      </dsp:nvSpPr>
      <dsp:spPr>
        <a:xfrm>
          <a:off x="350852" y="3162861"/>
          <a:ext cx="637913" cy="63791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A24E0E-57C3-4D2E-9B76-FB44DE5A18A6}">
      <dsp:nvSpPr>
        <dsp:cNvPr id="0" name=""/>
        <dsp:cNvSpPr/>
      </dsp:nvSpPr>
      <dsp:spPr>
        <a:xfrm>
          <a:off x="1339618" y="2901896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Microsoft Defender for SQL threat detection </a:t>
          </a:r>
        </a:p>
      </dsp:txBody>
      <dsp:txXfrm>
        <a:off x="1339618" y="2901896"/>
        <a:ext cx="5024605" cy="1159843"/>
      </dsp:txXfrm>
    </dsp:sp>
    <dsp:sp modelId="{3306D941-C751-4FBB-8479-679B662BAE6F}">
      <dsp:nvSpPr>
        <dsp:cNvPr id="0" name=""/>
        <dsp:cNvSpPr/>
      </dsp:nvSpPr>
      <dsp:spPr>
        <a:xfrm>
          <a:off x="0" y="4351700"/>
          <a:ext cx="6364224" cy="1159843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BEEB50-50FA-4526-95FD-A1EA17EA1DC4}">
      <dsp:nvSpPr>
        <dsp:cNvPr id="0" name=""/>
        <dsp:cNvSpPr/>
      </dsp:nvSpPr>
      <dsp:spPr>
        <a:xfrm>
          <a:off x="350852" y="4612665"/>
          <a:ext cx="637913" cy="63791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B1345E-EF74-4678-8D58-23CF252F26D0}">
      <dsp:nvSpPr>
        <dsp:cNvPr id="0" name=""/>
        <dsp:cNvSpPr/>
      </dsp:nvSpPr>
      <dsp:spPr>
        <a:xfrm>
          <a:off x="1339618" y="4351700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Unified security posture in Azure Portal</a:t>
          </a:r>
        </a:p>
      </dsp:txBody>
      <dsp:txXfrm>
        <a:off x="1339618" y="4351700"/>
        <a:ext cx="5024605" cy="1159843"/>
      </dsp:txXfrm>
    </dsp:sp>
  </dsp:spTree>
</dsp:drawing>
</file>

<file path=ppt/diagrams/drawing6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775B51-40D1-45FF-AB90-A3BC089C0536}">
      <dsp:nvSpPr>
        <dsp:cNvPr id="0" name=""/>
        <dsp:cNvSpPr/>
      </dsp:nvSpPr>
      <dsp:spPr>
        <a:xfrm>
          <a:off x="0" y="2319"/>
          <a:ext cx="6245265" cy="1175727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DD9570-953C-4E4F-BB2F-E0F017BE0A94}">
      <dsp:nvSpPr>
        <dsp:cNvPr id="0" name=""/>
        <dsp:cNvSpPr/>
      </dsp:nvSpPr>
      <dsp:spPr>
        <a:xfrm>
          <a:off x="355657" y="266858"/>
          <a:ext cx="646650" cy="6466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80EC89-603B-4992-9FD5-C15E310436BF}">
      <dsp:nvSpPr>
        <dsp:cNvPr id="0" name=""/>
        <dsp:cNvSpPr/>
      </dsp:nvSpPr>
      <dsp:spPr>
        <a:xfrm>
          <a:off x="1357965" y="231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Secure AI model access via Arc-managed credentials </a:t>
          </a:r>
        </a:p>
      </dsp:txBody>
      <dsp:txXfrm>
        <a:off x="1357965" y="2319"/>
        <a:ext cx="4887299" cy="1175727"/>
      </dsp:txXfrm>
    </dsp:sp>
    <dsp:sp modelId="{68958C05-6E84-4525-872D-F2FA13F766BF}">
      <dsp:nvSpPr>
        <dsp:cNvPr id="0" name=""/>
        <dsp:cNvSpPr/>
      </dsp:nvSpPr>
      <dsp:spPr>
        <a:xfrm>
          <a:off x="0" y="1471979"/>
          <a:ext cx="6245265" cy="1175727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C88FCCB-B88D-4937-9AF5-E005694AF8E5}">
      <dsp:nvSpPr>
        <dsp:cNvPr id="0" name=""/>
        <dsp:cNvSpPr/>
      </dsp:nvSpPr>
      <dsp:spPr>
        <a:xfrm>
          <a:off x="355657" y="1736518"/>
          <a:ext cx="646650" cy="6466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A5D71F-A7B1-4D72-98C1-086F1B602CB7}">
      <dsp:nvSpPr>
        <dsp:cNvPr id="0" name=""/>
        <dsp:cNvSpPr/>
      </dsp:nvSpPr>
      <dsp:spPr>
        <a:xfrm>
          <a:off x="1357965" y="147197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Fabric mirroring configuration and management </a:t>
          </a:r>
        </a:p>
      </dsp:txBody>
      <dsp:txXfrm>
        <a:off x="1357965" y="1471979"/>
        <a:ext cx="4887299" cy="1175727"/>
      </dsp:txXfrm>
    </dsp:sp>
    <dsp:sp modelId="{12E62058-8296-4BBF-AB0C-4464986A9601}">
      <dsp:nvSpPr>
        <dsp:cNvPr id="0" name=""/>
        <dsp:cNvSpPr/>
      </dsp:nvSpPr>
      <dsp:spPr>
        <a:xfrm>
          <a:off x="0" y="2941639"/>
          <a:ext cx="6245265" cy="1175727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F816B60-070A-4115-92A0-FA8581C4481F}">
      <dsp:nvSpPr>
        <dsp:cNvPr id="0" name=""/>
        <dsp:cNvSpPr/>
      </dsp:nvSpPr>
      <dsp:spPr>
        <a:xfrm>
          <a:off x="355657" y="3206178"/>
          <a:ext cx="646650" cy="6466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F86286-5F51-44E9-8B6A-F080E871E9B5}">
      <dsp:nvSpPr>
        <dsp:cNvPr id="0" name=""/>
        <dsp:cNvSpPr/>
      </dsp:nvSpPr>
      <dsp:spPr>
        <a:xfrm>
          <a:off x="1357965" y="294163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Backup to URL with Managed Identity </a:t>
          </a:r>
        </a:p>
      </dsp:txBody>
      <dsp:txXfrm>
        <a:off x="1357965" y="2941639"/>
        <a:ext cx="4887299" cy="1175727"/>
      </dsp:txXfrm>
    </dsp:sp>
    <dsp:sp modelId="{44D360B2-743C-40A1-A390-8761EF4C8CD7}">
      <dsp:nvSpPr>
        <dsp:cNvPr id="0" name=""/>
        <dsp:cNvSpPr/>
      </dsp:nvSpPr>
      <dsp:spPr>
        <a:xfrm>
          <a:off x="0" y="4411299"/>
          <a:ext cx="6245265" cy="1175727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E9455C-02AE-474C-BF60-8ADFC2B003D2}">
      <dsp:nvSpPr>
        <dsp:cNvPr id="0" name=""/>
        <dsp:cNvSpPr/>
      </dsp:nvSpPr>
      <dsp:spPr>
        <a:xfrm>
          <a:off x="355657" y="4675838"/>
          <a:ext cx="646650" cy="6466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D0B4B8-DACC-44B2-87F8-D96BED767223}">
      <dsp:nvSpPr>
        <dsp:cNvPr id="0" name=""/>
        <dsp:cNvSpPr/>
      </dsp:nvSpPr>
      <dsp:spPr>
        <a:xfrm>
          <a:off x="1357965" y="441129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Backup to Azure immutable storage</a:t>
          </a:r>
        </a:p>
      </dsp:txBody>
      <dsp:txXfrm>
        <a:off x="1357965" y="4411299"/>
        <a:ext cx="4887299" cy="1175727"/>
      </dsp:txXfrm>
    </dsp:sp>
  </dsp:spTree>
</dsp:drawing>
</file>

<file path=ppt/diagrams/drawing6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289102-3D3E-BF4F-AD2A-799A3C618C36}">
      <dsp:nvSpPr>
        <dsp:cNvPr id="0" name=""/>
        <dsp:cNvSpPr/>
      </dsp:nvSpPr>
      <dsp:spPr>
        <a:xfrm>
          <a:off x="0" y="32031"/>
          <a:ext cx="4865268" cy="1286634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Arc agent installation and registration </a:t>
          </a:r>
        </a:p>
      </dsp:txBody>
      <dsp:txXfrm>
        <a:off x="62808" y="94839"/>
        <a:ext cx="4739652" cy="1161018"/>
      </dsp:txXfrm>
    </dsp:sp>
    <dsp:sp modelId="{E466C3AB-9D4D-B94F-8FD2-2D66E22E83E9}">
      <dsp:nvSpPr>
        <dsp:cNvPr id="0" name=""/>
        <dsp:cNvSpPr/>
      </dsp:nvSpPr>
      <dsp:spPr>
        <a:xfrm>
          <a:off x="0" y="1384906"/>
          <a:ext cx="4865268" cy="1286634"/>
        </a:xfrm>
        <a:prstGeom prst="roundRect">
          <a:avLst/>
        </a:prstGeom>
        <a:solidFill>
          <a:schemeClr val="accent3">
            <a:hueOff val="1372388"/>
            <a:satOff val="8237"/>
            <a:lumOff val="627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Connecting SQL Server instances to Azure Arc </a:t>
          </a:r>
        </a:p>
      </dsp:txBody>
      <dsp:txXfrm>
        <a:off x="62808" y="1447714"/>
        <a:ext cx="4739652" cy="1161018"/>
      </dsp:txXfrm>
    </dsp:sp>
    <dsp:sp modelId="{285F2C0D-3220-8A4A-9354-8E1E46317E88}">
      <dsp:nvSpPr>
        <dsp:cNvPr id="0" name=""/>
        <dsp:cNvSpPr/>
      </dsp:nvSpPr>
      <dsp:spPr>
        <a:xfrm>
          <a:off x="0" y="2737780"/>
          <a:ext cx="4865268" cy="1286634"/>
        </a:xfrm>
        <a:prstGeom prst="roundRect">
          <a:avLst/>
        </a:prstGeom>
        <a:solidFill>
          <a:schemeClr val="accent3">
            <a:hueOff val="2744775"/>
            <a:satOff val="16475"/>
            <a:lumOff val="1255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Azure resource representation of on-premises </a:t>
          </a:r>
        </a:p>
      </dsp:txBody>
      <dsp:txXfrm>
        <a:off x="62808" y="2800588"/>
        <a:ext cx="4739652" cy="1161018"/>
      </dsp:txXfrm>
    </dsp:sp>
    <dsp:sp modelId="{A1FAF621-DCEE-B546-8C01-049D1ECB41BA}">
      <dsp:nvSpPr>
        <dsp:cNvPr id="0" name=""/>
        <dsp:cNvSpPr/>
      </dsp:nvSpPr>
      <dsp:spPr>
        <a:xfrm>
          <a:off x="0" y="4090654"/>
          <a:ext cx="4865268" cy="1286634"/>
        </a:xfrm>
        <a:prstGeom prst="roundRect">
          <a:avLst/>
        </a:prstGeom>
        <a:solidFill>
          <a:schemeClr val="accent3">
            <a:hueOff val="4117163"/>
            <a:satOff val="24712"/>
            <a:lumOff val="1882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SQL instances Network requirements and connectivity options</a:t>
          </a:r>
        </a:p>
      </dsp:txBody>
      <dsp:txXfrm>
        <a:off x="62808" y="4153462"/>
        <a:ext cx="4739652" cy="1161018"/>
      </dsp:txXfrm>
    </dsp:sp>
  </dsp:spTree>
</dsp:drawing>
</file>

<file path=ppt/diagrams/drawing6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B71DF2-62A4-8F40-A668-1458E57AE4C7}">
      <dsp:nvSpPr>
        <dsp:cNvPr id="0" name=""/>
        <dsp:cNvSpPr/>
      </dsp:nvSpPr>
      <dsp:spPr>
        <a:xfrm>
          <a:off x="0" y="0"/>
          <a:ext cx="6714744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BFAC7C-4CEE-244E-8A5D-8F3882BED709}">
      <dsp:nvSpPr>
        <dsp:cNvPr id="0" name=""/>
        <dsp:cNvSpPr/>
      </dsp:nvSpPr>
      <dsp:spPr>
        <a:xfrm>
          <a:off x="0" y="0"/>
          <a:ext cx="6714744" cy="10758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Offload read/analytics workloads from production SQL Server </a:t>
          </a:r>
        </a:p>
      </dsp:txBody>
      <dsp:txXfrm>
        <a:off x="0" y="0"/>
        <a:ext cx="6714744" cy="1075866"/>
      </dsp:txXfrm>
    </dsp:sp>
    <dsp:sp modelId="{B0E74761-FD74-6743-89F6-429E71EAABDF}">
      <dsp:nvSpPr>
        <dsp:cNvPr id="0" name=""/>
        <dsp:cNvSpPr/>
      </dsp:nvSpPr>
      <dsp:spPr>
        <a:xfrm>
          <a:off x="0" y="1075866"/>
          <a:ext cx="6714744" cy="0"/>
        </a:xfrm>
        <a:prstGeom prst="line">
          <a:avLst/>
        </a:prstGeom>
        <a:solidFill>
          <a:schemeClr val="accent3">
            <a:hueOff val="1372388"/>
            <a:satOff val="8237"/>
            <a:lumOff val="6275"/>
            <a:alphaOff val="0"/>
          </a:schemeClr>
        </a:solidFill>
        <a:ln w="19050" cap="flat" cmpd="sng" algn="ctr">
          <a:solidFill>
            <a:schemeClr val="accent3">
              <a:hueOff val="1372388"/>
              <a:satOff val="8237"/>
              <a:lumOff val="627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73ACDA-9519-2C41-9B3C-BC718FC591F8}">
      <dsp:nvSpPr>
        <dsp:cNvPr id="0" name=""/>
        <dsp:cNvSpPr/>
      </dsp:nvSpPr>
      <dsp:spPr>
        <a:xfrm>
          <a:off x="0" y="1075866"/>
          <a:ext cx="6714744" cy="10758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No ETL pipeline required </a:t>
          </a:r>
        </a:p>
      </dsp:txBody>
      <dsp:txXfrm>
        <a:off x="0" y="1075866"/>
        <a:ext cx="6714744" cy="1075866"/>
      </dsp:txXfrm>
    </dsp:sp>
    <dsp:sp modelId="{224771D2-EFF8-E842-AC6F-70D7BD7300FE}">
      <dsp:nvSpPr>
        <dsp:cNvPr id="0" name=""/>
        <dsp:cNvSpPr/>
      </dsp:nvSpPr>
      <dsp:spPr>
        <a:xfrm>
          <a:off x="0" y="2151732"/>
          <a:ext cx="6714744" cy="0"/>
        </a:xfrm>
        <a:prstGeom prst="line">
          <a:avLst/>
        </a:prstGeom>
        <a:solidFill>
          <a:schemeClr val="accent3">
            <a:hueOff val="2744775"/>
            <a:satOff val="16475"/>
            <a:lumOff val="12550"/>
            <a:alphaOff val="0"/>
          </a:schemeClr>
        </a:solidFill>
        <a:ln w="19050" cap="flat" cmpd="sng" algn="ctr">
          <a:solidFill>
            <a:schemeClr val="accent3">
              <a:hueOff val="2744775"/>
              <a:satOff val="16475"/>
              <a:lumOff val="1255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05540D-4FF6-F840-B662-FCFC919DB74E}">
      <dsp:nvSpPr>
        <dsp:cNvPr id="0" name=""/>
        <dsp:cNvSpPr/>
      </dsp:nvSpPr>
      <dsp:spPr>
        <a:xfrm>
          <a:off x="0" y="2151732"/>
          <a:ext cx="6714744" cy="10758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Near-real-time data availability in Fabric </a:t>
          </a:r>
        </a:p>
      </dsp:txBody>
      <dsp:txXfrm>
        <a:off x="0" y="2151732"/>
        <a:ext cx="6714744" cy="1075866"/>
      </dsp:txXfrm>
    </dsp:sp>
    <dsp:sp modelId="{0E5933EE-F6A7-BB4E-92FE-CE5D6E836018}">
      <dsp:nvSpPr>
        <dsp:cNvPr id="0" name=""/>
        <dsp:cNvSpPr/>
      </dsp:nvSpPr>
      <dsp:spPr>
        <a:xfrm>
          <a:off x="0" y="3227598"/>
          <a:ext cx="6714744" cy="0"/>
        </a:xfrm>
        <a:prstGeom prst="line">
          <a:avLst/>
        </a:prstGeom>
        <a:solidFill>
          <a:schemeClr val="accent3">
            <a:hueOff val="4117163"/>
            <a:satOff val="24712"/>
            <a:lumOff val="18825"/>
            <a:alphaOff val="0"/>
          </a:schemeClr>
        </a:solidFill>
        <a:ln w="19050" cap="flat" cmpd="sng" algn="ctr">
          <a:solidFill>
            <a:schemeClr val="accent3">
              <a:hueOff val="4117163"/>
              <a:satOff val="24712"/>
              <a:lumOff val="1882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752309-AC0D-2B4E-AE2E-31816205B73F}">
      <dsp:nvSpPr>
        <dsp:cNvPr id="0" name=""/>
        <dsp:cNvSpPr/>
      </dsp:nvSpPr>
      <dsp:spPr>
        <a:xfrm>
          <a:off x="0" y="3227598"/>
          <a:ext cx="6714744" cy="10758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Unlock Power BI, Copilot, and AI/ML capabilities on operational data</a:t>
          </a:r>
        </a:p>
      </dsp:txBody>
      <dsp:txXfrm>
        <a:off x="0" y="3227598"/>
        <a:ext cx="6714744" cy="1075866"/>
      </dsp:txXfrm>
    </dsp:sp>
  </dsp:spTree>
</dsp:drawing>
</file>

<file path=ppt/diagrams/drawing6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AF5141-FAC1-4EE5-B748-56C0AB59455A}">
      <dsp:nvSpPr>
        <dsp:cNvPr id="0" name=""/>
        <dsp:cNvSpPr/>
      </dsp:nvSpPr>
      <dsp:spPr>
        <a:xfrm>
          <a:off x="0" y="1785"/>
          <a:ext cx="6714066" cy="904813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DDC8BC-0C4D-4573-AC94-B1E577C90CFE}">
      <dsp:nvSpPr>
        <dsp:cNvPr id="0" name=""/>
        <dsp:cNvSpPr/>
      </dsp:nvSpPr>
      <dsp:spPr>
        <a:xfrm>
          <a:off x="273706" y="205368"/>
          <a:ext cx="497647" cy="49764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D37F80-A04E-4E53-BD76-D9039D35875F}">
      <dsp:nvSpPr>
        <dsp:cNvPr id="0" name=""/>
        <dsp:cNvSpPr/>
      </dsp:nvSpPr>
      <dsp:spPr>
        <a:xfrm>
          <a:off x="1045060" y="1785"/>
          <a:ext cx="5669005" cy="9048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759" tIns="95759" rIns="95759" bIns="95759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SQL Server 2025 → Change Feed → OneLake (Delta Parquet format) </a:t>
          </a:r>
        </a:p>
      </dsp:txBody>
      <dsp:txXfrm>
        <a:off x="1045060" y="1785"/>
        <a:ext cx="5669005" cy="904813"/>
      </dsp:txXfrm>
    </dsp:sp>
    <dsp:sp modelId="{FF51C4C2-89FF-440B-8543-1F07AAC497E1}">
      <dsp:nvSpPr>
        <dsp:cNvPr id="0" name=""/>
        <dsp:cNvSpPr/>
      </dsp:nvSpPr>
      <dsp:spPr>
        <a:xfrm>
          <a:off x="0" y="1132802"/>
          <a:ext cx="6714066" cy="904813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5D5C0B-D2E7-4BD2-9FF6-424F210F8A25}">
      <dsp:nvSpPr>
        <dsp:cNvPr id="0" name=""/>
        <dsp:cNvSpPr/>
      </dsp:nvSpPr>
      <dsp:spPr>
        <a:xfrm>
          <a:off x="273706" y="1336385"/>
          <a:ext cx="497647" cy="49764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419581-AA11-4D99-AF95-C8A5F48EE086}">
      <dsp:nvSpPr>
        <dsp:cNvPr id="0" name=""/>
        <dsp:cNvSpPr/>
      </dsp:nvSpPr>
      <dsp:spPr>
        <a:xfrm>
          <a:off x="1045060" y="1132802"/>
          <a:ext cx="5669005" cy="9048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759" tIns="95759" rIns="95759" bIns="95759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Reads committed transaction log changes </a:t>
          </a:r>
        </a:p>
      </dsp:txBody>
      <dsp:txXfrm>
        <a:off x="1045060" y="1132802"/>
        <a:ext cx="5669005" cy="904813"/>
      </dsp:txXfrm>
    </dsp:sp>
    <dsp:sp modelId="{05C3F083-3F8E-460E-8B21-79A25803F7CD}">
      <dsp:nvSpPr>
        <dsp:cNvPr id="0" name=""/>
        <dsp:cNvSpPr/>
      </dsp:nvSpPr>
      <dsp:spPr>
        <a:xfrm>
          <a:off x="0" y="2263820"/>
          <a:ext cx="6714066" cy="904813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251D38-B4D6-4B86-90B8-BB891712A416}">
      <dsp:nvSpPr>
        <dsp:cNvPr id="0" name=""/>
        <dsp:cNvSpPr/>
      </dsp:nvSpPr>
      <dsp:spPr>
        <a:xfrm>
          <a:off x="273706" y="2467403"/>
          <a:ext cx="497647" cy="49764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0BB2D6-1E23-41D6-88DC-89A4E0824871}">
      <dsp:nvSpPr>
        <dsp:cNvPr id="0" name=""/>
        <dsp:cNvSpPr/>
      </dsp:nvSpPr>
      <dsp:spPr>
        <a:xfrm>
          <a:off x="1045060" y="2263820"/>
          <a:ext cx="5669005" cy="9048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759" tIns="95759" rIns="95759" bIns="95759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Pushes automatically to Microsoft Fabric OneLake </a:t>
          </a:r>
        </a:p>
      </dsp:txBody>
      <dsp:txXfrm>
        <a:off x="1045060" y="2263820"/>
        <a:ext cx="5669005" cy="904813"/>
      </dsp:txXfrm>
    </dsp:sp>
    <dsp:sp modelId="{93EC8B1B-FAD3-432D-A128-63830EC9126E}">
      <dsp:nvSpPr>
        <dsp:cNvPr id="0" name=""/>
        <dsp:cNvSpPr/>
      </dsp:nvSpPr>
      <dsp:spPr>
        <a:xfrm>
          <a:off x="0" y="3394837"/>
          <a:ext cx="6714066" cy="904813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86F306-F68A-41FE-B81B-50945485457B}">
      <dsp:nvSpPr>
        <dsp:cNvPr id="0" name=""/>
        <dsp:cNvSpPr/>
      </dsp:nvSpPr>
      <dsp:spPr>
        <a:xfrm>
          <a:off x="273706" y="3598420"/>
          <a:ext cx="497647" cy="49764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48D53F-C71C-4D54-B5B2-1B9C04A9187A}">
      <dsp:nvSpPr>
        <dsp:cNvPr id="0" name=""/>
        <dsp:cNvSpPr/>
      </dsp:nvSpPr>
      <dsp:spPr>
        <a:xfrm>
          <a:off x="1045060" y="3394837"/>
          <a:ext cx="5669005" cy="9048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759" tIns="95759" rIns="95759" bIns="95759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SQL Analytics Endpoint in Fabric for querying</a:t>
          </a:r>
        </a:p>
      </dsp:txBody>
      <dsp:txXfrm>
        <a:off x="1045060" y="3394837"/>
        <a:ext cx="5669005" cy="904813"/>
      </dsp:txXfrm>
    </dsp:sp>
  </dsp:spTree>
</dsp:drawing>
</file>

<file path=ppt/diagrams/drawing7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7B59FC-A00A-B14B-A187-882C03C08B6F}">
      <dsp:nvSpPr>
        <dsp:cNvPr id="0" name=""/>
        <dsp:cNvSpPr/>
      </dsp:nvSpPr>
      <dsp:spPr>
        <a:xfrm>
          <a:off x="0" y="96709"/>
          <a:ext cx="6666833" cy="994500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Unified analytics: combine SQL Server data with other Fabric data sources</a:t>
          </a:r>
        </a:p>
      </dsp:txBody>
      <dsp:txXfrm>
        <a:off x="48547" y="145256"/>
        <a:ext cx="6569739" cy="897406"/>
      </dsp:txXfrm>
    </dsp:sp>
    <dsp:sp modelId="{14B8941D-1338-A545-9C3C-3EAEB7536BEC}">
      <dsp:nvSpPr>
        <dsp:cNvPr id="0" name=""/>
        <dsp:cNvSpPr/>
      </dsp:nvSpPr>
      <dsp:spPr>
        <a:xfrm>
          <a:off x="0" y="1163209"/>
          <a:ext cx="6666833" cy="994500"/>
        </a:xfrm>
        <a:prstGeom prst="roundRect">
          <a:avLst/>
        </a:prstGeom>
        <a:gradFill rotWithShape="0">
          <a:gsLst>
            <a:gs pos="0">
              <a:schemeClr val="accent3">
                <a:hueOff val="1029291"/>
                <a:satOff val="6178"/>
                <a:lumOff val="470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1029291"/>
                <a:satOff val="6178"/>
                <a:lumOff val="470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1029291"/>
                <a:satOff val="6178"/>
                <a:lumOff val="470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Power BI real-time dashboards on operational data</a:t>
          </a:r>
        </a:p>
      </dsp:txBody>
      <dsp:txXfrm>
        <a:off x="48547" y="1211756"/>
        <a:ext cx="6569739" cy="897406"/>
      </dsp:txXfrm>
    </dsp:sp>
    <dsp:sp modelId="{350AA60B-438E-0842-91BC-634CF9182A48}">
      <dsp:nvSpPr>
        <dsp:cNvPr id="0" name=""/>
        <dsp:cNvSpPr/>
      </dsp:nvSpPr>
      <dsp:spPr>
        <a:xfrm>
          <a:off x="0" y="2229710"/>
          <a:ext cx="6666833" cy="994500"/>
        </a:xfrm>
        <a:prstGeom prst="roundRect">
          <a:avLst/>
        </a:prstGeom>
        <a:gradFill rotWithShape="0">
          <a:gsLst>
            <a:gs pos="0">
              <a:schemeClr val="accent3">
                <a:hueOff val="2058582"/>
                <a:satOff val="12356"/>
                <a:lumOff val="941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2058582"/>
                <a:satOff val="12356"/>
                <a:lumOff val="941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2058582"/>
                <a:satOff val="12356"/>
                <a:lumOff val="941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Lakehouse and warehouse integration</a:t>
          </a:r>
        </a:p>
      </dsp:txBody>
      <dsp:txXfrm>
        <a:off x="48547" y="2278257"/>
        <a:ext cx="6569739" cy="897406"/>
      </dsp:txXfrm>
    </dsp:sp>
    <dsp:sp modelId="{6F149A10-77CF-084F-8382-8A3FE633616F}">
      <dsp:nvSpPr>
        <dsp:cNvPr id="0" name=""/>
        <dsp:cNvSpPr/>
      </dsp:nvSpPr>
      <dsp:spPr>
        <a:xfrm>
          <a:off x="0" y="3296210"/>
          <a:ext cx="6666833" cy="994500"/>
        </a:xfrm>
        <a:prstGeom prst="roundRect">
          <a:avLst/>
        </a:prstGeom>
        <a:gradFill rotWithShape="0">
          <a:gsLst>
            <a:gs pos="0">
              <a:schemeClr val="accent3">
                <a:hueOff val="3087872"/>
                <a:satOff val="18534"/>
                <a:lumOff val="1411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3087872"/>
                <a:satOff val="18534"/>
                <a:lumOff val="1411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3087872"/>
                <a:satOff val="18534"/>
                <a:lumOff val="1411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AI/ML training data pipelines</a:t>
          </a:r>
        </a:p>
      </dsp:txBody>
      <dsp:txXfrm>
        <a:off x="48547" y="3344757"/>
        <a:ext cx="6569739" cy="897406"/>
      </dsp:txXfrm>
    </dsp:sp>
    <dsp:sp modelId="{0A6F96CF-6B71-7C49-B991-4EBC6A9A395D}">
      <dsp:nvSpPr>
        <dsp:cNvPr id="0" name=""/>
        <dsp:cNvSpPr/>
      </dsp:nvSpPr>
      <dsp:spPr>
        <a:xfrm>
          <a:off x="0" y="4362710"/>
          <a:ext cx="6666833" cy="994500"/>
        </a:xfrm>
        <a:prstGeom prst="roundRect">
          <a:avLst/>
        </a:prstGeom>
        <a:gradFill rotWithShape="0">
          <a:gsLst>
            <a:gs pos="0">
              <a:schemeClr val="accent3">
                <a:hueOff val="4117163"/>
                <a:satOff val="24712"/>
                <a:lumOff val="1882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4117163"/>
                <a:satOff val="24712"/>
                <a:lumOff val="1882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4117163"/>
                <a:satOff val="24712"/>
                <a:lumOff val="1882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Cross-platform data exploration</a:t>
          </a:r>
        </a:p>
      </dsp:txBody>
      <dsp:txXfrm>
        <a:off x="48547" y="4411257"/>
        <a:ext cx="6569739" cy="897406"/>
      </dsp:txXfrm>
    </dsp:sp>
  </dsp:spTree>
</dsp:drawing>
</file>

<file path=ppt/diagrams/drawing7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117B32-9DB0-104E-95B8-A7C84851ECFA}">
      <dsp:nvSpPr>
        <dsp:cNvPr id="0" name=""/>
        <dsp:cNvSpPr/>
      </dsp:nvSpPr>
      <dsp:spPr>
        <a:xfrm>
          <a:off x="0" y="30"/>
          <a:ext cx="6900512" cy="131274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Configuration via Arc and Azure Portal </a:t>
          </a:r>
        </a:p>
      </dsp:txBody>
      <dsp:txXfrm>
        <a:off x="64083" y="64113"/>
        <a:ext cx="6772346" cy="1184574"/>
      </dsp:txXfrm>
    </dsp:sp>
    <dsp:sp modelId="{29C27467-C59A-D949-9339-2D81DA9AB2BB}">
      <dsp:nvSpPr>
        <dsp:cNvPr id="0" name=""/>
        <dsp:cNvSpPr/>
      </dsp:nvSpPr>
      <dsp:spPr>
        <a:xfrm>
          <a:off x="0" y="1407810"/>
          <a:ext cx="6900512" cy="1312740"/>
        </a:xfrm>
        <a:prstGeom prst="roundRect">
          <a:avLst/>
        </a:prstGeom>
        <a:solidFill>
          <a:schemeClr val="accent3">
            <a:hueOff val="1372388"/>
            <a:satOff val="8237"/>
            <a:lumOff val="627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Monitoring latency and sync status </a:t>
          </a:r>
        </a:p>
      </dsp:txBody>
      <dsp:txXfrm>
        <a:off x="64083" y="1471893"/>
        <a:ext cx="6772346" cy="1184574"/>
      </dsp:txXfrm>
    </dsp:sp>
    <dsp:sp modelId="{BB3E4B38-FA81-4540-8D0F-FEEFCBAE80AD}">
      <dsp:nvSpPr>
        <dsp:cNvPr id="0" name=""/>
        <dsp:cNvSpPr/>
      </dsp:nvSpPr>
      <dsp:spPr>
        <a:xfrm>
          <a:off x="0" y="2815590"/>
          <a:ext cx="6900512" cy="1312740"/>
        </a:xfrm>
        <a:prstGeom prst="roundRect">
          <a:avLst/>
        </a:prstGeom>
        <a:solidFill>
          <a:schemeClr val="accent3">
            <a:hueOff val="2744775"/>
            <a:satOff val="16475"/>
            <a:lumOff val="1255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Table selection and filtering </a:t>
          </a:r>
        </a:p>
      </dsp:txBody>
      <dsp:txXfrm>
        <a:off x="64083" y="2879673"/>
        <a:ext cx="6772346" cy="1184574"/>
      </dsp:txXfrm>
    </dsp:sp>
    <dsp:sp modelId="{081B8C22-5D88-4B41-A229-EC2068DE45E3}">
      <dsp:nvSpPr>
        <dsp:cNvPr id="0" name=""/>
        <dsp:cNvSpPr/>
      </dsp:nvSpPr>
      <dsp:spPr>
        <a:xfrm>
          <a:off x="0" y="4223370"/>
          <a:ext cx="6900512" cy="1312740"/>
        </a:xfrm>
        <a:prstGeom prst="roundRect">
          <a:avLst/>
        </a:prstGeom>
        <a:solidFill>
          <a:schemeClr val="accent3">
            <a:hueOff val="4117163"/>
            <a:satOff val="24712"/>
            <a:lumOff val="1882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Security and access control</a:t>
          </a:r>
        </a:p>
      </dsp:txBody>
      <dsp:txXfrm>
        <a:off x="64083" y="4287453"/>
        <a:ext cx="6772346" cy="1184574"/>
      </dsp:txXfrm>
    </dsp:sp>
  </dsp:spTree>
</dsp:drawing>
</file>

<file path=ppt/diagrams/drawing7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BA9FFE-6003-4668-B338-E8B241700474}">
      <dsp:nvSpPr>
        <dsp:cNvPr id="0" name=""/>
        <dsp:cNvSpPr/>
      </dsp:nvSpPr>
      <dsp:spPr>
        <a:xfrm>
          <a:off x="0" y="2215"/>
          <a:ext cx="6651253" cy="1123017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A408BD-134F-46F3-8DD2-1FF2E1591D26}">
      <dsp:nvSpPr>
        <dsp:cNvPr id="0" name=""/>
        <dsp:cNvSpPr/>
      </dsp:nvSpPr>
      <dsp:spPr>
        <a:xfrm>
          <a:off x="339712" y="254894"/>
          <a:ext cx="617659" cy="61765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B0D962-1A0D-4AF7-B4D7-10FCFC5C75FA}">
      <dsp:nvSpPr>
        <dsp:cNvPr id="0" name=""/>
        <dsp:cNvSpPr/>
      </dsp:nvSpPr>
      <dsp:spPr>
        <a:xfrm>
          <a:off x="1297085" y="2215"/>
          <a:ext cx="5354167" cy="1123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853" tIns="118853" rIns="118853" bIns="118853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/>
            <a:t>Express:</a:t>
          </a:r>
          <a:r>
            <a:rPr lang="en-US" sz="2200" kern="1200" dirty="0"/>
            <a:t> 50GB database, many new features</a:t>
          </a:r>
        </a:p>
      </dsp:txBody>
      <dsp:txXfrm>
        <a:off x="1297085" y="2215"/>
        <a:ext cx="5354167" cy="1123017"/>
      </dsp:txXfrm>
    </dsp:sp>
    <dsp:sp modelId="{6E0A1769-03D9-48A4-94E2-45AA62653EEB}">
      <dsp:nvSpPr>
        <dsp:cNvPr id="0" name=""/>
        <dsp:cNvSpPr/>
      </dsp:nvSpPr>
      <dsp:spPr>
        <a:xfrm>
          <a:off x="0" y="1405987"/>
          <a:ext cx="6651253" cy="1123017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AE0783C-8957-4D6E-963B-275412128C19}">
      <dsp:nvSpPr>
        <dsp:cNvPr id="0" name=""/>
        <dsp:cNvSpPr/>
      </dsp:nvSpPr>
      <dsp:spPr>
        <a:xfrm>
          <a:off x="339712" y="1658666"/>
          <a:ext cx="617659" cy="61765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0D0300-D2E8-4BBD-A00F-40C66936B463}">
      <dsp:nvSpPr>
        <dsp:cNvPr id="0" name=""/>
        <dsp:cNvSpPr/>
      </dsp:nvSpPr>
      <dsp:spPr>
        <a:xfrm>
          <a:off x="1297085" y="1405987"/>
          <a:ext cx="5354167" cy="1123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853" tIns="118853" rIns="118853" bIns="118853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Standard:</a:t>
          </a:r>
          <a:r>
            <a:rPr lang="en-US" sz="2200" kern="1200"/>
            <a:t> 32 cores, 256GB RAM, full Resource Governor</a:t>
          </a:r>
        </a:p>
      </dsp:txBody>
      <dsp:txXfrm>
        <a:off x="1297085" y="1405987"/>
        <a:ext cx="5354167" cy="1123017"/>
      </dsp:txXfrm>
    </dsp:sp>
    <dsp:sp modelId="{6B7873C4-4068-4B62-9F32-F66859F7B26C}">
      <dsp:nvSpPr>
        <dsp:cNvPr id="0" name=""/>
        <dsp:cNvSpPr/>
      </dsp:nvSpPr>
      <dsp:spPr>
        <a:xfrm>
          <a:off x="0" y="2809759"/>
          <a:ext cx="6651253" cy="1123017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229FC2-6601-44F0-8C97-DF3023A1F0C0}">
      <dsp:nvSpPr>
        <dsp:cNvPr id="0" name=""/>
        <dsp:cNvSpPr/>
      </dsp:nvSpPr>
      <dsp:spPr>
        <a:xfrm>
          <a:off x="339712" y="3062438"/>
          <a:ext cx="617659" cy="61765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C2D0A2-22E3-41CD-93B6-778B58CAD6C7}">
      <dsp:nvSpPr>
        <dsp:cNvPr id="0" name=""/>
        <dsp:cNvSpPr/>
      </dsp:nvSpPr>
      <dsp:spPr>
        <a:xfrm>
          <a:off x="1297085" y="2809759"/>
          <a:ext cx="5354167" cy="1123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853" tIns="118853" rIns="118853" bIns="118853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Enterprise:</a:t>
          </a:r>
          <a:r>
            <a:rPr lang="en-US" sz="2200" kern="1200"/>
            <a:t> All features, DiskANN vector index, all AG enhancements</a:t>
          </a:r>
        </a:p>
      </dsp:txBody>
      <dsp:txXfrm>
        <a:off x="1297085" y="2809759"/>
        <a:ext cx="5354167" cy="1123017"/>
      </dsp:txXfrm>
    </dsp:sp>
    <dsp:sp modelId="{19E50FDE-280B-4E1A-B62B-29EBB2AF22DC}">
      <dsp:nvSpPr>
        <dsp:cNvPr id="0" name=""/>
        <dsp:cNvSpPr/>
      </dsp:nvSpPr>
      <dsp:spPr>
        <a:xfrm>
          <a:off x="0" y="4213530"/>
          <a:ext cx="6651253" cy="1123017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301FA7-D07F-42B9-8861-7FC6A0BA8803}">
      <dsp:nvSpPr>
        <dsp:cNvPr id="0" name=""/>
        <dsp:cNvSpPr/>
      </dsp:nvSpPr>
      <dsp:spPr>
        <a:xfrm>
          <a:off x="339712" y="4466209"/>
          <a:ext cx="617659" cy="61765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CAEA96-C8AE-4BC8-8B92-23E8D0AC926E}">
      <dsp:nvSpPr>
        <dsp:cNvPr id="0" name=""/>
        <dsp:cNvSpPr/>
      </dsp:nvSpPr>
      <dsp:spPr>
        <a:xfrm>
          <a:off x="1297085" y="4213530"/>
          <a:ext cx="5354167" cy="1123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853" tIns="118853" rIns="118853" bIns="118853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Developer:</a:t>
          </a:r>
          <a:r>
            <a:rPr lang="en-US" sz="2200" kern="1200"/>
            <a:t> Free for dev/test, Standard and Enterprise flavors</a:t>
          </a:r>
        </a:p>
      </dsp:txBody>
      <dsp:txXfrm>
        <a:off x="1297085" y="4213530"/>
        <a:ext cx="5354167" cy="1123017"/>
      </dsp:txXfrm>
    </dsp:sp>
  </dsp:spTree>
</dsp:drawing>
</file>

<file path=ppt/diagrams/drawing7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F0AC55-8219-4858-8B36-4A43C1E0B766}">
      <dsp:nvSpPr>
        <dsp:cNvPr id="0" name=""/>
        <dsp:cNvSpPr/>
      </dsp:nvSpPr>
      <dsp:spPr>
        <a:xfrm>
          <a:off x="0" y="3399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572D7B-DF7E-4A8C-B7BC-F0198B1A9C1E}">
      <dsp:nvSpPr>
        <dsp:cNvPr id="0" name=""/>
        <dsp:cNvSpPr/>
      </dsp:nvSpPr>
      <dsp:spPr>
        <a:xfrm>
          <a:off x="219037" y="166319"/>
          <a:ext cx="398249" cy="39824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16073A-ECD0-42F8-A6C2-E05443C60C3A}">
      <dsp:nvSpPr>
        <dsp:cNvPr id="0" name=""/>
        <dsp:cNvSpPr/>
      </dsp:nvSpPr>
      <dsp:spPr>
        <a:xfrm>
          <a:off x="836323" y="3399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Blogs: aka.ms/sqlserver2025 </a:t>
          </a:r>
        </a:p>
      </dsp:txBody>
      <dsp:txXfrm>
        <a:off x="836323" y="3399"/>
        <a:ext cx="9679276" cy="724089"/>
      </dsp:txXfrm>
    </dsp:sp>
    <dsp:sp modelId="{2A6FC144-17C5-4199-9A67-757C52D55227}">
      <dsp:nvSpPr>
        <dsp:cNvPr id="0" name=""/>
        <dsp:cNvSpPr/>
      </dsp:nvSpPr>
      <dsp:spPr>
        <a:xfrm>
          <a:off x="0" y="908511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C2A2F5-3EC1-4F07-A845-4C3EF218AAC0}">
      <dsp:nvSpPr>
        <dsp:cNvPr id="0" name=""/>
        <dsp:cNvSpPr/>
      </dsp:nvSpPr>
      <dsp:spPr>
        <a:xfrm>
          <a:off x="219037" y="1071431"/>
          <a:ext cx="398249" cy="39824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A9AB8D-4488-4E2C-8EA7-1D4EFD43F36E}">
      <dsp:nvSpPr>
        <dsp:cNvPr id="0" name=""/>
        <dsp:cNvSpPr/>
      </dsp:nvSpPr>
      <dsp:spPr>
        <a:xfrm>
          <a:off x="836323" y="908511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Docs: aka.ms/sqlserver2025docs </a:t>
          </a:r>
        </a:p>
      </dsp:txBody>
      <dsp:txXfrm>
        <a:off x="836323" y="908511"/>
        <a:ext cx="9679276" cy="724089"/>
      </dsp:txXfrm>
    </dsp:sp>
    <dsp:sp modelId="{D0A857DC-3024-4AB7-851D-65508038DAAB}">
      <dsp:nvSpPr>
        <dsp:cNvPr id="0" name=""/>
        <dsp:cNvSpPr/>
      </dsp:nvSpPr>
      <dsp:spPr>
        <a:xfrm>
          <a:off x="0" y="1813624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EDFD6E-D03B-45FC-B600-4508D3B1DCAB}">
      <dsp:nvSpPr>
        <dsp:cNvPr id="0" name=""/>
        <dsp:cNvSpPr/>
      </dsp:nvSpPr>
      <dsp:spPr>
        <a:xfrm>
          <a:off x="219037" y="1976544"/>
          <a:ext cx="398249" cy="39824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1FD588-0877-4E3F-A728-6AEA406D78EE}">
      <dsp:nvSpPr>
        <dsp:cNvPr id="0" name=""/>
        <dsp:cNvSpPr/>
      </dsp:nvSpPr>
      <dsp:spPr>
        <a:xfrm>
          <a:off x="836323" y="1813624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Demos: aka.ms/sqlserver2025demos </a:t>
          </a:r>
        </a:p>
      </dsp:txBody>
      <dsp:txXfrm>
        <a:off x="836323" y="1813624"/>
        <a:ext cx="9679276" cy="724089"/>
      </dsp:txXfrm>
    </dsp:sp>
    <dsp:sp modelId="{5C6FAF6C-7447-41C5-A084-A05BDD075863}">
      <dsp:nvSpPr>
        <dsp:cNvPr id="0" name=""/>
        <dsp:cNvSpPr/>
      </dsp:nvSpPr>
      <dsp:spPr>
        <a:xfrm>
          <a:off x="0" y="2718736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AEE224-F10A-44EB-9B24-2D040EF1D1C1}">
      <dsp:nvSpPr>
        <dsp:cNvPr id="0" name=""/>
        <dsp:cNvSpPr/>
      </dsp:nvSpPr>
      <dsp:spPr>
        <a:xfrm>
          <a:off x="219037" y="2881656"/>
          <a:ext cx="398249" cy="39824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9A9E28-A974-4F47-B504-1402227FF107}">
      <dsp:nvSpPr>
        <dsp:cNvPr id="0" name=""/>
        <dsp:cNvSpPr/>
      </dsp:nvSpPr>
      <dsp:spPr>
        <a:xfrm>
          <a:off x="836323" y="2718736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Book: aka.ms/sql2025book — </a:t>
          </a:r>
          <a:r>
            <a:rPr lang="en-US" sz="1900" i="1" kern="1200"/>
            <a:t>SQL Server 2025 Unveiled</a:t>
          </a:r>
          <a:r>
            <a:rPr lang="en-US" sz="1900" kern="1200"/>
            <a:t> by Bob Ward (Apress) </a:t>
          </a:r>
        </a:p>
      </dsp:txBody>
      <dsp:txXfrm>
        <a:off x="836323" y="2718736"/>
        <a:ext cx="9679276" cy="724089"/>
      </dsp:txXfrm>
    </dsp:sp>
    <dsp:sp modelId="{14FA3881-CE01-417D-B37C-3DC06676BA69}">
      <dsp:nvSpPr>
        <dsp:cNvPr id="0" name=""/>
        <dsp:cNvSpPr/>
      </dsp:nvSpPr>
      <dsp:spPr>
        <a:xfrm>
          <a:off x="0" y="3623848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9A954C-6E79-4550-AEEE-898520B1BA10}">
      <dsp:nvSpPr>
        <dsp:cNvPr id="0" name=""/>
        <dsp:cNvSpPr/>
      </dsp:nvSpPr>
      <dsp:spPr>
        <a:xfrm>
          <a:off x="219037" y="3786768"/>
          <a:ext cx="398249" cy="39824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66CCBE-1A53-4C85-BB92-A1C2F9E363A0}">
      <dsp:nvSpPr>
        <dsp:cNvPr id="0" name=""/>
        <dsp:cNvSpPr/>
      </dsp:nvSpPr>
      <dsp:spPr>
        <a:xfrm>
          <a:off x="836323" y="3623848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Download: aka.ms/getsqlserver2025</a:t>
          </a:r>
        </a:p>
      </dsp:txBody>
      <dsp:txXfrm>
        <a:off x="836323" y="3623848"/>
        <a:ext cx="9679276" cy="72408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8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9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0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8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9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0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7.xml><?xml version="1.0" encoding="utf-8"?>
<dgm:layoutDef xmlns:dgm="http://schemas.openxmlformats.org/drawingml/2006/diagram" xmlns:a="http://schemas.openxmlformats.org/drawingml/2006/main" uniqueId="urn:microsoft.com/office/officeart/2016/7/layout/VerticalSolidActionList">
  <dgm:title val="Vertical Solid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alignNode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AccFollow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8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9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0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4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6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9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0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4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8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9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0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0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0B6F7E-ED7B-9049-B5F9-6696F4833B76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EEDBEE-636D-3645-9F55-195A111072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5683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fontAlgn="base"/>
            <a:r>
              <a:rPr lang="en-US" sz="882" b="0" i="0" u="none" strike="noStrike" kern="1200" dirty="0">
                <a:solidFill>
                  <a:schemeClr val="tx1"/>
                </a:solidFill>
                <a:effectLst/>
                <a:latin typeface="Segoe UI" panose="020B0502040204020203" pitchFamily="34" charset="0"/>
                <a:ea typeface="+mn-ea"/>
                <a:cs typeface="+mn-cs"/>
              </a:rPr>
              <a:t>When we think about SQL, we think for the long term. We are building on a strong foundation of previous versions and continuous investment in key areas that our users need.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" panose="020B0502040204020203" pitchFamily="34" charset="0"/>
                <a:ea typeface="+mn-ea"/>
                <a:cs typeface="+mn-cs"/>
              </a:rPr>
              <a:t>​</a:t>
            </a:r>
          </a:p>
          <a:p>
            <a:pPr rtl="0" fontAlgn="base"/>
            <a:r>
              <a:rPr lang="en-US" sz="882" b="0" i="0" kern="1200" dirty="0">
                <a:solidFill>
                  <a:schemeClr val="tx1"/>
                </a:solidFill>
                <a:effectLst/>
                <a:latin typeface="Segoe UI" panose="020B0502040204020203" pitchFamily="34" charset="0"/>
                <a:ea typeface="+mn-ea"/>
                <a:cs typeface="+mn-cs"/>
              </a:rPr>
              <a:t>​</a:t>
            </a:r>
          </a:p>
          <a:p>
            <a:pPr rtl="0" fontAlgn="base"/>
            <a:r>
              <a:rPr lang="en-US" sz="882" b="0" i="0" u="none" strike="noStrike" kern="1200" dirty="0">
                <a:solidFill>
                  <a:schemeClr val="tx1"/>
                </a:solidFill>
                <a:effectLst/>
                <a:latin typeface="Segoe UI" panose="020B0502040204020203" pitchFamily="34" charset="0"/>
                <a:ea typeface="+mn-ea"/>
                <a:cs typeface="+mn-cs"/>
              </a:rPr>
              <a:t>With that let’s dig in a little deeper into SQL Server 2025. </a:t>
            </a:r>
            <a:endParaRPr lang="en-US" sz="882" b="0" i="0" kern="1200" dirty="0">
              <a:solidFill>
                <a:schemeClr val="tx1"/>
              </a:solidFill>
              <a:effectLst/>
              <a:latin typeface="Segoe UI" panose="020B0502040204020203" pitchFamily="34" charset="0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t>8/25/2026 11:21 AM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789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Still has restricted visibility with performance DMVs so YMMV there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EEDBEE-636D-3645-9F55-195A1110723D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2644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Copilot Free gets you…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Code Completions: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Up to 2,000 real-time code suggestions per month.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Chat &amp; Agent Requests: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50 requests per month for chatting, editing, or asking questions in the IDE.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 Models: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Access to top-tier models like GPT-4o and Claude 3.5 Sonnet.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IDE Support: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Available in Visual Studio Code, Visual Studio, and JetBrains IDEs.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Accessibility: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No credit card or subscription needed, just a personal GitHub account.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EEDBEE-636D-3645-9F55-195A1110723D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0044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EEDBEE-636D-3645-9F55-195A1110723D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7463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Let’s call out what this doesn’t work with - yet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EEDBEE-636D-3645-9F55-195A1110723D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8473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Need to dig in a little more on this slide</a:t>
            </a:r>
          </a:p>
          <a:p>
            <a:r>
              <a:rPr lang="en-US" dirty="0"/>
              <a:t>This is a good place to talk about why modernizing your security approach is good…even if you’re good where you are, bad actors are modernizing every day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EEDBEE-636D-3645-9F55-195A1110723D}" type="slidenum">
              <a:rPr lang="en-US" smtClean="0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9567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github.com</a:t>
            </a:r>
            <a:r>
              <a:rPr lang="en-US" dirty="0"/>
              <a:t>/</a:t>
            </a:r>
            <a:r>
              <a:rPr lang="en-US" dirty="0" err="1"/>
              <a:t>microsoft</a:t>
            </a:r>
            <a:r>
              <a:rPr lang="en-US" dirty="0"/>
              <a:t>/</a:t>
            </a:r>
            <a:r>
              <a:rPr lang="en-US" dirty="0" err="1"/>
              <a:t>bobsql</a:t>
            </a:r>
            <a:r>
              <a:rPr lang="en-US" dirty="0"/>
              <a:t>/tree/master/sql2025book/ch7%20-%20Core%20Engine/</a:t>
            </a:r>
            <a:r>
              <a:rPr lang="en-US" dirty="0" err="1"/>
              <a:t>optimized_locking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EEDBEE-636D-3645-9F55-195A1110723D}" type="slidenum">
              <a:rPr lang="en-US" smtClean="0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9843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github.com</a:t>
            </a:r>
            <a:r>
              <a:rPr lang="en-US" dirty="0"/>
              <a:t>/</a:t>
            </a:r>
            <a:r>
              <a:rPr lang="en-US" dirty="0" err="1"/>
              <a:t>microsoft</a:t>
            </a:r>
            <a:r>
              <a:rPr lang="en-US" dirty="0"/>
              <a:t>/</a:t>
            </a:r>
            <a:r>
              <a:rPr lang="en-US" dirty="0" err="1"/>
              <a:t>bobsql</a:t>
            </a:r>
            <a:r>
              <a:rPr lang="en-US" dirty="0"/>
              <a:t>/tree/master/sql2025book/ch7%20-%20Core%20Engine/</a:t>
            </a:r>
            <a:r>
              <a:rPr lang="en-US" dirty="0" err="1"/>
              <a:t>tempdbrg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EEDBEE-636D-3645-9F55-195A1110723D}" type="slidenum">
              <a:rPr lang="en-US" smtClean="0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1752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69B4E-4DAF-BAB6-8527-1BBB29CE1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FB149D-FC6C-7684-0E76-4C5CC827B5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C4ACE7-76B1-308B-E331-7315EED305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github.com</a:t>
            </a:r>
            <a:r>
              <a:rPr lang="en-US" dirty="0"/>
              <a:t>/</a:t>
            </a:r>
            <a:r>
              <a:rPr lang="en-US" dirty="0" err="1"/>
              <a:t>microsoft</a:t>
            </a:r>
            <a:r>
              <a:rPr lang="en-US" dirty="0"/>
              <a:t>/</a:t>
            </a:r>
            <a:r>
              <a:rPr lang="en-US" dirty="0" err="1"/>
              <a:t>bobsql</a:t>
            </a:r>
            <a:r>
              <a:rPr lang="en-US" dirty="0"/>
              <a:t>/tree/master/sql2025book/ch7%20-%20Core%20Engine/</a:t>
            </a:r>
            <a:r>
              <a:rPr lang="en-US" dirty="0" err="1"/>
              <a:t>tempdbrg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CCE459-8B53-88E4-B5DB-B7978E1ACB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EEDBEE-636D-3645-9F55-195A1110723D}" type="slidenum">
              <a:rPr lang="en-US" smtClean="0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0078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Should we briefly talk contained AG improvements?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EEDBEE-636D-3645-9F55-195A1110723D}" type="slidenum">
              <a:rPr lang="en-US" smtClean="0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6880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F8230-2BD1-A675-0644-610373E095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16226A-C562-71CC-5BD7-46F1033424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761832-AB1C-43FC-5903-2B139AB4F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2A7C-96C3-0446-836A-CE20189B973A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7BCD6C-04BA-529C-CAF6-0B10693CD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D51C28-445F-C21A-A6B1-CBB2012B4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536B7-B83E-E141-ACA5-C820D1AF7E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719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3ABCA-6639-600A-D900-553BD4EAD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5ADAEE-F7D6-9717-8D5A-8F1AB63F08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DEA213-65A4-A1D9-E4C6-7C7D116B9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2A7C-96C3-0446-836A-CE20189B973A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B2B869-A396-4AB2-6A88-A503C058C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63C82C-AD2B-1638-0667-9C1D72AB4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536B7-B83E-E141-ACA5-C820D1AF7E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2629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B2563-0C84-2B1A-8D72-6D6AAF1E5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BAF325-BE19-97AC-390F-C702DAC551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2AFFD1-E2BE-7850-C8EF-2656017F4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2A7C-96C3-0446-836A-CE20189B973A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D2E85B-BC3E-3008-1AD8-C3A00DEE1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675CFC-ABE2-50A4-8B29-82D0AFA73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536B7-B83E-E141-ACA5-C820D1AF7E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843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8FECB-51CA-CCB6-4663-7AB71D71F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2B101B-1CDB-1D38-F5F8-2281DB324D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EAF0BE-0F8E-2EB0-E93F-151F35CCE5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08C86C-1AC1-9843-6793-B8020E8A1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2A7C-96C3-0446-836A-CE20189B973A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D68A45-BB7C-EACE-6A68-8A1FFE428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1953EE-2C09-1C18-F517-D562961DA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536B7-B83E-E141-ACA5-C820D1AF7E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6301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FBDEE-51A3-46B8-E262-A60035D53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6AAC67-6DA8-46B2-747A-908014F26B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35E2AA-3E62-7324-A402-050557AC58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4C30EA-BD55-627E-5877-116FDF1C49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8F851C-E82C-FD45-D160-292DC31D70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CE23E0-3DDF-4197-F728-8212401FC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2A7C-96C3-0446-836A-CE20189B973A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46287C-4A84-10F1-6FDA-E9F0335DC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63C62B-D418-DA14-52CC-728B5D5AC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536B7-B83E-E141-ACA5-C820D1AF7E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327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6B135-22FD-924C-19C3-722558091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60918F-D08F-0135-DE03-318A02A48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2A7C-96C3-0446-836A-CE20189B973A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601AED-A151-0DDC-9390-6CBAE6BB3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9B2013-EF0C-C10A-5F5C-295732BE2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536B7-B83E-E141-ACA5-C820D1AF7E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6216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AE3854-5B64-F61E-5080-0A618A92F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2A7C-96C3-0446-836A-CE20189B973A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F87016-6E8B-6025-BC52-2AE1B34F2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E76739-D764-9117-0DB0-1F3E301BE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536B7-B83E-E141-ACA5-C820D1AF7E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2704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4F618-C3D0-302B-6D3E-307D4CD2A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6BD101-6F53-7BDF-CF4B-C127B58663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8D70BC-1E99-18B3-6BDC-07E9C5592D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AC47D6-E7A2-30D4-8320-5E830E5B0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2A7C-96C3-0446-836A-CE20189B973A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333122-AE50-E959-1039-A6C05EAC0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A8E098-44AB-9E49-E4D1-6AAD6CC26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536B7-B83E-E141-ACA5-C820D1AF7E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7408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BC3AD-ED4D-5279-B7B8-C699BE0CC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092E03-DA55-88EA-6235-E3EB786DB8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EDB1C1-835A-382B-7D91-08EF126579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9E30B7-18FF-85B4-551D-38B3E9D08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2A7C-96C3-0446-836A-CE20189B973A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1968B3-FE3D-CDB2-DF88-97F1A995C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3EA260-8125-DF3B-0F17-054AECE5E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536B7-B83E-E141-ACA5-C820D1AF7E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2508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7576B-F8F1-A589-DE08-F1D03C756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DED83D-6B1F-CB79-BA7F-7D860F907E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DBBD6B-54A4-5A2E-A859-4CB5C8481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2A7C-96C3-0446-836A-CE20189B973A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A8DD83-0FB8-370F-79FD-397B2D06E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D3BC7A-FD19-7B85-455C-CD4DF17A8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536B7-B83E-E141-ACA5-C820D1AF7E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8999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3B40E8-1D30-D47F-8857-334D1A8371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1D52AF-E6AD-041D-961B-0D8C40EFEF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0D8DD5-E262-30AD-B5C8-DB015E0D3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2A7C-96C3-0446-836A-CE20189B973A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2BE4CC-8245-61F6-DDE3-77798E0DA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E895E1-C6E6-D6D3-B644-5B4617425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536B7-B83E-E141-ACA5-C820D1AF7E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4324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heme 6 - Light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 descr="Theme 6 16x9 background live shapes">
            <a:extLst>
              <a:ext uri="{FF2B5EF4-FFF2-40B4-BE49-F238E27FC236}">
                <a16:creationId xmlns:a16="http://schemas.microsoft.com/office/drawing/2014/main" id="{015E8758-8AD5-33E3-7075-9EBD7214B07A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0" y="-1008856"/>
            <a:ext cx="1534583" cy="863263"/>
            <a:chOff x="0" y="-1402736"/>
            <a:chExt cx="1918074" cy="1078992"/>
          </a:xfrm>
        </p:grpSpPr>
        <p:sp>
          <p:nvSpPr>
            <p:cNvPr id="23" name="Rectangle 22">
              <a:hlinkClick r:id="" action="ppaction://noaction"/>
              <a:extLst>
                <a:ext uri="{FF2B5EF4-FFF2-40B4-BE49-F238E27FC236}">
                  <a16:creationId xmlns:a16="http://schemas.microsoft.com/office/drawing/2014/main" id="{D750F67A-569C-CBA2-940A-441C138FAA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 bwMode="auto">
            <a:xfrm>
              <a:off x="0" y="-1402736"/>
              <a:ext cx="1918074" cy="1078992"/>
            </a:xfrm>
            <a:prstGeom prst="rect">
              <a:avLst/>
            </a:prstGeom>
            <a:solidFill>
              <a:schemeClr val="bg1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76" tIns="146302" rIns="182876" bIns="146302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932247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b="1">
                <a:solidFill>
                  <a:srgbClr val="091F2C"/>
                </a:solidFill>
                <a:latin typeface="Segoe UI Variable Display Semibold" pitchFamily="2" charset="0"/>
                <a:cs typeface="Segoe UI" pitchFamily="34" charset="0"/>
              </a:endParaRPr>
            </a:p>
          </p:txBody>
        </p: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642E5D0F-EA15-A97B-1246-F92FD64DC2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email">
              <a:alphaModFix amt="75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1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0" y="-1402736"/>
              <a:ext cx="1918074" cy="1078992"/>
            </a:xfrm>
            <a:prstGeom prst="rect">
              <a:avLst/>
            </a:prstGeom>
          </p:spPr>
        </p:pic>
        <p:sp>
          <p:nvSpPr>
            <p:cNvPr id="25" name="Rectangle 24">
              <a:hlinkClick r:id="" action="ppaction://noaction"/>
              <a:extLst>
                <a:ext uri="{FF2B5EF4-FFF2-40B4-BE49-F238E27FC236}">
                  <a16:creationId xmlns:a16="http://schemas.microsoft.com/office/drawing/2014/main" id="{86D236A9-3859-42A3-96A9-00BF164F34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 bwMode="auto">
            <a:xfrm>
              <a:off x="0" y="-1402735"/>
              <a:ext cx="1918074" cy="1078991"/>
            </a:xfrm>
            <a:prstGeom prst="rect">
              <a:avLst/>
            </a:prstGeom>
            <a:gradFill flip="none" rotWithShape="1">
              <a:gsLst>
                <a:gs pos="60000">
                  <a:srgbClr val="E2F1F9">
                    <a:alpha val="60000"/>
                  </a:srgbClr>
                </a:gs>
                <a:gs pos="0">
                  <a:srgbClr val="FFECEE">
                    <a:alpha val="60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R="0" lvl="0" indent="0" defTabSz="374667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500" b="0" i="0" u="none" strike="noStrike" cap="none" spc="0" normalizeH="0" baseline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Segoe UI"/>
                <a:cs typeface="Segoe U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7928065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3BDCF-FD7D-65A7-41F7-F75AFA5DC86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27600" y="1168400"/>
            <a:ext cx="4927600" cy="2387600"/>
          </a:xfrm>
          <a:prstGeom prst="rect">
            <a:avLst/>
          </a:prstGeom>
        </p:spPr>
        <p:txBody>
          <a:bodyPr anchor="t"/>
          <a:lstStyle>
            <a:lvl1pPr algn="l">
              <a:defRPr sz="40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8CE82B-20CF-9368-77F6-F77D6B30EE0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927600" y="4038600"/>
            <a:ext cx="4927600" cy="123930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/>
            </a:lvl1pPr>
            <a:lvl2pPr marL="304815" indent="0" algn="ctr">
              <a:buNone/>
              <a:defRPr sz="1333"/>
            </a:lvl2pPr>
            <a:lvl3pPr marL="609630" indent="0" algn="ctr">
              <a:buNone/>
              <a:defRPr sz="1200"/>
            </a:lvl3pPr>
            <a:lvl4pPr marL="914446" indent="0" algn="ctr">
              <a:buNone/>
              <a:defRPr sz="1067"/>
            </a:lvl4pPr>
            <a:lvl5pPr marL="1219261" indent="0" algn="ctr">
              <a:buNone/>
              <a:defRPr sz="1067"/>
            </a:lvl5pPr>
            <a:lvl6pPr marL="1524076" indent="0" algn="ctr">
              <a:buNone/>
              <a:defRPr sz="1067"/>
            </a:lvl6pPr>
            <a:lvl7pPr marL="1828891" indent="0" algn="ctr">
              <a:buNone/>
              <a:defRPr sz="1067"/>
            </a:lvl7pPr>
            <a:lvl8pPr marL="2133707" indent="0" algn="ctr">
              <a:buNone/>
              <a:defRPr sz="1067"/>
            </a:lvl8pPr>
            <a:lvl9pPr marL="2438522" indent="0" algn="ctr">
              <a:buNone/>
              <a:defRPr sz="1067"/>
            </a:lvl9pPr>
          </a:lstStyle>
          <a:p>
            <a:r>
              <a:rPr lang="en-US"/>
              <a:t>Your Name</a:t>
            </a:r>
          </a:p>
          <a:p>
            <a:r>
              <a:rPr lang="en-US"/>
              <a:t>Title, Company Name, Country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30A09D7-7DA5-BA2A-1760-411370A82D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000" y="1168400"/>
            <a:ext cx="3606800" cy="2387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0483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5FA009-5C3B-19F6-BED0-19DF920B8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542121-E659-DC62-BC5B-61D913A560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A63A7A-35B6-FA88-ED15-2170C3690A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C32A7C-96C3-0446-836A-CE20189B973A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57F7CF-09FF-B102-F661-23669D0F09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9F762E-C9FB-D4BB-26CF-14C0093072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C536B7-B83E-E141-ACA5-C820D1AF7E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302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microsoft.com/office/2007/relationships/hdphoto" Target="../media/hdphoto2.wdp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8.xml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8.xml"/><Relationship Id="rId5" Type="http://schemas.openxmlformats.org/officeDocument/2006/relationships/diagramColors" Target="../diagrams/colors18.xml"/><Relationship Id="rId4" Type="http://schemas.openxmlformats.org/officeDocument/2006/relationships/diagramQuickStyle" Target="../diagrams/quickStyle1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9.xml"/><Relationship Id="rId2" Type="http://schemas.openxmlformats.org/officeDocument/2006/relationships/diagramData" Target="../diagrams/data1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9.xml"/><Relationship Id="rId5" Type="http://schemas.openxmlformats.org/officeDocument/2006/relationships/diagramColors" Target="../diagrams/colors19.xml"/><Relationship Id="rId4" Type="http://schemas.openxmlformats.org/officeDocument/2006/relationships/diagramQuickStyle" Target="../diagrams/quickStyle19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0.xml"/><Relationship Id="rId2" Type="http://schemas.openxmlformats.org/officeDocument/2006/relationships/diagramData" Target="../diagrams/data2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0.xml"/><Relationship Id="rId5" Type="http://schemas.openxmlformats.org/officeDocument/2006/relationships/diagramColors" Target="../diagrams/colors20.xml"/><Relationship Id="rId4" Type="http://schemas.openxmlformats.org/officeDocument/2006/relationships/diagramQuickStyle" Target="../diagrams/quickStyle20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1.xml"/><Relationship Id="rId2" Type="http://schemas.openxmlformats.org/officeDocument/2006/relationships/diagramData" Target="../diagrams/data2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1.xml"/><Relationship Id="rId5" Type="http://schemas.openxmlformats.org/officeDocument/2006/relationships/diagramColors" Target="../diagrams/colors21.xml"/><Relationship Id="rId4" Type="http://schemas.openxmlformats.org/officeDocument/2006/relationships/diagramQuickStyle" Target="../diagrams/quickStyle2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2.xml"/><Relationship Id="rId2" Type="http://schemas.openxmlformats.org/officeDocument/2006/relationships/diagramData" Target="../diagrams/data2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2.xml"/><Relationship Id="rId5" Type="http://schemas.openxmlformats.org/officeDocument/2006/relationships/diagramColors" Target="../diagrams/colors22.xml"/><Relationship Id="rId4" Type="http://schemas.openxmlformats.org/officeDocument/2006/relationships/diagramQuickStyle" Target="../diagrams/quickStyle2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3.xml"/><Relationship Id="rId7" Type="http://schemas.microsoft.com/office/2007/relationships/diagramDrawing" Target="../diagrams/drawing2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3.xml"/><Relationship Id="rId5" Type="http://schemas.openxmlformats.org/officeDocument/2006/relationships/diagramQuickStyle" Target="../diagrams/quickStyle23.xml"/><Relationship Id="rId4" Type="http://schemas.openxmlformats.org/officeDocument/2006/relationships/diagramLayout" Target="../diagrams/layout2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4.xml"/><Relationship Id="rId2" Type="http://schemas.openxmlformats.org/officeDocument/2006/relationships/diagramData" Target="../diagrams/data2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4.xml"/><Relationship Id="rId5" Type="http://schemas.openxmlformats.org/officeDocument/2006/relationships/diagramColors" Target="../diagrams/colors24.xml"/><Relationship Id="rId4" Type="http://schemas.openxmlformats.org/officeDocument/2006/relationships/diagramQuickStyle" Target="../diagrams/quickStyle2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5.xml"/><Relationship Id="rId2" Type="http://schemas.openxmlformats.org/officeDocument/2006/relationships/diagramData" Target="../diagrams/data2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5.xml"/><Relationship Id="rId5" Type="http://schemas.openxmlformats.org/officeDocument/2006/relationships/diagramColors" Target="../diagrams/colors25.xml"/><Relationship Id="rId4" Type="http://schemas.openxmlformats.org/officeDocument/2006/relationships/diagramQuickStyle" Target="../diagrams/quickStyle2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6.xml"/><Relationship Id="rId2" Type="http://schemas.openxmlformats.org/officeDocument/2006/relationships/diagramData" Target="../diagrams/data2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6.xml"/><Relationship Id="rId5" Type="http://schemas.openxmlformats.org/officeDocument/2006/relationships/diagramColors" Target="../diagrams/colors26.xml"/><Relationship Id="rId4" Type="http://schemas.openxmlformats.org/officeDocument/2006/relationships/diagramQuickStyle" Target="../diagrams/quickStyle2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7.xml"/><Relationship Id="rId7" Type="http://schemas.microsoft.com/office/2007/relationships/diagramDrawing" Target="../diagrams/drawing27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7.xml"/><Relationship Id="rId5" Type="http://schemas.openxmlformats.org/officeDocument/2006/relationships/diagramQuickStyle" Target="../diagrams/quickStyle27.xml"/><Relationship Id="rId4" Type="http://schemas.openxmlformats.org/officeDocument/2006/relationships/diagramLayout" Target="../diagrams/layout2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8.xml"/><Relationship Id="rId2" Type="http://schemas.openxmlformats.org/officeDocument/2006/relationships/diagramData" Target="../diagrams/data2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8.xml"/><Relationship Id="rId5" Type="http://schemas.openxmlformats.org/officeDocument/2006/relationships/diagramColors" Target="../diagrams/colors28.xml"/><Relationship Id="rId4" Type="http://schemas.openxmlformats.org/officeDocument/2006/relationships/diagramQuickStyle" Target="../diagrams/quickStyle28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9.xml"/><Relationship Id="rId2" Type="http://schemas.openxmlformats.org/officeDocument/2006/relationships/diagramData" Target="../diagrams/data2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9.xml"/><Relationship Id="rId5" Type="http://schemas.openxmlformats.org/officeDocument/2006/relationships/diagramColors" Target="../diagrams/colors29.xml"/><Relationship Id="rId4" Type="http://schemas.openxmlformats.org/officeDocument/2006/relationships/diagramQuickStyle" Target="../diagrams/quickStyle29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0.xml"/><Relationship Id="rId2" Type="http://schemas.openxmlformats.org/officeDocument/2006/relationships/diagramData" Target="../diagrams/data3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0.xml"/><Relationship Id="rId5" Type="http://schemas.openxmlformats.org/officeDocument/2006/relationships/diagramColors" Target="../diagrams/colors30.xml"/><Relationship Id="rId4" Type="http://schemas.openxmlformats.org/officeDocument/2006/relationships/diagramQuickStyle" Target="../diagrams/quickStyle30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jpeg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1.xml"/><Relationship Id="rId2" Type="http://schemas.openxmlformats.org/officeDocument/2006/relationships/diagramData" Target="../diagrams/data3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1.xml"/><Relationship Id="rId5" Type="http://schemas.openxmlformats.org/officeDocument/2006/relationships/diagramColors" Target="../diagrams/colors31.xml"/><Relationship Id="rId4" Type="http://schemas.openxmlformats.org/officeDocument/2006/relationships/diagramQuickStyle" Target="../diagrams/quickStyle3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2.xml"/><Relationship Id="rId2" Type="http://schemas.openxmlformats.org/officeDocument/2006/relationships/diagramData" Target="../diagrams/data3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2.xml"/><Relationship Id="rId5" Type="http://schemas.openxmlformats.org/officeDocument/2006/relationships/diagramColors" Target="../diagrams/colors32.xml"/><Relationship Id="rId4" Type="http://schemas.openxmlformats.org/officeDocument/2006/relationships/diagramQuickStyle" Target="../diagrams/quickStyle3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jpeg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jpe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jpe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3.xml"/><Relationship Id="rId7" Type="http://schemas.microsoft.com/office/2007/relationships/diagramDrawing" Target="../diagrams/drawing33.xml"/><Relationship Id="rId2" Type="http://schemas.openxmlformats.org/officeDocument/2006/relationships/image" Target="../media/image8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3.xml"/><Relationship Id="rId5" Type="http://schemas.openxmlformats.org/officeDocument/2006/relationships/diagramQuickStyle" Target="../diagrams/quickStyle33.xml"/><Relationship Id="rId4" Type="http://schemas.openxmlformats.org/officeDocument/2006/relationships/diagramLayout" Target="../diagrams/layout3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4.xml"/><Relationship Id="rId2" Type="http://schemas.openxmlformats.org/officeDocument/2006/relationships/diagramData" Target="../diagrams/data3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4.xml"/><Relationship Id="rId5" Type="http://schemas.openxmlformats.org/officeDocument/2006/relationships/diagramColors" Target="../diagrams/colors34.xml"/><Relationship Id="rId4" Type="http://schemas.openxmlformats.org/officeDocument/2006/relationships/diagramQuickStyle" Target="../diagrams/quickStyle34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5.xml"/><Relationship Id="rId2" Type="http://schemas.openxmlformats.org/officeDocument/2006/relationships/diagramData" Target="../diagrams/data3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5.xml"/><Relationship Id="rId5" Type="http://schemas.openxmlformats.org/officeDocument/2006/relationships/diagramColors" Target="../diagrams/colors35.xml"/><Relationship Id="rId4" Type="http://schemas.openxmlformats.org/officeDocument/2006/relationships/diagramQuickStyle" Target="../diagrams/quickStyle35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6.xml"/><Relationship Id="rId2" Type="http://schemas.openxmlformats.org/officeDocument/2006/relationships/diagramData" Target="../diagrams/data3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6.xml"/><Relationship Id="rId5" Type="http://schemas.openxmlformats.org/officeDocument/2006/relationships/diagramColors" Target="../diagrams/colors36.xml"/><Relationship Id="rId4" Type="http://schemas.openxmlformats.org/officeDocument/2006/relationships/diagramQuickStyle" Target="../diagrams/quickStyle36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7.xml"/><Relationship Id="rId2" Type="http://schemas.openxmlformats.org/officeDocument/2006/relationships/diagramData" Target="../diagrams/data3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7.xml"/><Relationship Id="rId5" Type="http://schemas.openxmlformats.org/officeDocument/2006/relationships/diagramColors" Target="../diagrams/colors37.xml"/><Relationship Id="rId4" Type="http://schemas.openxmlformats.org/officeDocument/2006/relationships/diagramQuickStyle" Target="../diagrams/quickStyle3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8.xml"/><Relationship Id="rId2" Type="http://schemas.openxmlformats.org/officeDocument/2006/relationships/diagramData" Target="../diagrams/data3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8.xml"/><Relationship Id="rId5" Type="http://schemas.openxmlformats.org/officeDocument/2006/relationships/diagramColors" Target="../diagrams/colors38.xml"/><Relationship Id="rId4" Type="http://schemas.openxmlformats.org/officeDocument/2006/relationships/diagramQuickStyle" Target="../diagrams/quickStyle38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sv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9.xml"/><Relationship Id="rId2" Type="http://schemas.openxmlformats.org/officeDocument/2006/relationships/diagramData" Target="../diagrams/data3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9.xml"/><Relationship Id="rId5" Type="http://schemas.openxmlformats.org/officeDocument/2006/relationships/diagramColors" Target="../diagrams/colors39.xml"/><Relationship Id="rId4" Type="http://schemas.openxmlformats.org/officeDocument/2006/relationships/diagramQuickStyle" Target="../diagrams/quickStyle39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jpe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0.xml"/><Relationship Id="rId7" Type="http://schemas.microsoft.com/office/2007/relationships/diagramDrawing" Target="../diagrams/drawing40.xml"/><Relationship Id="rId2" Type="http://schemas.openxmlformats.org/officeDocument/2006/relationships/image" Target="../media/image9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0.xml"/><Relationship Id="rId5" Type="http://schemas.openxmlformats.org/officeDocument/2006/relationships/diagramQuickStyle" Target="../diagrams/quickStyle40.xml"/><Relationship Id="rId4" Type="http://schemas.openxmlformats.org/officeDocument/2006/relationships/diagramLayout" Target="../diagrams/layout40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jpeg"/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jpeg"/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jpeg"/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1.xml"/><Relationship Id="rId2" Type="http://schemas.openxmlformats.org/officeDocument/2006/relationships/diagramData" Target="../diagrams/data4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1.xml"/><Relationship Id="rId5" Type="http://schemas.openxmlformats.org/officeDocument/2006/relationships/diagramColors" Target="../diagrams/colors41.xml"/><Relationship Id="rId4" Type="http://schemas.openxmlformats.org/officeDocument/2006/relationships/diagramQuickStyle" Target="../diagrams/quickStyle41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2.xml"/><Relationship Id="rId7" Type="http://schemas.microsoft.com/office/2007/relationships/diagramDrawing" Target="../diagrams/drawing4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2.xml"/><Relationship Id="rId5" Type="http://schemas.openxmlformats.org/officeDocument/2006/relationships/diagramQuickStyle" Target="../diagrams/quickStyle42.xml"/><Relationship Id="rId4" Type="http://schemas.openxmlformats.org/officeDocument/2006/relationships/diagramLayout" Target="../diagrams/layout4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3.xml"/><Relationship Id="rId2" Type="http://schemas.openxmlformats.org/officeDocument/2006/relationships/diagramData" Target="../diagrams/data4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3.xml"/><Relationship Id="rId5" Type="http://schemas.openxmlformats.org/officeDocument/2006/relationships/diagramColors" Target="../diagrams/colors43.xml"/><Relationship Id="rId4" Type="http://schemas.openxmlformats.org/officeDocument/2006/relationships/diagramQuickStyle" Target="../diagrams/quickStyle43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4.xml"/><Relationship Id="rId2" Type="http://schemas.openxmlformats.org/officeDocument/2006/relationships/diagramData" Target="../diagrams/data4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4.xml"/><Relationship Id="rId5" Type="http://schemas.openxmlformats.org/officeDocument/2006/relationships/diagramColors" Target="../diagrams/colors44.xml"/><Relationship Id="rId4" Type="http://schemas.openxmlformats.org/officeDocument/2006/relationships/diagramQuickStyle" Target="../diagrams/quickStyle44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5.xml"/><Relationship Id="rId7" Type="http://schemas.microsoft.com/office/2007/relationships/diagramDrawing" Target="../diagrams/drawing4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5.xml"/><Relationship Id="rId5" Type="http://schemas.openxmlformats.org/officeDocument/2006/relationships/diagramQuickStyle" Target="../diagrams/quickStyle45.xml"/><Relationship Id="rId4" Type="http://schemas.openxmlformats.org/officeDocument/2006/relationships/diagramLayout" Target="../diagrams/layout45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6.xml"/><Relationship Id="rId2" Type="http://schemas.openxmlformats.org/officeDocument/2006/relationships/diagramData" Target="../diagrams/data4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6.xml"/><Relationship Id="rId5" Type="http://schemas.openxmlformats.org/officeDocument/2006/relationships/diagramColors" Target="../diagrams/colors46.xml"/><Relationship Id="rId4" Type="http://schemas.openxmlformats.org/officeDocument/2006/relationships/diagramQuickStyle" Target="../diagrams/quickStyle46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jpeg"/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jpeg"/><Relationship Id="rId1" Type="http://schemas.openxmlformats.org/officeDocument/2006/relationships/slideLayout" Target="../slideLayouts/slideLayout3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7.xml"/><Relationship Id="rId2" Type="http://schemas.openxmlformats.org/officeDocument/2006/relationships/diagramData" Target="../diagrams/data4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7.xml"/><Relationship Id="rId5" Type="http://schemas.openxmlformats.org/officeDocument/2006/relationships/diagramColors" Target="../diagrams/colors47.xml"/><Relationship Id="rId4" Type="http://schemas.openxmlformats.org/officeDocument/2006/relationships/diagramQuickStyle" Target="../diagrams/quickStyle47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8.xml"/><Relationship Id="rId2" Type="http://schemas.openxmlformats.org/officeDocument/2006/relationships/diagramData" Target="../diagrams/data4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8.xml"/><Relationship Id="rId5" Type="http://schemas.openxmlformats.org/officeDocument/2006/relationships/diagramColors" Target="../diagrams/colors48.xml"/><Relationship Id="rId4" Type="http://schemas.openxmlformats.org/officeDocument/2006/relationships/diagramQuickStyle" Target="../diagrams/quickStyle48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9.xml"/><Relationship Id="rId2" Type="http://schemas.openxmlformats.org/officeDocument/2006/relationships/diagramData" Target="../diagrams/data4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9.xml"/><Relationship Id="rId5" Type="http://schemas.openxmlformats.org/officeDocument/2006/relationships/diagramColors" Target="../diagrams/colors49.xml"/><Relationship Id="rId4" Type="http://schemas.openxmlformats.org/officeDocument/2006/relationships/diagramQuickStyle" Target="../diagrams/quickStyle49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0.xml"/><Relationship Id="rId2" Type="http://schemas.openxmlformats.org/officeDocument/2006/relationships/diagramData" Target="../diagrams/data5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0.xml"/><Relationship Id="rId5" Type="http://schemas.openxmlformats.org/officeDocument/2006/relationships/diagramColors" Target="../diagrams/colors50.xml"/><Relationship Id="rId4" Type="http://schemas.openxmlformats.org/officeDocument/2006/relationships/diagramQuickStyle" Target="../diagrams/quickStyle50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1.xml"/><Relationship Id="rId2" Type="http://schemas.openxmlformats.org/officeDocument/2006/relationships/diagramData" Target="../diagrams/data5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1.xml"/><Relationship Id="rId5" Type="http://schemas.openxmlformats.org/officeDocument/2006/relationships/diagramColors" Target="../diagrams/colors51.xml"/><Relationship Id="rId4" Type="http://schemas.openxmlformats.org/officeDocument/2006/relationships/diagramQuickStyle" Target="../diagrams/quickStyle51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2.xml"/><Relationship Id="rId2" Type="http://schemas.openxmlformats.org/officeDocument/2006/relationships/diagramData" Target="../diagrams/data5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2.xml"/><Relationship Id="rId5" Type="http://schemas.openxmlformats.org/officeDocument/2006/relationships/diagramColors" Target="../diagrams/colors52.xml"/><Relationship Id="rId4" Type="http://schemas.openxmlformats.org/officeDocument/2006/relationships/diagramQuickStyle" Target="../diagrams/quickStyle5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3.xml"/><Relationship Id="rId7" Type="http://schemas.microsoft.com/office/2007/relationships/diagramDrawing" Target="../diagrams/drawing53.xml"/><Relationship Id="rId2" Type="http://schemas.openxmlformats.org/officeDocument/2006/relationships/image" Target="../media/image12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3.xml"/><Relationship Id="rId5" Type="http://schemas.openxmlformats.org/officeDocument/2006/relationships/diagramQuickStyle" Target="../diagrams/quickStyle53.xml"/><Relationship Id="rId4" Type="http://schemas.openxmlformats.org/officeDocument/2006/relationships/diagramLayout" Target="../diagrams/layout53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4.xml"/><Relationship Id="rId2" Type="http://schemas.openxmlformats.org/officeDocument/2006/relationships/diagramData" Target="../diagrams/data5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4.xml"/><Relationship Id="rId5" Type="http://schemas.openxmlformats.org/officeDocument/2006/relationships/diagramColors" Target="../diagrams/colors54.xml"/><Relationship Id="rId4" Type="http://schemas.openxmlformats.org/officeDocument/2006/relationships/diagramQuickStyle" Target="../diagrams/quickStyle54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6.jpe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5.xml"/><Relationship Id="rId2" Type="http://schemas.openxmlformats.org/officeDocument/2006/relationships/diagramData" Target="../diagrams/data5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5.xml"/><Relationship Id="rId5" Type="http://schemas.openxmlformats.org/officeDocument/2006/relationships/diagramColors" Target="../diagrams/colors55.xml"/><Relationship Id="rId4" Type="http://schemas.openxmlformats.org/officeDocument/2006/relationships/diagramQuickStyle" Target="../diagrams/quickStyle55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6.xml"/><Relationship Id="rId2" Type="http://schemas.openxmlformats.org/officeDocument/2006/relationships/diagramData" Target="../diagrams/data5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6.xml"/><Relationship Id="rId5" Type="http://schemas.openxmlformats.org/officeDocument/2006/relationships/diagramColors" Target="../diagrams/colors56.xml"/><Relationship Id="rId4" Type="http://schemas.openxmlformats.org/officeDocument/2006/relationships/diagramQuickStyle" Target="../diagrams/quickStyle56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7.xml"/><Relationship Id="rId2" Type="http://schemas.openxmlformats.org/officeDocument/2006/relationships/diagramData" Target="../diagrams/data5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7.xml"/><Relationship Id="rId5" Type="http://schemas.openxmlformats.org/officeDocument/2006/relationships/diagramColors" Target="../diagrams/colors57.xml"/><Relationship Id="rId4" Type="http://schemas.openxmlformats.org/officeDocument/2006/relationships/diagramQuickStyle" Target="../diagrams/quickStyle57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3.jpeg"/><Relationship Id="rId1" Type="http://schemas.openxmlformats.org/officeDocument/2006/relationships/slideLayout" Target="../slideLayouts/slideLayout3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8.xml"/><Relationship Id="rId2" Type="http://schemas.openxmlformats.org/officeDocument/2006/relationships/diagramData" Target="../diagrams/data5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8.xml"/><Relationship Id="rId5" Type="http://schemas.openxmlformats.org/officeDocument/2006/relationships/diagramColors" Target="../diagrams/colors58.xml"/><Relationship Id="rId4" Type="http://schemas.openxmlformats.org/officeDocument/2006/relationships/diagramQuickStyle" Target="../diagrams/quickStyle58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4.sv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9.xml"/><Relationship Id="rId2" Type="http://schemas.openxmlformats.org/officeDocument/2006/relationships/diagramData" Target="../diagrams/data5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9.xml"/><Relationship Id="rId5" Type="http://schemas.openxmlformats.org/officeDocument/2006/relationships/diagramColors" Target="../diagrams/colors59.xml"/><Relationship Id="rId4" Type="http://schemas.openxmlformats.org/officeDocument/2006/relationships/diagramQuickStyle" Target="../diagrams/quickStyle59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0.xml"/><Relationship Id="rId2" Type="http://schemas.openxmlformats.org/officeDocument/2006/relationships/diagramData" Target="../diagrams/data6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0.xml"/><Relationship Id="rId5" Type="http://schemas.openxmlformats.org/officeDocument/2006/relationships/diagramColors" Target="../diagrams/colors60.xml"/><Relationship Id="rId4" Type="http://schemas.openxmlformats.org/officeDocument/2006/relationships/diagramQuickStyle" Target="../diagrams/quickStyle60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1.xml"/><Relationship Id="rId7" Type="http://schemas.microsoft.com/office/2007/relationships/diagramDrawing" Target="../diagrams/drawing61.xml"/><Relationship Id="rId2" Type="http://schemas.openxmlformats.org/officeDocument/2006/relationships/image" Target="../media/image14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1.xml"/><Relationship Id="rId5" Type="http://schemas.openxmlformats.org/officeDocument/2006/relationships/diagramQuickStyle" Target="../diagrams/quickStyle61.xml"/><Relationship Id="rId4" Type="http://schemas.openxmlformats.org/officeDocument/2006/relationships/diagramLayout" Target="../diagrams/layout61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2.xml"/><Relationship Id="rId2" Type="http://schemas.openxmlformats.org/officeDocument/2006/relationships/diagramData" Target="../diagrams/data6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2.xml"/><Relationship Id="rId5" Type="http://schemas.openxmlformats.org/officeDocument/2006/relationships/diagramColors" Target="../diagrams/colors62.xml"/><Relationship Id="rId4" Type="http://schemas.openxmlformats.org/officeDocument/2006/relationships/diagramQuickStyle" Target="../diagrams/quickStyle62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3.xml"/><Relationship Id="rId2" Type="http://schemas.openxmlformats.org/officeDocument/2006/relationships/diagramData" Target="../diagrams/data6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3.xml"/><Relationship Id="rId5" Type="http://schemas.openxmlformats.org/officeDocument/2006/relationships/diagramColors" Target="../diagrams/colors63.xml"/><Relationship Id="rId4" Type="http://schemas.openxmlformats.org/officeDocument/2006/relationships/diagramQuickStyle" Target="../diagrams/quickStyle63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3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4.xml"/><Relationship Id="rId2" Type="http://schemas.openxmlformats.org/officeDocument/2006/relationships/diagramData" Target="../diagrams/data6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4.xml"/><Relationship Id="rId5" Type="http://schemas.openxmlformats.org/officeDocument/2006/relationships/diagramColors" Target="../diagrams/colors64.xml"/><Relationship Id="rId4" Type="http://schemas.openxmlformats.org/officeDocument/2006/relationships/diagramQuickStyle" Target="../diagrams/quickStyle64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5.xml"/><Relationship Id="rId2" Type="http://schemas.openxmlformats.org/officeDocument/2006/relationships/diagramData" Target="../diagrams/data6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5.xml"/><Relationship Id="rId5" Type="http://schemas.openxmlformats.org/officeDocument/2006/relationships/diagramColors" Target="../diagrams/colors65.xml"/><Relationship Id="rId4" Type="http://schemas.openxmlformats.org/officeDocument/2006/relationships/diagramQuickStyle" Target="../diagrams/quickStyle65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3.svg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6.xml"/><Relationship Id="rId2" Type="http://schemas.openxmlformats.org/officeDocument/2006/relationships/diagramData" Target="../diagrams/data6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6.xml"/><Relationship Id="rId5" Type="http://schemas.openxmlformats.org/officeDocument/2006/relationships/diagramColors" Target="../diagrams/colors66.xml"/><Relationship Id="rId4" Type="http://schemas.openxmlformats.org/officeDocument/2006/relationships/diagramQuickStyle" Target="../diagrams/quickStyle66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7.xml"/><Relationship Id="rId2" Type="http://schemas.openxmlformats.org/officeDocument/2006/relationships/diagramData" Target="../diagrams/data6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7.xml"/><Relationship Id="rId5" Type="http://schemas.openxmlformats.org/officeDocument/2006/relationships/diagramColors" Target="../diagrams/colors67.xml"/><Relationship Id="rId4" Type="http://schemas.openxmlformats.org/officeDocument/2006/relationships/diagramQuickStyle" Target="../diagrams/quickStyle67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7.jpeg"/><Relationship Id="rId1" Type="http://schemas.openxmlformats.org/officeDocument/2006/relationships/slideLayout" Target="../slideLayouts/slideLayout3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8.svg"/><Relationship Id="rId1" Type="http://schemas.openxmlformats.org/officeDocument/2006/relationships/slideLayout" Target="../slideLayouts/slideLayout3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8.xml"/><Relationship Id="rId7" Type="http://schemas.microsoft.com/office/2007/relationships/diagramDrawing" Target="../diagrams/drawing68.xml"/><Relationship Id="rId2" Type="http://schemas.openxmlformats.org/officeDocument/2006/relationships/image" Target="../media/image159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8.xml"/><Relationship Id="rId5" Type="http://schemas.openxmlformats.org/officeDocument/2006/relationships/diagramQuickStyle" Target="../diagrams/quickStyle68.xml"/><Relationship Id="rId4" Type="http://schemas.openxmlformats.org/officeDocument/2006/relationships/diagramLayout" Target="../diagrams/layout68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9.xml"/><Relationship Id="rId7" Type="http://schemas.microsoft.com/office/2007/relationships/diagramDrawing" Target="../diagrams/drawing69.xml"/><Relationship Id="rId2" Type="http://schemas.openxmlformats.org/officeDocument/2006/relationships/image" Target="../media/image160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9.xml"/><Relationship Id="rId5" Type="http://schemas.openxmlformats.org/officeDocument/2006/relationships/diagramQuickStyle" Target="../diagrams/quickStyle69.xml"/><Relationship Id="rId4" Type="http://schemas.openxmlformats.org/officeDocument/2006/relationships/diagramLayout" Target="../diagrams/layout69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0.xml"/><Relationship Id="rId2" Type="http://schemas.openxmlformats.org/officeDocument/2006/relationships/diagramData" Target="../diagrams/data7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0.xml"/><Relationship Id="rId5" Type="http://schemas.openxmlformats.org/officeDocument/2006/relationships/diagramColors" Target="../diagrams/colors70.xml"/><Relationship Id="rId4" Type="http://schemas.openxmlformats.org/officeDocument/2006/relationships/diagramQuickStyle" Target="../diagrams/quickStyle70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1.xml"/><Relationship Id="rId2" Type="http://schemas.openxmlformats.org/officeDocument/2006/relationships/diagramData" Target="../diagrams/data7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1.xml"/><Relationship Id="rId5" Type="http://schemas.openxmlformats.org/officeDocument/2006/relationships/diagramColors" Target="../diagrams/colors71.xml"/><Relationship Id="rId4" Type="http://schemas.openxmlformats.org/officeDocument/2006/relationships/diagramQuickStyle" Target="../diagrams/quickStyle71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2.xml"/><Relationship Id="rId2" Type="http://schemas.openxmlformats.org/officeDocument/2006/relationships/diagramData" Target="../diagrams/data7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2.xml"/><Relationship Id="rId5" Type="http://schemas.openxmlformats.org/officeDocument/2006/relationships/diagramColors" Target="../diagrams/colors72.xml"/><Relationship Id="rId4" Type="http://schemas.openxmlformats.org/officeDocument/2006/relationships/diagramQuickStyle" Target="../diagrams/quickStyle72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7.png"/><Relationship Id="rId2" Type="http://schemas.openxmlformats.org/officeDocument/2006/relationships/image" Target="../media/image166.png"/><Relationship Id="rId1" Type="http://schemas.openxmlformats.org/officeDocument/2006/relationships/slideLayout" Target="../slideLayouts/slideLayout7.xml"/></Relationships>
</file>

<file path=ppt/slides/_rels/slide1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3.xml"/><Relationship Id="rId2" Type="http://schemas.openxmlformats.org/officeDocument/2006/relationships/diagramData" Target="../diagrams/data7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3.xml"/><Relationship Id="rId5" Type="http://schemas.openxmlformats.org/officeDocument/2006/relationships/diagramColors" Target="../diagrams/colors73.xml"/><Relationship Id="rId4" Type="http://schemas.openxmlformats.org/officeDocument/2006/relationships/diagramQuickStyle" Target="../diagrams/quickStyle73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7EBF0-C6C7-1660-E559-642DB23ED14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SQL Server 2025 Deep Dive: Essential Innovations for DBAs and Database Developers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43413B-C91E-FAFF-516B-16F7D24579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Joey D’Antoni</a:t>
            </a:r>
          </a:p>
          <a:p>
            <a:r>
              <a:rPr lang="en-US" dirty="0"/>
              <a:t>Matt Gordon</a:t>
            </a:r>
          </a:p>
        </p:txBody>
      </p:sp>
    </p:spTree>
    <p:extLst>
      <p:ext uri="{BB962C8B-B14F-4D97-AF65-F5344CB8AC3E}">
        <p14:creationId xmlns:p14="http://schemas.microsoft.com/office/powerpoint/2010/main" val="9456433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5240000" h="8572500">
                <a:moveTo>
                  <a:pt x="0" y="0"/>
                </a:moveTo>
                <a:lnTo>
                  <a:pt x="15240000" y="0"/>
                </a:lnTo>
                <a:lnTo>
                  <a:pt x="15240000" y="8572500"/>
                </a:lnTo>
                <a:lnTo>
                  <a:pt x="0" y="8572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sz="1440"/>
          </a:p>
        </p:txBody>
      </p:sp>
      <p:sp>
        <p:nvSpPr>
          <p:cNvPr id="3" name="Freeform 3"/>
          <p:cNvSpPr/>
          <p:nvPr/>
        </p:nvSpPr>
        <p:spPr>
          <a:xfrm>
            <a:off x="5322349" y="187155"/>
            <a:ext cx="1547302" cy="997290"/>
          </a:xfrm>
          <a:custGeom>
            <a:avLst/>
            <a:gdLst/>
            <a:ahLst/>
            <a:cxnLst/>
            <a:rect l="l" t="t" r="r" b="b"/>
            <a:pathLst>
              <a:path w="1934127" h="1246612">
                <a:moveTo>
                  <a:pt x="0" y="0"/>
                </a:moveTo>
                <a:lnTo>
                  <a:pt x="1934128" y="0"/>
                </a:lnTo>
                <a:lnTo>
                  <a:pt x="1934128" y="1246612"/>
                </a:lnTo>
                <a:lnTo>
                  <a:pt x="0" y="12466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97331"/>
            </a:stretch>
          </a:blipFill>
        </p:spPr>
        <p:txBody>
          <a:bodyPr/>
          <a:lstStyle/>
          <a:p>
            <a:endParaRPr lang="en-US" sz="144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" y="-102575"/>
            <a:ext cx="12192000" cy="6908122"/>
          </a:xfrm>
          <a:custGeom>
            <a:avLst/>
            <a:gdLst/>
            <a:ahLst/>
            <a:cxnLst/>
            <a:rect l="l" t="t" r="r" b="b"/>
            <a:pathLst>
              <a:path w="15240000" h="8635153">
                <a:moveTo>
                  <a:pt x="0" y="0"/>
                </a:moveTo>
                <a:lnTo>
                  <a:pt x="15240000" y="0"/>
                </a:lnTo>
                <a:lnTo>
                  <a:pt x="15240000" y="8635153"/>
                </a:lnTo>
                <a:lnTo>
                  <a:pt x="0" y="86351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8043" r="-14239"/>
            </a:stretch>
          </a:blipFill>
        </p:spPr>
        <p:txBody>
          <a:bodyPr/>
          <a:lstStyle/>
          <a:p>
            <a:endParaRPr lang="en-US" sz="1440"/>
          </a:p>
        </p:txBody>
      </p:sp>
      <p:grpSp>
        <p:nvGrpSpPr>
          <p:cNvPr id="3" name="Group 3"/>
          <p:cNvGrpSpPr/>
          <p:nvPr/>
        </p:nvGrpSpPr>
        <p:grpSpPr>
          <a:xfrm>
            <a:off x="1" y="-83646"/>
            <a:ext cx="14320434" cy="6991768"/>
            <a:chOff x="0" y="0"/>
            <a:chExt cx="23867390" cy="11652946"/>
          </a:xfrm>
        </p:grpSpPr>
        <p:sp>
          <p:nvSpPr>
            <p:cNvPr id="4" name="Freeform 4"/>
            <p:cNvSpPr/>
            <p:nvPr/>
          </p:nvSpPr>
          <p:spPr>
            <a:xfrm flipH="1">
              <a:off x="0" y="0"/>
              <a:ext cx="10995185" cy="11652946"/>
            </a:xfrm>
            <a:custGeom>
              <a:avLst/>
              <a:gdLst/>
              <a:ahLst/>
              <a:cxnLst/>
              <a:rect l="l" t="t" r="r" b="b"/>
              <a:pathLst>
                <a:path w="10995185" h="11652946">
                  <a:moveTo>
                    <a:pt x="10995185" y="0"/>
                  </a:moveTo>
                  <a:lnTo>
                    <a:pt x="0" y="0"/>
                  </a:lnTo>
                  <a:lnTo>
                    <a:pt x="0" y="11652946"/>
                  </a:lnTo>
                  <a:lnTo>
                    <a:pt x="10995185" y="11652946"/>
                  </a:lnTo>
                  <a:lnTo>
                    <a:pt x="10995185" y="0"/>
                  </a:lnTo>
                  <a:close/>
                </a:path>
              </a:pathLst>
            </a:custGeom>
            <a:blipFill>
              <a:blip r:embed="rId3"/>
              <a:stretch>
                <a:fillRect l="-4930" t="-8314" b="-6922"/>
              </a:stretch>
            </a:blipFill>
          </p:spPr>
          <p:txBody>
            <a:bodyPr/>
            <a:lstStyle/>
            <a:p>
              <a:endParaRPr lang="en-US" sz="1440"/>
            </a:p>
          </p:txBody>
        </p:sp>
        <p:sp>
          <p:nvSpPr>
            <p:cNvPr id="5" name="Freeform 5"/>
            <p:cNvSpPr/>
            <p:nvPr/>
          </p:nvSpPr>
          <p:spPr>
            <a:xfrm>
              <a:off x="6199045" y="6272845"/>
              <a:ext cx="1347665" cy="660356"/>
            </a:xfrm>
            <a:custGeom>
              <a:avLst/>
              <a:gdLst/>
              <a:ahLst/>
              <a:cxnLst/>
              <a:rect l="l" t="t" r="r" b="b"/>
              <a:pathLst>
                <a:path w="1347665" h="660356">
                  <a:moveTo>
                    <a:pt x="0" y="0"/>
                  </a:moveTo>
                  <a:lnTo>
                    <a:pt x="1347665" y="0"/>
                  </a:lnTo>
                  <a:lnTo>
                    <a:pt x="1347665" y="660356"/>
                  </a:lnTo>
                  <a:lnTo>
                    <a:pt x="0" y="6603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 sz="1440"/>
            </a:p>
          </p:txBody>
        </p:sp>
        <p:grpSp>
          <p:nvGrpSpPr>
            <p:cNvPr id="6" name="Group 6"/>
            <p:cNvGrpSpPr/>
            <p:nvPr/>
          </p:nvGrpSpPr>
          <p:grpSpPr>
            <a:xfrm>
              <a:off x="13398467" y="5787038"/>
              <a:ext cx="1976185" cy="1956138"/>
              <a:chOff x="0" y="0"/>
              <a:chExt cx="1370216" cy="1356317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1370216" cy="1356317"/>
              </a:xfrm>
              <a:custGeom>
                <a:avLst/>
                <a:gdLst/>
                <a:ahLst/>
                <a:cxnLst/>
                <a:rect l="l" t="t" r="r" b="b"/>
                <a:pathLst>
                  <a:path w="1370216" h="1356317">
                    <a:moveTo>
                      <a:pt x="0" y="0"/>
                    </a:moveTo>
                    <a:lnTo>
                      <a:pt x="1370216" y="0"/>
                    </a:lnTo>
                    <a:lnTo>
                      <a:pt x="1370216" y="1356317"/>
                    </a:lnTo>
                    <a:lnTo>
                      <a:pt x="0" y="1356317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 sz="144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28575"/>
                <a:ext cx="1370216" cy="1384892"/>
              </a:xfrm>
              <a:prstGeom prst="rect">
                <a:avLst/>
              </a:prstGeom>
            </p:spPr>
            <p:txBody>
              <a:bodyPr lIns="13894" tIns="13894" rIns="13894" bIns="13894" rtlCol="0" anchor="ctr"/>
              <a:lstStyle/>
              <a:p>
                <a:pPr algn="ctr">
                  <a:lnSpc>
                    <a:spcPts val="1791"/>
                  </a:lnSpc>
                  <a:spcBef>
                    <a:spcPct val="0"/>
                  </a:spcBef>
                </a:pPr>
                <a:endParaRPr sz="1440"/>
              </a:p>
            </p:txBody>
          </p:sp>
        </p:grpSp>
        <p:sp>
          <p:nvSpPr>
            <p:cNvPr id="9" name="Freeform 9"/>
            <p:cNvSpPr/>
            <p:nvPr/>
          </p:nvSpPr>
          <p:spPr>
            <a:xfrm>
              <a:off x="14023675" y="3915746"/>
              <a:ext cx="2354060" cy="794495"/>
            </a:xfrm>
            <a:custGeom>
              <a:avLst/>
              <a:gdLst/>
              <a:ahLst/>
              <a:cxnLst/>
              <a:rect l="l" t="t" r="r" b="b"/>
              <a:pathLst>
                <a:path w="2354060" h="794495">
                  <a:moveTo>
                    <a:pt x="0" y="0"/>
                  </a:moveTo>
                  <a:lnTo>
                    <a:pt x="2354059" y="0"/>
                  </a:lnTo>
                  <a:lnTo>
                    <a:pt x="2354059" y="794496"/>
                  </a:lnTo>
                  <a:lnTo>
                    <a:pt x="0" y="7944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US" sz="1440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3728074" y="4136324"/>
              <a:ext cx="3990365" cy="937767"/>
            </a:xfrm>
            <a:custGeom>
              <a:avLst/>
              <a:gdLst/>
              <a:ahLst/>
              <a:cxnLst/>
              <a:rect l="l" t="t" r="r" b="b"/>
              <a:pathLst>
                <a:path w="3990365" h="937767">
                  <a:moveTo>
                    <a:pt x="0" y="0"/>
                  </a:moveTo>
                  <a:lnTo>
                    <a:pt x="3990365" y="0"/>
                  </a:lnTo>
                  <a:lnTo>
                    <a:pt x="3990365" y="937767"/>
                  </a:lnTo>
                  <a:lnTo>
                    <a:pt x="0" y="9377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465038" r="-40924" b="-738568"/>
              </a:stretch>
            </a:blipFill>
          </p:spPr>
          <p:txBody>
            <a:bodyPr/>
            <a:lstStyle/>
            <a:p>
              <a:endParaRPr lang="en-US" sz="1440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537323" y="4183950"/>
              <a:ext cx="12330067" cy="10686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539"/>
                </a:lnSpc>
              </a:pPr>
              <a:r>
                <a:rPr lang="en-US" sz="2440">
                  <a:solidFill>
                    <a:srgbClr val="CC00CC"/>
                  </a:solidFill>
                  <a:latin typeface="Segoe UI"/>
                  <a:cs typeface="Segoe UI"/>
                </a:rPr>
                <a:t>Search for                   in the</a:t>
              </a:r>
              <a:endParaRPr lang="en-US" sz="1440"/>
            </a:p>
            <a:p>
              <a:pPr>
                <a:lnSpc>
                  <a:spcPts val="2539"/>
                </a:lnSpc>
              </a:pPr>
              <a:r>
                <a:rPr lang="en-US" sz="2440">
                  <a:solidFill>
                    <a:srgbClr val="CC00CC"/>
                  </a:solidFill>
                  <a:latin typeface="Segoe UI"/>
                  <a:ea typeface="Segoe UI"/>
                  <a:cs typeface="Segoe UI"/>
                </a:rPr>
                <a:t>App Store or Google Play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537323" y="8173178"/>
              <a:ext cx="9360510" cy="17217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884"/>
                </a:lnSpc>
              </a:pPr>
              <a:r>
                <a:rPr lang="en-US" sz="2060">
                  <a:solidFill>
                    <a:srgbClr val="FFFFFF"/>
                  </a:solidFill>
                  <a:latin typeface="Segoe UI"/>
                  <a:ea typeface="Segoe UI"/>
                  <a:cs typeface="Segoe UI"/>
                  <a:sym typeface="Segoe UI"/>
                </a:rPr>
                <a:t>Fill out the Session Surveys in the</a:t>
              </a:r>
            </a:p>
            <a:p>
              <a:pPr>
                <a:lnSpc>
                  <a:spcPts val="2660"/>
                </a:lnSpc>
              </a:pPr>
              <a:r>
                <a:rPr lang="en-US" sz="1900" spc="-93">
                  <a:solidFill>
                    <a:srgbClr val="00CCFF"/>
                  </a:solidFill>
                  <a:latin typeface="Segoe UI"/>
                  <a:ea typeface="Segoe UI"/>
                  <a:cs typeface="Segoe UI"/>
                  <a:sym typeface="Segoe UI"/>
                </a:rPr>
                <a:t>TechCon 365, DATACON, PWRCON </a:t>
              </a:r>
            </a:p>
            <a:p>
              <a:pPr>
                <a:lnSpc>
                  <a:spcPts val="2660"/>
                </a:lnSpc>
              </a:pPr>
              <a:r>
                <a:rPr lang="en-US" sz="1900" spc="-93">
                  <a:solidFill>
                    <a:srgbClr val="00CCFF"/>
                  </a:solidFill>
                  <a:latin typeface="Segoe UI"/>
                  <a:ea typeface="Segoe UI"/>
                  <a:cs typeface="Segoe UI"/>
                  <a:sym typeface="Segoe UI"/>
                </a:rPr>
                <a:t>Event App </a:t>
              </a:r>
              <a:r>
                <a:rPr lang="en-US" sz="1900" spc="-93">
                  <a:solidFill>
                    <a:srgbClr val="FFFFFF"/>
                  </a:solidFill>
                  <a:latin typeface="Segoe UI"/>
                  <a:ea typeface="Segoe UI"/>
                  <a:cs typeface="Segoe UI"/>
                  <a:sym typeface="Segoe UI"/>
                </a:rPr>
                <a:t>and be eligible to </a:t>
              </a:r>
              <a:r>
                <a:rPr lang="en-US" sz="1900" b="1" spc="-93">
                  <a:solidFill>
                    <a:srgbClr val="DE3DDD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WIN PRIZES!</a:t>
              </a:r>
            </a:p>
          </p:txBody>
        </p:sp>
      </p:grpSp>
      <p:sp>
        <p:nvSpPr>
          <p:cNvPr id="13" name="Freeform 13"/>
          <p:cNvSpPr/>
          <p:nvPr/>
        </p:nvSpPr>
        <p:spPr>
          <a:xfrm>
            <a:off x="2001948" y="679242"/>
            <a:ext cx="2718897" cy="5433266"/>
          </a:xfrm>
          <a:custGeom>
            <a:avLst/>
            <a:gdLst/>
            <a:ahLst/>
            <a:cxnLst/>
            <a:rect l="l" t="t" r="r" b="b"/>
            <a:pathLst>
              <a:path w="3398621" h="6791582">
                <a:moveTo>
                  <a:pt x="0" y="0"/>
                </a:moveTo>
                <a:lnTo>
                  <a:pt x="3398621" y="0"/>
                </a:lnTo>
                <a:lnTo>
                  <a:pt x="3398621" y="6791582"/>
                </a:lnTo>
                <a:lnTo>
                  <a:pt x="0" y="679158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 sz="1440"/>
          </a:p>
        </p:txBody>
      </p:sp>
      <p:sp>
        <p:nvSpPr>
          <p:cNvPr id="14" name="Freeform 14"/>
          <p:cNvSpPr/>
          <p:nvPr/>
        </p:nvSpPr>
        <p:spPr>
          <a:xfrm>
            <a:off x="2206871" y="1342568"/>
            <a:ext cx="2326390" cy="962379"/>
          </a:xfrm>
          <a:custGeom>
            <a:avLst/>
            <a:gdLst/>
            <a:ahLst/>
            <a:cxnLst/>
            <a:rect l="l" t="t" r="r" b="b"/>
            <a:pathLst>
              <a:path w="2907988" h="1202974">
                <a:moveTo>
                  <a:pt x="0" y="0"/>
                </a:moveTo>
                <a:lnTo>
                  <a:pt x="2907988" y="0"/>
                </a:lnTo>
                <a:lnTo>
                  <a:pt x="2907988" y="1202974"/>
                </a:lnTo>
                <a:lnTo>
                  <a:pt x="0" y="120297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745" t="-54084" r="-3154" b="-391915"/>
            </a:stretch>
          </a:blipFill>
        </p:spPr>
        <p:txBody>
          <a:bodyPr/>
          <a:lstStyle/>
          <a:p>
            <a:endParaRPr lang="en-US" sz="1440"/>
          </a:p>
        </p:txBody>
      </p:sp>
      <p:sp>
        <p:nvSpPr>
          <p:cNvPr id="15" name="TextBox 15"/>
          <p:cNvSpPr txBox="1"/>
          <p:nvPr/>
        </p:nvSpPr>
        <p:spPr>
          <a:xfrm>
            <a:off x="6864683" y="483727"/>
            <a:ext cx="7398040" cy="1322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170"/>
              </a:lnSpc>
            </a:pPr>
            <a:r>
              <a:rPr lang="en-US" sz="5122">
                <a:solidFill>
                  <a:srgbClr val="FFFFFF"/>
                </a:solidFill>
                <a:latin typeface="Segoe UI"/>
                <a:ea typeface="Segoe UI"/>
                <a:cs typeface="Segoe UI"/>
                <a:sym typeface="Segoe UI"/>
              </a:rPr>
              <a:t>How was</a:t>
            </a:r>
          </a:p>
          <a:p>
            <a:pPr>
              <a:lnSpc>
                <a:spcPts val="2561"/>
              </a:lnSpc>
            </a:pPr>
            <a:r>
              <a:rPr lang="en-US" sz="5122">
                <a:solidFill>
                  <a:srgbClr val="FFFFFF"/>
                </a:solidFill>
                <a:latin typeface="Segoe UI"/>
                <a:ea typeface="Segoe UI"/>
                <a:cs typeface="Segoe UI"/>
                <a:sym typeface="Segoe UI"/>
              </a:rPr>
              <a:t>the session?</a:t>
            </a:r>
          </a:p>
        </p:txBody>
      </p:sp>
      <p:sp>
        <p:nvSpPr>
          <p:cNvPr id="16" name="Freeform 16"/>
          <p:cNvSpPr/>
          <p:nvPr/>
        </p:nvSpPr>
        <p:spPr>
          <a:xfrm>
            <a:off x="2206871" y="2472730"/>
            <a:ext cx="2326390" cy="440627"/>
          </a:xfrm>
          <a:custGeom>
            <a:avLst/>
            <a:gdLst/>
            <a:ahLst/>
            <a:cxnLst/>
            <a:rect l="l" t="t" r="r" b="b"/>
            <a:pathLst>
              <a:path w="2907988" h="550784">
                <a:moveTo>
                  <a:pt x="0" y="0"/>
                </a:moveTo>
                <a:lnTo>
                  <a:pt x="2907988" y="0"/>
                </a:lnTo>
                <a:lnTo>
                  <a:pt x="2907988" y="550784"/>
                </a:lnTo>
                <a:lnTo>
                  <a:pt x="0" y="55078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3264" t="-362043" r="-4958" b="-780103"/>
            </a:stretch>
          </a:blipFill>
        </p:spPr>
        <p:txBody>
          <a:bodyPr/>
          <a:lstStyle/>
          <a:p>
            <a:endParaRPr lang="en-US" sz="1440"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73713" y="3327357"/>
            <a:ext cx="1311155" cy="1311155"/>
          </a:xfrm>
          <a:prstGeom prst="rect">
            <a:avLst/>
          </a:prstGeom>
        </p:spPr>
      </p:pic>
      <p:sp>
        <p:nvSpPr>
          <p:cNvPr id="18" name="Freeform 18"/>
          <p:cNvSpPr/>
          <p:nvPr/>
        </p:nvSpPr>
        <p:spPr>
          <a:xfrm>
            <a:off x="3686602" y="3698133"/>
            <a:ext cx="808598" cy="396214"/>
          </a:xfrm>
          <a:custGeom>
            <a:avLst/>
            <a:gdLst/>
            <a:ahLst/>
            <a:cxnLst/>
            <a:rect l="l" t="t" r="r" b="b"/>
            <a:pathLst>
              <a:path w="1010748" h="495267">
                <a:moveTo>
                  <a:pt x="0" y="0"/>
                </a:moveTo>
                <a:lnTo>
                  <a:pt x="1010749" y="0"/>
                </a:lnTo>
                <a:lnTo>
                  <a:pt x="1010749" y="495267"/>
                </a:lnTo>
                <a:lnTo>
                  <a:pt x="0" y="4952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 sz="144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6825D69-2D40-2541-0F5C-FF65F153B90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vert="horz" lIns="60960" tIns="30480" rIns="60960" bIns="30480" rtlCol="0" anchor="t">
            <a:normAutofit/>
          </a:bodyPr>
          <a:lstStyle/>
          <a:p>
            <a:r>
              <a:rPr lang="en-US" dirty="0"/>
              <a:t>Joey’s Info and Pic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BD126F2D-8730-89A0-276A-4E21B555B19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60960" tIns="30480" rIns="60960" bIns="30480" rtlCol="0" anchor="t">
            <a:normAutofit/>
          </a:bodyPr>
          <a:lstStyle/>
          <a:p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1C890FE-31AD-E3DA-277C-8E3489EA44C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0763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23AA54-E2FF-AFC3-27C8-53F8B1160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AC278C3-5FBB-8D94-CF95-0D12A07B6B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vert="horz" lIns="60960" tIns="30480" rIns="60960" bIns="30480" rtlCol="0" anchor="t">
            <a:normAutofit/>
          </a:bodyPr>
          <a:lstStyle/>
          <a:p>
            <a:r>
              <a:rPr lang="en-US" dirty="0"/>
              <a:t>Matt Gordon</a:t>
            </a:r>
            <a:br>
              <a:rPr lang="en-US" dirty="0"/>
            </a:br>
            <a:br>
              <a:rPr lang="en-US" dirty="0"/>
            </a:br>
            <a:r>
              <a:rPr lang="en-US" sz="2000" dirty="0"/>
              <a:t>Director, Data &amp; Analytics at Lean </a:t>
            </a:r>
            <a:r>
              <a:rPr lang="en-US" sz="2000" dirty="0" err="1"/>
              <a:t>TECHniques</a:t>
            </a:r>
            <a:br>
              <a:rPr lang="en-US" dirty="0"/>
            </a:br>
            <a:endParaRPr lang="en-US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BF045D24-43B1-C71F-F9FC-C282EDD24A6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60960" tIns="30480" rIns="60960" bIns="30480" rtlCol="0" anchor="t">
            <a:norm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Worked on SQL Server since 2000</a:t>
            </a:r>
          </a:p>
          <a:p>
            <a:pPr marL="285750" indent="-285750">
              <a:buFontTx/>
              <a:buChar char="-"/>
            </a:pPr>
            <a:r>
              <a:rPr lang="en-US" dirty="0"/>
              <a:t>Been a lone DBA, led DBA teams, and consultant</a:t>
            </a:r>
          </a:p>
          <a:p>
            <a:pPr marL="285750" indent="-285750">
              <a:buFontTx/>
              <a:buChar char="-"/>
            </a:pPr>
            <a:r>
              <a:rPr lang="en-US" dirty="0"/>
              <a:t>Race car driver by hobby </a:t>
            </a:r>
          </a:p>
        </p:txBody>
      </p:sp>
      <p:pic>
        <p:nvPicPr>
          <p:cNvPr id="3" name="Picture Placeholder 2">
            <a:extLst>
              <a:ext uri="{FF2B5EF4-FFF2-40B4-BE49-F238E27FC236}">
                <a16:creationId xmlns:a16="http://schemas.microsoft.com/office/drawing/2014/main" id="{1EEE5075-3535-7CA4-417D-49F51F72F60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25185" b="25185"/>
          <a:stretch>
            <a:fillRect/>
          </a:stretch>
        </p:blipFill>
        <p:spPr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6D27DC0-08F8-6588-AF48-FD04A54EB7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99" y="3836056"/>
            <a:ext cx="3794347" cy="1441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0057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D0D205-3D7F-368B-7D87-72CDF28D8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9882A-A895-B1DD-16DF-CA4438DB73A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Who Is Here and What Are You Hoping to Learn?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3EFD58-256A-54A2-EF7F-67033BC67C9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DBAs? Database Developers? Data Engineers? Developers?</a:t>
            </a:r>
          </a:p>
          <a:p>
            <a:r>
              <a:rPr lang="en-US" dirty="0"/>
              <a:t>New Stuff?</a:t>
            </a:r>
          </a:p>
          <a:p>
            <a:r>
              <a:rPr lang="en-US" dirty="0"/>
              <a:t>Improved Stuff?</a:t>
            </a:r>
          </a:p>
          <a:p>
            <a:r>
              <a:rPr lang="en-US" dirty="0"/>
              <a:t>Stuff That Isn’t Great?</a:t>
            </a:r>
          </a:p>
        </p:txBody>
      </p:sp>
    </p:spTree>
    <p:extLst>
      <p:ext uri="{BB962C8B-B14F-4D97-AF65-F5344CB8AC3E}">
        <p14:creationId xmlns:p14="http://schemas.microsoft.com/office/powerpoint/2010/main" val="28806013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9C8A56C4-DC40-F6A6-FC33-D3330E0AABF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FF3A9A8-752C-2CE4-8030-9CA7AAE88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/>
              <a:t>Agenda — What We'll Cover Today</a:t>
            </a:r>
          </a:p>
        </p:txBody>
      </p:sp>
      <p:graphicFrame>
        <p:nvGraphicFramePr>
          <p:cNvPr id="7" name="Content Placeholder 4">
            <a:extLst>
              <a:ext uri="{FF2B5EF4-FFF2-40B4-BE49-F238E27FC236}">
                <a16:creationId xmlns:a16="http://schemas.microsoft.com/office/drawing/2014/main" id="{81EC3011-5385-9B95-3B0B-0881B51260F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92296625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5196849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08B397-D42C-1702-FB52-976FFDB38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>
            <a:normAutofit/>
          </a:bodyPr>
          <a:lstStyle/>
          <a:p>
            <a:pPr algn="r"/>
            <a:r>
              <a:rPr lang="en-US" sz="7400" dirty="0"/>
              <a:t>Data Is the Fuel That Powers AI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ECB69EC-46D6-6507-5688-1ECFCFFCC1F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3678851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072941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AB1EC-4EE3-611F-0FCB-7C34DB779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Introducing SQL Server 2025</a:t>
            </a:r>
            <a:endParaRPr lang="en-US" dirty="0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ACE9A577-E727-068B-04E2-9544E277DEE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8321172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00800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ounded Rectangle 19">
            <a:extLst>
              <a:ext uri="{FF2B5EF4-FFF2-40B4-BE49-F238E27FC236}">
                <a16:creationId xmlns:a16="http://schemas.microsoft.com/office/drawing/2014/main" id="{39EEBB1C-39FB-0334-A3B1-3E02DC649C15}"/>
              </a:ext>
            </a:extLst>
          </p:cNvPr>
          <p:cNvSpPr/>
          <p:nvPr/>
        </p:nvSpPr>
        <p:spPr bwMode="auto">
          <a:xfrm>
            <a:off x="8132716" y="1428961"/>
            <a:ext cx="3495930" cy="4840078"/>
          </a:xfrm>
          <a:prstGeom prst="roundRect">
            <a:avLst>
              <a:gd name="adj" fmla="val 4806"/>
            </a:avLst>
          </a:prstGeom>
          <a:ln w="12700" cap="rnd">
            <a:solidFill>
              <a:schemeClr val="tx1">
                <a:alpha val="50000"/>
              </a:schemeClr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457200" tIns="274320" rIns="274320" bIns="274320" rtlCol="0">
            <a:noAutofit/>
          </a:bodyPr>
          <a:lstStyle>
            <a:defPPr>
              <a:defRPr lang="en-US"/>
            </a:defPPr>
            <a:lvl1pPr marL="0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/>
            <a:endParaRPr lang="en-US" sz="2000">
              <a:solidFill>
                <a:srgbClr val="000000"/>
              </a:solidFill>
              <a:latin typeface="Cascadia Code" panose="020B0609020000020004" pitchFamily="49" charset="0"/>
            </a:endParaRPr>
          </a:p>
        </p:txBody>
      </p:sp>
      <p:sp>
        <p:nvSpPr>
          <p:cNvPr id="71" name="Rounded Rectangle 19">
            <a:extLst>
              <a:ext uri="{FF2B5EF4-FFF2-40B4-BE49-F238E27FC236}">
                <a16:creationId xmlns:a16="http://schemas.microsoft.com/office/drawing/2014/main" id="{FAD7FE87-6E7B-C56F-4DC0-BE2FEB1D3025}"/>
              </a:ext>
            </a:extLst>
          </p:cNvPr>
          <p:cNvSpPr/>
          <p:nvPr/>
        </p:nvSpPr>
        <p:spPr bwMode="auto">
          <a:xfrm>
            <a:off x="4271853" y="1428960"/>
            <a:ext cx="3495930" cy="4840078"/>
          </a:xfrm>
          <a:prstGeom prst="roundRect">
            <a:avLst>
              <a:gd name="adj" fmla="val 4898"/>
            </a:avLst>
          </a:prstGeom>
          <a:ln w="12700" cap="rnd">
            <a:solidFill>
              <a:schemeClr val="tx1">
                <a:alpha val="50000"/>
              </a:schemeClr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457200" tIns="274320" rIns="274320" bIns="274320" rtlCol="0">
            <a:noAutofit/>
          </a:bodyPr>
          <a:lstStyle>
            <a:defPPr>
              <a:defRPr lang="en-US"/>
            </a:defPPr>
            <a:lvl1pPr marL="0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/>
            <a:endParaRPr lang="en-US" sz="2000">
              <a:solidFill>
                <a:srgbClr val="000000"/>
              </a:solidFill>
              <a:latin typeface="Cascadia Code" panose="020B0609020000020004" pitchFamily="49" charset="0"/>
            </a:endParaRPr>
          </a:p>
        </p:txBody>
      </p:sp>
      <p:sp>
        <p:nvSpPr>
          <p:cNvPr id="4" name="Rounded Rectangle 19">
            <a:extLst>
              <a:ext uri="{FF2B5EF4-FFF2-40B4-BE49-F238E27FC236}">
                <a16:creationId xmlns:a16="http://schemas.microsoft.com/office/drawing/2014/main" id="{3C479413-38A7-8F16-5E8E-94D530F5D00D}"/>
              </a:ext>
            </a:extLst>
          </p:cNvPr>
          <p:cNvSpPr/>
          <p:nvPr/>
        </p:nvSpPr>
        <p:spPr bwMode="auto">
          <a:xfrm>
            <a:off x="471748" y="1428961"/>
            <a:ext cx="3495930" cy="4840078"/>
          </a:xfrm>
          <a:prstGeom prst="roundRect">
            <a:avLst>
              <a:gd name="adj" fmla="val 4806"/>
            </a:avLst>
          </a:prstGeom>
          <a:ln w="12700" cap="rnd">
            <a:solidFill>
              <a:schemeClr val="tx1">
                <a:alpha val="50000"/>
              </a:schemeClr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457200" tIns="274320" rIns="274320" bIns="274320" rtlCol="0">
            <a:noAutofit/>
          </a:bodyPr>
          <a:lstStyle>
            <a:defPPr>
              <a:defRPr lang="en-US"/>
            </a:defPPr>
            <a:lvl1pPr marL="0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scadia Code" panose="020B0609020000020004" pitchFamily="49" charset="0"/>
              <a:ea typeface="+mn-ea"/>
              <a:cs typeface="+mn-cs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0C40DB7-642A-1331-0B4B-3125A714CE9E}"/>
              </a:ext>
            </a:extLst>
          </p:cNvPr>
          <p:cNvSpPr txBox="1">
            <a:spLocks/>
          </p:cNvSpPr>
          <p:nvPr/>
        </p:nvSpPr>
        <p:spPr>
          <a:xfrm>
            <a:off x="717659" y="471577"/>
            <a:ext cx="1101852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600" b="0" kern="1200" cap="none" spc="-50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pPr marL="0" marR="0" lvl="0" indent="0" algn="ctr" defTabSz="932742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-50" normalizeH="0" baseline="0" noProof="0">
                <a:ln w="3175"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Building on a foundation of innovation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B33BB73-E576-D7E3-C435-E3C07D5F6F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820506" y="1725009"/>
            <a:ext cx="721308" cy="721308"/>
          </a:xfrm>
          <a:prstGeom prst="ellipse">
            <a:avLst/>
          </a:prstGeom>
          <a:gradFill flip="none" rotWithShape="1">
            <a:gsLst>
              <a:gs pos="80000">
                <a:srgbClr val="A9D5ED"/>
              </a:gs>
              <a:gs pos="0">
                <a:srgbClr val="FFC6CC"/>
              </a:gs>
            </a:gsLst>
            <a:path path="circle">
              <a:fillToRect l="100000" t="100000"/>
            </a:path>
            <a:tileRect r="-100000" b="-100000"/>
          </a:gradFill>
          <a:ln w="19050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61257" tIns="209006" rIns="261257" bIns="20900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04917" fontAlgn="base">
              <a:spcBef>
                <a:spcPts val="317"/>
              </a:spcBef>
              <a:spcAft>
                <a:spcPct val="0"/>
              </a:spcAft>
              <a:tabLst>
                <a:tab pos="1487158" algn="l"/>
              </a:tabLst>
            </a:pPr>
            <a:endParaRPr lang="en-US" sz="2800" b="1">
              <a:ln w="3175">
                <a:noFill/>
              </a:ln>
              <a:gradFill flip="none" rotWithShape="1">
                <a:gsLst>
                  <a:gs pos="20183">
                    <a:srgbClr val="FFFFFF"/>
                  </a:gs>
                  <a:gs pos="42000">
                    <a:srgbClr val="FFFFFF"/>
                  </a:gs>
                </a:gsLst>
                <a:lin ang="2700000" scaled="0"/>
                <a:tileRect/>
              </a:gradFill>
              <a:latin typeface="Segoe UI Variable Display Semibold" pitchFamily="2" charset="0"/>
              <a:cs typeface="Segoe Sans Display Semibold" pitchFamily="2" charset="0"/>
            </a:endParaRPr>
          </a:p>
        </p:txBody>
      </p:sp>
      <p:grpSp>
        <p:nvGrpSpPr>
          <p:cNvPr id="15" name="Group 4" descr="Linux">
            <a:extLst>
              <a:ext uri="{FF2B5EF4-FFF2-40B4-BE49-F238E27FC236}">
                <a16:creationId xmlns:a16="http://schemas.microsoft.com/office/drawing/2014/main" id="{7CA94DFB-81A4-0B7E-3CEC-5D884FBE323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004101" y="1875109"/>
            <a:ext cx="354240" cy="421152"/>
            <a:chOff x="3105" y="1027"/>
            <a:chExt cx="270" cy="321"/>
          </a:xfrm>
          <a:solidFill>
            <a:schemeClr val="tx1"/>
          </a:solidFill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E029922D-D76A-2B65-A9F3-2136AA6D5E1A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3" y="1100"/>
              <a:ext cx="6" cy="3"/>
            </a:xfrm>
            <a:custGeom>
              <a:avLst/>
              <a:gdLst>
                <a:gd name="T0" fmla="*/ 9 w 24"/>
                <a:gd name="T1" fmla="*/ 8 h 12"/>
                <a:gd name="T2" fmla="*/ 16 w 24"/>
                <a:gd name="T3" fmla="*/ 12 h 12"/>
                <a:gd name="T4" fmla="*/ 23 w 24"/>
                <a:gd name="T5" fmla="*/ 8 h 12"/>
                <a:gd name="T6" fmla="*/ 15 w 24"/>
                <a:gd name="T7" fmla="*/ 1 h 12"/>
                <a:gd name="T8" fmla="*/ 7 w 24"/>
                <a:gd name="T9" fmla="*/ 0 h 12"/>
                <a:gd name="T10" fmla="*/ 2 w 24"/>
                <a:gd name="T11" fmla="*/ 1 h 12"/>
                <a:gd name="T12" fmla="*/ 0 w 24"/>
                <a:gd name="T13" fmla="*/ 4 h 12"/>
                <a:gd name="T14" fmla="*/ 9 w 24"/>
                <a:gd name="T15" fmla="*/ 8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4" h="12">
                  <a:moveTo>
                    <a:pt x="9" y="8"/>
                  </a:moveTo>
                  <a:cubicBezTo>
                    <a:pt x="11" y="9"/>
                    <a:pt x="13" y="12"/>
                    <a:pt x="16" y="12"/>
                  </a:cubicBezTo>
                  <a:cubicBezTo>
                    <a:pt x="19" y="12"/>
                    <a:pt x="23" y="11"/>
                    <a:pt x="23" y="8"/>
                  </a:cubicBezTo>
                  <a:cubicBezTo>
                    <a:pt x="24" y="5"/>
                    <a:pt x="19" y="3"/>
                    <a:pt x="15" y="1"/>
                  </a:cubicBezTo>
                  <a:cubicBezTo>
                    <a:pt x="13" y="0"/>
                    <a:pt x="10" y="0"/>
                    <a:pt x="7" y="0"/>
                  </a:cubicBezTo>
                  <a:cubicBezTo>
                    <a:pt x="5" y="0"/>
                    <a:pt x="3" y="0"/>
                    <a:pt x="2" y="1"/>
                  </a:cubicBezTo>
                  <a:cubicBezTo>
                    <a:pt x="1" y="2"/>
                    <a:pt x="0" y="3"/>
                    <a:pt x="0" y="4"/>
                  </a:cubicBezTo>
                  <a:cubicBezTo>
                    <a:pt x="1" y="7"/>
                    <a:pt x="6" y="6"/>
                    <a:pt x="9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34D03FC2-7EEC-CD1F-6B8D-42813EFB57C1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8" y="1100"/>
              <a:ext cx="3" cy="3"/>
            </a:xfrm>
            <a:custGeom>
              <a:avLst/>
              <a:gdLst>
                <a:gd name="T0" fmla="*/ 5 w 11"/>
                <a:gd name="T1" fmla="*/ 10 h 10"/>
                <a:gd name="T2" fmla="*/ 10 w 11"/>
                <a:gd name="T3" fmla="*/ 4 h 10"/>
                <a:gd name="T4" fmla="*/ 9 w 11"/>
                <a:gd name="T5" fmla="*/ 0 h 10"/>
                <a:gd name="T6" fmla="*/ 8 w 11"/>
                <a:gd name="T7" fmla="*/ 0 h 10"/>
                <a:gd name="T8" fmla="*/ 2 w 11"/>
                <a:gd name="T9" fmla="*/ 8 h 10"/>
                <a:gd name="T10" fmla="*/ 5 w 11"/>
                <a:gd name="T11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" h="10">
                  <a:moveTo>
                    <a:pt x="5" y="10"/>
                  </a:moveTo>
                  <a:cubicBezTo>
                    <a:pt x="7" y="9"/>
                    <a:pt x="8" y="6"/>
                    <a:pt x="10" y="4"/>
                  </a:cubicBezTo>
                  <a:cubicBezTo>
                    <a:pt x="11" y="4"/>
                    <a:pt x="11" y="1"/>
                    <a:pt x="9" y="0"/>
                  </a:cubicBezTo>
                  <a:cubicBezTo>
                    <a:pt x="9" y="0"/>
                    <a:pt x="9" y="0"/>
                    <a:pt x="8" y="0"/>
                  </a:cubicBezTo>
                  <a:cubicBezTo>
                    <a:pt x="5" y="0"/>
                    <a:pt x="0" y="6"/>
                    <a:pt x="2" y="8"/>
                  </a:cubicBezTo>
                  <a:cubicBezTo>
                    <a:pt x="2" y="9"/>
                    <a:pt x="4" y="10"/>
                    <a:pt x="5" y="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3AFD503E-873A-2000-F271-54544018F09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05" y="1027"/>
              <a:ext cx="270" cy="321"/>
            </a:xfrm>
            <a:custGeom>
              <a:avLst/>
              <a:gdLst>
                <a:gd name="T0" fmla="*/ 956 w 1034"/>
                <a:gd name="T1" fmla="*/ 931 h 1208"/>
                <a:gd name="T2" fmla="*/ 903 w 1034"/>
                <a:gd name="T3" fmla="*/ 837 h 1208"/>
                <a:gd name="T4" fmla="*/ 762 w 1034"/>
                <a:gd name="T5" fmla="*/ 437 h 1208"/>
                <a:gd name="T6" fmla="*/ 623 w 1034"/>
                <a:gd name="T7" fmla="*/ 35 h 1208"/>
                <a:gd name="T8" fmla="*/ 356 w 1034"/>
                <a:gd name="T9" fmla="*/ 386 h 1208"/>
                <a:gd name="T10" fmla="*/ 221 w 1034"/>
                <a:gd name="T11" fmla="*/ 622 h 1208"/>
                <a:gd name="T12" fmla="*/ 151 w 1034"/>
                <a:gd name="T13" fmla="*/ 820 h 1208"/>
                <a:gd name="T14" fmla="*/ 85 w 1034"/>
                <a:gd name="T15" fmla="*/ 867 h 1208"/>
                <a:gd name="T16" fmla="*/ 18 w 1034"/>
                <a:gd name="T17" fmla="*/ 1031 h 1208"/>
                <a:gd name="T18" fmla="*/ 28 w 1034"/>
                <a:gd name="T19" fmla="*/ 1124 h 1208"/>
                <a:gd name="T20" fmla="*/ 313 w 1034"/>
                <a:gd name="T21" fmla="*/ 1207 h 1208"/>
                <a:gd name="T22" fmla="*/ 471 w 1034"/>
                <a:gd name="T23" fmla="*/ 1119 h 1208"/>
                <a:gd name="T24" fmla="*/ 664 w 1034"/>
                <a:gd name="T25" fmla="*/ 1167 h 1208"/>
                <a:gd name="T26" fmla="*/ 899 w 1034"/>
                <a:gd name="T27" fmla="*/ 1119 h 1208"/>
                <a:gd name="T28" fmla="*/ 773 w 1034"/>
                <a:gd name="T29" fmla="*/ 587 h 1208"/>
                <a:gd name="T30" fmla="*/ 856 w 1034"/>
                <a:gd name="T31" fmla="*/ 806 h 1208"/>
                <a:gd name="T32" fmla="*/ 783 w 1034"/>
                <a:gd name="T33" fmla="*/ 812 h 1208"/>
                <a:gd name="T34" fmla="*/ 815 w 1034"/>
                <a:gd name="T35" fmla="*/ 670 h 1208"/>
                <a:gd name="T36" fmla="*/ 617 w 1034"/>
                <a:gd name="T37" fmla="*/ 187 h 1208"/>
                <a:gd name="T38" fmla="*/ 566 w 1034"/>
                <a:gd name="T39" fmla="*/ 170 h 1208"/>
                <a:gd name="T40" fmla="*/ 569 w 1034"/>
                <a:gd name="T41" fmla="*/ 288 h 1208"/>
                <a:gd name="T42" fmla="*/ 547 w 1034"/>
                <a:gd name="T43" fmla="*/ 216 h 1208"/>
                <a:gd name="T44" fmla="*/ 512 w 1034"/>
                <a:gd name="T45" fmla="*/ 254 h 1208"/>
                <a:gd name="T46" fmla="*/ 584 w 1034"/>
                <a:gd name="T47" fmla="*/ 248 h 1208"/>
                <a:gd name="T48" fmla="*/ 424 w 1034"/>
                <a:gd name="T49" fmla="*/ 156 h 1208"/>
                <a:gd name="T50" fmla="*/ 407 w 1034"/>
                <a:gd name="T51" fmla="*/ 153 h 1208"/>
                <a:gd name="T52" fmla="*/ 457 w 1034"/>
                <a:gd name="T53" fmla="*/ 249 h 1208"/>
                <a:gd name="T54" fmla="*/ 393 w 1034"/>
                <a:gd name="T55" fmla="*/ 225 h 1208"/>
                <a:gd name="T56" fmla="*/ 391 w 1034"/>
                <a:gd name="T57" fmla="*/ 301 h 1208"/>
                <a:gd name="T58" fmla="*/ 413 w 1034"/>
                <a:gd name="T59" fmla="*/ 225 h 1208"/>
                <a:gd name="T60" fmla="*/ 374 w 1034"/>
                <a:gd name="T61" fmla="*/ 330 h 1208"/>
                <a:gd name="T62" fmla="*/ 589 w 1034"/>
                <a:gd name="T63" fmla="*/ 298 h 1208"/>
                <a:gd name="T64" fmla="*/ 613 w 1034"/>
                <a:gd name="T65" fmla="*/ 346 h 1208"/>
                <a:gd name="T66" fmla="*/ 435 w 1034"/>
                <a:gd name="T67" fmla="*/ 416 h 1208"/>
                <a:gd name="T68" fmla="*/ 486 w 1034"/>
                <a:gd name="T69" fmla="*/ 387 h 1208"/>
                <a:gd name="T70" fmla="*/ 593 w 1034"/>
                <a:gd name="T71" fmla="*/ 331 h 1208"/>
                <a:gd name="T72" fmla="*/ 584 w 1034"/>
                <a:gd name="T73" fmla="*/ 322 h 1208"/>
                <a:gd name="T74" fmla="*/ 410 w 1034"/>
                <a:gd name="T75" fmla="*/ 370 h 1208"/>
                <a:gd name="T76" fmla="*/ 372 w 1034"/>
                <a:gd name="T77" fmla="*/ 352 h 1208"/>
                <a:gd name="T78" fmla="*/ 245 w 1034"/>
                <a:gd name="T79" fmla="*/ 1165 h 1208"/>
                <a:gd name="T80" fmla="*/ 34 w 1034"/>
                <a:gd name="T81" fmla="*/ 1034 h 1208"/>
                <a:gd name="T82" fmla="*/ 108 w 1034"/>
                <a:gd name="T83" fmla="*/ 878 h 1208"/>
                <a:gd name="T84" fmla="*/ 220 w 1034"/>
                <a:gd name="T85" fmla="*/ 819 h 1208"/>
                <a:gd name="T86" fmla="*/ 584 w 1034"/>
                <a:gd name="T87" fmla="*/ 1049 h 1208"/>
                <a:gd name="T88" fmla="*/ 260 w 1034"/>
                <a:gd name="T89" fmla="*/ 845 h 1208"/>
                <a:gd name="T90" fmla="*/ 273 w 1034"/>
                <a:gd name="T91" fmla="*/ 598 h 1208"/>
                <a:gd name="T92" fmla="*/ 250 w 1034"/>
                <a:gd name="T93" fmla="*/ 769 h 1208"/>
                <a:gd name="T94" fmla="*/ 390 w 1034"/>
                <a:gd name="T95" fmla="*/ 382 h 1208"/>
                <a:gd name="T96" fmla="*/ 503 w 1034"/>
                <a:gd name="T97" fmla="*/ 431 h 1208"/>
                <a:gd name="T98" fmla="*/ 603 w 1034"/>
                <a:gd name="T99" fmla="*/ 381 h 1208"/>
                <a:gd name="T100" fmla="*/ 722 w 1034"/>
                <a:gd name="T101" fmla="*/ 607 h 1208"/>
                <a:gd name="T102" fmla="*/ 685 w 1034"/>
                <a:gd name="T103" fmla="*/ 830 h 1208"/>
                <a:gd name="T104" fmla="*/ 1003 w 1034"/>
                <a:gd name="T105" fmla="*/ 1035 h 1208"/>
                <a:gd name="T106" fmla="*/ 678 w 1034"/>
                <a:gd name="T107" fmla="*/ 1154 h 1208"/>
                <a:gd name="T108" fmla="*/ 712 w 1034"/>
                <a:gd name="T109" fmla="*/ 832 h 1208"/>
                <a:gd name="T110" fmla="*/ 914 w 1034"/>
                <a:gd name="T111" fmla="*/ 856 h 1208"/>
                <a:gd name="T112" fmla="*/ 1002 w 1034"/>
                <a:gd name="T113" fmla="*/ 986 h 1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34" h="1208">
                  <a:moveTo>
                    <a:pt x="1026" y="993"/>
                  </a:moveTo>
                  <a:cubicBezTo>
                    <a:pt x="1022" y="986"/>
                    <a:pt x="1016" y="981"/>
                    <a:pt x="1012" y="978"/>
                  </a:cubicBezTo>
                  <a:cubicBezTo>
                    <a:pt x="1009" y="975"/>
                    <a:pt x="1006" y="973"/>
                    <a:pt x="1003" y="972"/>
                  </a:cubicBezTo>
                  <a:cubicBezTo>
                    <a:pt x="1002" y="971"/>
                    <a:pt x="1001" y="970"/>
                    <a:pt x="1000" y="969"/>
                  </a:cubicBezTo>
                  <a:cubicBezTo>
                    <a:pt x="996" y="966"/>
                    <a:pt x="992" y="963"/>
                    <a:pt x="988" y="960"/>
                  </a:cubicBezTo>
                  <a:cubicBezTo>
                    <a:pt x="984" y="957"/>
                    <a:pt x="980" y="953"/>
                    <a:pt x="976" y="950"/>
                  </a:cubicBezTo>
                  <a:cubicBezTo>
                    <a:pt x="966" y="943"/>
                    <a:pt x="960" y="937"/>
                    <a:pt x="956" y="931"/>
                  </a:cubicBezTo>
                  <a:cubicBezTo>
                    <a:pt x="956" y="931"/>
                    <a:pt x="955" y="931"/>
                    <a:pt x="955" y="930"/>
                  </a:cubicBezTo>
                  <a:cubicBezTo>
                    <a:pt x="948" y="923"/>
                    <a:pt x="945" y="917"/>
                    <a:pt x="944" y="910"/>
                  </a:cubicBezTo>
                  <a:cubicBezTo>
                    <a:pt x="943" y="906"/>
                    <a:pt x="943" y="901"/>
                    <a:pt x="943" y="894"/>
                  </a:cubicBezTo>
                  <a:cubicBezTo>
                    <a:pt x="943" y="893"/>
                    <a:pt x="943" y="892"/>
                    <a:pt x="943" y="892"/>
                  </a:cubicBezTo>
                  <a:cubicBezTo>
                    <a:pt x="942" y="884"/>
                    <a:pt x="941" y="876"/>
                    <a:pt x="937" y="867"/>
                  </a:cubicBezTo>
                  <a:cubicBezTo>
                    <a:pt x="934" y="862"/>
                    <a:pt x="931" y="856"/>
                    <a:pt x="925" y="850"/>
                  </a:cubicBezTo>
                  <a:cubicBezTo>
                    <a:pt x="919" y="843"/>
                    <a:pt x="909" y="839"/>
                    <a:pt x="903" y="837"/>
                  </a:cubicBezTo>
                  <a:cubicBezTo>
                    <a:pt x="903" y="837"/>
                    <a:pt x="903" y="837"/>
                    <a:pt x="902" y="837"/>
                  </a:cubicBezTo>
                  <a:cubicBezTo>
                    <a:pt x="908" y="826"/>
                    <a:pt x="911" y="814"/>
                    <a:pt x="914" y="803"/>
                  </a:cubicBezTo>
                  <a:cubicBezTo>
                    <a:pt x="919" y="776"/>
                    <a:pt x="916" y="747"/>
                    <a:pt x="911" y="720"/>
                  </a:cubicBezTo>
                  <a:cubicBezTo>
                    <a:pt x="905" y="682"/>
                    <a:pt x="894" y="646"/>
                    <a:pt x="880" y="610"/>
                  </a:cubicBezTo>
                  <a:cubicBezTo>
                    <a:pt x="869" y="584"/>
                    <a:pt x="857" y="558"/>
                    <a:pt x="841" y="536"/>
                  </a:cubicBezTo>
                  <a:cubicBezTo>
                    <a:pt x="824" y="514"/>
                    <a:pt x="803" y="496"/>
                    <a:pt x="787" y="473"/>
                  </a:cubicBezTo>
                  <a:cubicBezTo>
                    <a:pt x="778" y="461"/>
                    <a:pt x="771" y="449"/>
                    <a:pt x="762" y="437"/>
                  </a:cubicBezTo>
                  <a:cubicBezTo>
                    <a:pt x="759" y="430"/>
                    <a:pt x="755" y="422"/>
                    <a:pt x="752" y="415"/>
                  </a:cubicBezTo>
                  <a:cubicBezTo>
                    <a:pt x="741" y="392"/>
                    <a:pt x="732" y="369"/>
                    <a:pt x="719" y="346"/>
                  </a:cubicBezTo>
                  <a:cubicBezTo>
                    <a:pt x="717" y="343"/>
                    <a:pt x="715" y="339"/>
                    <a:pt x="713" y="336"/>
                  </a:cubicBezTo>
                  <a:cubicBezTo>
                    <a:pt x="711" y="315"/>
                    <a:pt x="709" y="294"/>
                    <a:pt x="708" y="273"/>
                  </a:cubicBezTo>
                  <a:cubicBezTo>
                    <a:pt x="706" y="230"/>
                    <a:pt x="708" y="186"/>
                    <a:pt x="697" y="145"/>
                  </a:cubicBezTo>
                  <a:cubicBezTo>
                    <a:pt x="692" y="125"/>
                    <a:pt x="683" y="106"/>
                    <a:pt x="672" y="89"/>
                  </a:cubicBezTo>
                  <a:cubicBezTo>
                    <a:pt x="659" y="68"/>
                    <a:pt x="642" y="50"/>
                    <a:pt x="623" y="35"/>
                  </a:cubicBezTo>
                  <a:cubicBezTo>
                    <a:pt x="591" y="12"/>
                    <a:pt x="552" y="1"/>
                    <a:pt x="513" y="0"/>
                  </a:cubicBezTo>
                  <a:cubicBezTo>
                    <a:pt x="485" y="0"/>
                    <a:pt x="456" y="6"/>
                    <a:pt x="430" y="19"/>
                  </a:cubicBezTo>
                  <a:cubicBezTo>
                    <a:pt x="403" y="34"/>
                    <a:pt x="382" y="57"/>
                    <a:pt x="368" y="84"/>
                  </a:cubicBezTo>
                  <a:cubicBezTo>
                    <a:pt x="354" y="112"/>
                    <a:pt x="349" y="142"/>
                    <a:pt x="348" y="173"/>
                  </a:cubicBezTo>
                  <a:cubicBezTo>
                    <a:pt x="347" y="203"/>
                    <a:pt x="350" y="233"/>
                    <a:pt x="351" y="262"/>
                  </a:cubicBezTo>
                  <a:cubicBezTo>
                    <a:pt x="352" y="294"/>
                    <a:pt x="352" y="325"/>
                    <a:pt x="354" y="356"/>
                  </a:cubicBezTo>
                  <a:cubicBezTo>
                    <a:pt x="355" y="366"/>
                    <a:pt x="356" y="376"/>
                    <a:pt x="356" y="386"/>
                  </a:cubicBezTo>
                  <a:cubicBezTo>
                    <a:pt x="356" y="391"/>
                    <a:pt x="356" y="395"/>
                    <a:pt x="356" y="400"/>
                  </a:cubicBezTo>
                  <a:cubicBezTo>
                    <a:pt x="356" y="401"/>
                    <a:pt x="355" y="401"/>
                    <a:pt x="355" y="402"/>
                  </a:cubicBezTo>
                  <a:cubicBezTo>
                    <a:pt x="351" y="412"/>
                    <a:pt x="346" y="421"/>
                    <a:pt x="341" y="430"/>
                  </a:cubicBezTo>
                  <a:cubicBezTo>
                    <a:pt x="331" y="443"/>
                    <a:pt x="321" y="455"/>
                    <a:pt x="311" y="468"/>
                  </a:cubicBezTo>
                  <a:cubicBezTo>
                    <a:pt x="299" y="482"/>
                    <a:pt x="288" y="497"/>
                    <a:pt x="276" y="511"/>
                  </a:cubicBezTo>
                  <a:cubicBezTo>
                    <a:pt x="262" y="529"/>
                    <a:pt x="248" y="546"/>
                    <a:pt x="239" y="567"/>
                  </a:cubicBezTo>
                  <a:cubicBezTo>
                    <a:pt x="231" y="584"/>
                    <a:pt x="227" y="604"/>
                    <a:pt x="221" y="622"/>
                  </a:cubicBezTo>
                  <a:cubicBezTo>
                    <a:pt x="215" y="643"/>
                    <a:pt x="207" y="664"/>
                    <a:pt x="198" y="683"/>
                  </a:cubicBezTo>
                  <a:cubicBezTo>
                    <a:pt x="189" y="702"/>
                    <a:pt x="179" y="720"/>
                    <a:pt x="170" y="738"/>
                  </a:cubicBezTo>
                  <a:cubicBezTo>
                    <a:pt x="163" y="751"/>
                    <a:pt x="156" y="764"/>
                    <a:pt x="153" y="778"/>
                  </a:cubicBezTo>
                  <a:cubicBezTo>
                    <a:pt x="151" y="790"/>
                    <a:pt x="153" y="802"/>
                    <a:pt x="156" y="813"/>
                  </a:cubicBezTo>
                  <a:cubicBezTo>
                    <a:pt x="156" y="813"/>
                    <a:pt x="156" y="814"/>
                    <a:pt x="156" y="814"/>
                  </a:cubicBezTo>
                  <a:cubicBezTo>
                    <a:pt x="155" y="816"/>
                    <a:pt x="153" y="817"/>
                    <a:pt x="152" y="819"/>
                  </a:cubicBezTo>
                  <a:cubicBezTo>
                    <a:pt x="151" y="819"/>
                    <a:pt x="151" y="820"/>
                    <a:pt x="151" y="820"/>
                  </a:cubicBezTo>
                  <a:cubicBezTo>
                    <a:pt x="147" y="824"/>
                    <a:pt x="142" y="831"/>
                    <a:pt x="138" y="840"/>
                  </a:cubicBezTo>
                  <a:cubicBezTo>
                    <a:pt x="135" y="845"/>
                    <a:pt x="132" y="850"/>
                    <a:pt x="130" y="854"/>
                  </a:cubicBezTo>
                  <a:cubicBezTo>
                    <a:pt x="126" y="858"/>
                    <a:pt x="123" y="861"/>
                    <a:pt x="119" y="864"/>
                  </a:cubicBezTo>
                  <a:cubicBezTo>
                    <a:pt x="115" y="866"/>
                    <a:pt x="111" y="867"/>
                    <a:pt x="107" y="867"/>
                  </a:cubicBezTo>
                  <a:cubicBezTo>
                    <a:pt x="106" y="867"/>
                    <a:pt x="106" y="867"/>
                    <a:pt x="105" y="867"/>
                  </a:cubicBezTo>
                  <a:cubicBezTo>
                    <a:pt x="101" y="868"/>
                    <a:pt x="97" y="867"/>
                    <a:pt x="93" y="867"/>
                  </a:cubicBezTo>
                  <a:cubicBezTo>
                    <a:pt x="90" y="867"/>
                    <a:pt x="88" y="867"/>
                    <a:pt x="85" y="867"/>
                  </a:cubicBezTo>
                  <a:cubicBezTo>
                    <a:pt x="78" y="867"/>
                    <a:pt x="69" y="867"/>
                    <a:pt x="61" y="869"/>
                  </a:cubicBezTo>
                  <a:cubicBezTo>
                    <a:pt x="50" y="871"/>
                    <a:pt x="41" y="876"/>
                    <a:pt x="34" y="883"/>
                  </a:cubicBezTo>
                  <a:cubicBezTo>
                    <a:pt x="26" y="890"/>
                    <a:pt x="21" y="900"/>
                    <a:pt x="19" y="911"/>
                  </a:cubicBezTo>
                  <a:cubicBezTo>
                    <a:pt x="17" y="919"/>
                    <a:pt x="17" y="928"/>
                    <a:pt x="18" y="938"/>
                  </a:cubicBezTo>
                  <a:cubicBezTo>
                    <a:pt x="19" y="947"/>
                    <a:pt x="20" y="956"/>
                    <a:pt x="21" y="964"/>
                  </a:cubicBezTo>
                  <a:cubicBezTo>
                    <a:pt x="22" y="973"/>
                    <a:pt x="23" y="981"/>
                    <a:pt x="23" y="989"/>
                  </a:cubicBezTo>
                  <a:cubicBezTo>
                    <a:pt x="24" y="1007"/>
                    <a:pt x="22" y="1021"/>
                    <a:pt x="18" y="1031"/>
                  </a:cubicBezTo>
                  <a:cubicBezTo>
                    <a:pt x="17" y="1032"/>
                    <a:pt x="17" y="1032"/>
                    <a:pt x="17" y="1032"/>
                  </a:cubicBezTo>
                  <a:cubicBezTo>
                    <a:pt x="16" y="1036"/>
                    <a:pt x="14" y="1039"/>
                    <a:pt x="12" y="1043"/>
                  </a:cubicBezTo>
                  <a:cubicBezTo>
                    <a:pt x="9" y="1049"/>
                    <a:pt x="6" y="1055"/>
                    <a:pt x="4" y="1062"/>
                  </a:cubicBezTo>
                  <a:cubicBezTo>
                    <a:pt x="1" y="1068"/>
                    <a:pt x="0" y="1075"/>
                    <a:pt x="0" y="1082"/>
                  </a:cubicBezTo>
                  <a:cubicBezTo>
                    <a:pt x="0" y="1086"/>
                    <a:pt x="0" y="1096"/>
                    <a:pt x="5" y="1104"/>
                  </a:cubicBezTo>
                  <a:cubicBezTo>
                    <a:pt x="5" y="1105"/>
                    <a:pt x="5" y="1105"/>
                    <a:pt x="6" y="1106"/>
                  </a:cubicBezTo>
                  <a:cubicBezTo>
                    <a:pt x="11" y="1113"/>
                    <a:pt x="18" y="1119"/>
                    <a:pt x="28" y="1124"/>
                  </a:cubicBezTo>
                  <a:cubicBezTo>
                    <a:pt x="35" y="1128"/>
                    <a:pt x="43" y="1130"/>
                    <a:pt x="52" y="1132"/>
                  </a:cubicBezTo>
                  <a:cubicBezTo>
                    <a:pt x="57" y="1133"/>
                    <a:pt x="63" y="1135"/>
                    <a:pt x="69" y="1137"/>
                  </a:cubicBezTo>
                  <a:cubicBezTo>
                    <a:pt x="78" y="1140"/>
                    <a:pt x="86" y="1143"/>
                    <a:pt x="95" y="1145"/>
                  </a:cubicBezTo>
                  <a:cubicBezTo>
                    <a:pt x="114" y="1151"/>
                    <a:pt x="134" y="1156"/>
                    <a:pt x="154" y="1160"/>
                  </a:cubicBezTo>
                  <a:cubicBezTo>
                    <a:pt x="183" y="1166"/>
                    <a:pt x="211" y="1173"/>
                    <a:pt x="238" y="1183"/>
                  </a:cubicBezTo>
                  <a:cubicBezTo>
                    <a:pt x="244" y="1185"/>
                    <a:pt x="249" y="1187"/>
                    <a:pt x="255" y="1190"/>
                  </a:cubicBezTo>
                  <a:cubicBezTo>
                    <a:pt x="273" y="1198"/>
                    <a:pt x="292" y="1206"/>
                    <a:pt x="313" y="1207"/>
                  </a:cubicBezTo>
                  <a:cubicBezTo>
                    <a:pt x="314" y="1207"/>
                    <a:pt x="314" y="1207"/>
                    <a:pt x="314" y="1207"/>
                  </a:cubicBezTo>
                  <a:cubicBezTo>
                    <a:pt x="333" y="1207"/>
                    <a:pt x="351" y="1202"/>
                    <a:pt x="366" y="1193"/>
                  </a:cubicBezTo>
                  <a:cubicBezTo>
                    <a:pt x="382" y="1183"/>
                    <a:pt x="395" y="1170"/>
                    <a:pt x="404" y="1154"/>
                  </a:cubicBezTo>
                  <a:cubicBezTo>
                    <a:pt x="404" y="1154"/>
                    <a:pt x="404" y="1154"/>
                    <a:pt x="404" y="1153"/>
                  </a:cubicBezTo>
                  <a:cubicBezTo>
                    <a:pt x="409" y="1145"/>
                    <a:pt x="412" y="1135"/>
                    <a:pt x="414" y="1125"/>
                  </a:cubicBezTo>
                  <a:cubicBezTo>
                    <a:pt x="428" y="1122"/>
                    <a:pt x="442" y="1120"/>
                    <a:pt x="457" y="1119"/>
                  </a:cubicBezTo>
                  <a:cubicBezTo>
                    <a:pt x="461" y="1119"/>
                    <a:pt x="466" y="1119"/>
                    <a:pt x="471" y="1119"/>
                  </a:cubicBezTo>
                  <a:cubicBezTo>
                    <a:pt x="483" y="1120"/>
                    <a:pt x="496" y="1120"/>
                    <a:pt x="508" y="1120"/>
                  </a:cubicBezTo>
                  <a:cubicBezTo>
                    <a:pt x="509" y="1120"/>
                    <a:pt x="510" y="1120"/>
                    <a:pt x="511" y="1120"/>
                  </a:cubicBezTo>
                  <a:cubicBezTo>
                    <a:pt x="515" y="1120"/>
                    <a:pt x="518" y="1120"/>
                    <a:pt x="522" y="1121"/>
                  </a:cubicBezTo>
                  <a:cubicBezTo>
                    <a:pt x="544" y="1122"/>
                    <a:pt x="566" y="1124"/>
                    <a:pt x="588" y="1127"/>
                  </a:cubicBezTo>
                  <a:cubicBezTo>
                    <a:pt x="607" y="1130"/>
                    <a:pt x="626" y="1134"/>
                    <a:pt x="645" y="1139"/>
                  </a:cubicBezTo>
                  <a:cubicBezTo>
                    <a:pt x="648" y="1140"/>
                    <a:pt x="651" y="1140"/>
                    <a:pt x="654" y="1141"/>
                  </a:cubicBezTo>
                  <a:cubicBezTo>
                    <a:pt x="655" y="1150"/>
                    <a:pt x="658" y="1159"/>
                    <a:pt x="664" y="1167"/>
                  </a:cubicBezTo>
                  <a:cubicBezTo>
                    <a:pt x="674" y="1183"/>
                    <a:pt x="691" y="1192"/>
                    <a:pt x="703" y="1197"/>
                  </a:cubicBezTo>
                  <a:cubicBezTo>
                    <a:pt x="720" y="1204"/>
                    <a:pt x="737" y="1208"/>
                    <a:pt x="753" y="1208"/>
                  </a:cubicBezTo>
                  <a:cubicBezTo>
                    <a:pt x="758" y="1208"/>
                    <a:pt x="763" y="1208"/>
                    <a:pt x="768" y="1207"/>
                  </a:cubicBezTo>
                  <a:cubicBezTo>
                    <a:pt x="786" y="1205"/>
                    <a:pt x="803" y="1197"/>
                    <a:pt x="821" y="1185"/>
                  </a:cubicBezTo>
                  <a:cubicBezTo>
                    <a:pt x="830" y="1177"/>
                    <a:pt x="840" y="1169"/>
                    <a:pt x="848" y="1161"/>
                  </a:cubicBezTo>
                  <a:cubicBezTo>
                    <a:pt x="851" y="1158"/>
                    <a:pt x="854" y="1155"/>
                    <a:pt x="857" y="1153"/>
                  </a:cubicBezTo>
                  <a:cubicBezTo>
                    <a:pt x="869" y="1142"/>
                    <a:pt x="883" y="1129"/>
                    <a:pt x="899" y="1119"/>
                  </a:cubicBezTo>
                  <a:cubicBezTo>
                    <a:pt x="914" y="1110"/>
                    <a:pt x="930" y="1102"/>
                    <a:pt x="947" y="1093"/>
                  </a:cubicBezTo>
                  <a:cubicBezTo>
                    <a:pt x="955" y="1089"/>
                    <a:pt x="963" y="1085"/>
                    <a:pt x="971" y="1081"/>
                  </a:cubicBezTo>
                  <a:cubicBezTo>
                    <a:pt x="986" y="1074"/>
                    <a:pt x="1003" y="1065"/>
                    <a:pt x="1016" y="1049"/>
                  </a:cubicBezTo>
                  <a:cubicBezTo>
                    <a:pt x="1022" y="1042"/>
                    <a:pt x="1026" y="1035"/>
                    <a:pt x="1030" y="1026"/>
                  </a:cubicBezTo>
                  <a:cubicBezTo>
                    <a:pt x="1030" y="1026"/>
                    <a:pt x="1030" y="1025"/>
                    <a:pt x="1030" y="1025"/>
                  </a:cubicBezTo>
                  <a:cubicBezTo>
                    <a:pt x="1034" y="1014"/>
                    <a:pt x="1032" y="1003"/>
                    <a:pt x="1026" y="993"/>
                  </a:cubicBezTo>
                  <a:close/>
                  <a:moveTo>
                    <a:pt x="773" y="587"/>
                  </a:moveTo>
                  <a:cubicBezTo>
                    <a:pt x="799" y="606"/>
                    <a:pt x="817" y="635"/>
                    <a:pt x="822" y="667"/>
                  </a:cubicBezTo>
                  <a:cubicBezTo>
                    <a:pt x="827" y="692"/>
                    <a:pt x="827" y="713"/>
                    <a:pt x="820" y="742"/>
                  </a:cubicBezTo>
                  <a:cubicBezTo>
                    <a:pt x="815" y="761"/>
                    <a:pt x="808" y="779"/>
                    <a:pt x="801" y="798"/>
                  </a:cubicBezTo>
                  <a:cubicBezTo>
                    <a:pt x="808" y="798"/>
                    <a:pt x="814" y="798"/>
                    <a:pt x="821" y="799"/>
                  </a:cubicBezTo>
                  <a:cubicBezTo>
                    <a:pt x="828" y="801"/>
                    <a:pt x="835" y="802"/>
                    <a:pt x="842" y="803"/>
                  </a:cubicBezTo>
                  <a:cubicBezTo>
                    <a:pt x="844" y="803"/>
                    <a:pt x="846" y="804"/>
                    <a:pt x="848" y="804"/>
                  </a:cubicBezTo>
                  <a:cubicBezTo>
                    <a:pt x="851" y="805"/>
                    <a:pt x="853" y="805"/>
                    <a:pt x="856" y="806"/>
                  </a:cubicBezTo>
                  <a:cubicBezTo>
                    <a:pt x="851" y="805"/>
                    <a:pt x="846" y="805"/>
                    <a:pt x="842" y="805"/>
                  </a:cubicBezTo>
                  <a:cubicBezTo>
                    <a:pt x="836" y="805"/>
                    <a:pt x="831" y="805"/>
                    <a:pt x="826" y="805"/>
                  </a:cubicBezTo>
                  <a:cubicBezTo>
                    <a:pt x="820" y="805"/>
                    <a:pt x="814" y="805"/>
                    <a:pt x="808" y="806"/>
                  </a:cubicBezTo>
                  <a:cubicBezTo>
                    <a:pt x="804" y="806"/>
                    <a:pt x="801" y="807"/>
                    <a:pt x="797" y="807"/>
                  </a:cubicBezTo>
                  <a:cubicBezTo>
                    <a:pt x="795" y="808"/>
                    <a:pt x="792" y="808"/>
                    <a:pt x="790" y="809"/>
                  </a:cubicBezTo>
                  <a:cubicBezTo>
                    <a:pt x="790" y="810"/>
                    <a:pt x="790" y="810"/>
                    <a:pt x="790" y="809"/>
                  </a:cubicBezTo>
                  <a:cubicBezTo>
                    <a:pt x="788" y="810"/>
                    <a:pt x="785" y="811"/>
                    <a:pt x="783" y="812"/>
                  </a:cubicBezTo>
                  <a:cubicBezTo>
                    <a:pt x="776" y="815"/>
                    <a:pt x="771" y="819"/>
                    <a:pt x="765" y="823"/>
                  </a:cubicBezTo>
                  <a:cubicBezTo>
                    <a:pt x="764" y="824"/>
                    <a:pt x="762" y="824"/>
                    <a:pt x="761" y="825"/>
                  </a:cubicBezTo>
                  <a:cubicBezTo>
                    <a:pt x="764" y="820"/>
                    <a:pt x="768" y="814"/>
                    <a:pt x="773" y="810"/>
                  </a:cubicBezTo>
                  <a:cubicBezTo>
                    <a:pt x="779" y="804"/>
                    <a:pt x="786" y="800"/>
                    <a:pt x="794" y="799"/>
                  </a:cubicBezTo>
                  <a:cubicBezTo>
                    <a:pt x="794" y="799"/>
                    <a:pt x="794" y="799"/>
                    <a:pt x="794" y="799"/>
                  </a:cubicBezTo>
                  <a:cubicBezTo>
                    <a:pt x="800" y="781"/>
                    <a:pt x="806" y="762"/>
                    <a:pt x="811" y="743"/>
                  </a:cubicBezTo>
                  <a:cubicBezTo>
                    <a:pt x="816" y="719"/>
                    <a:pt x="819" y="694"/>
                    <a:pt x="815" y="670"/>
                  </a:cubicBezTo>
                  <a:cubicBezTo>
                    <a:pt x="810" y="640"/>
                    <a:pt x="795" y="610"/>
                    <a:pt x="770" y="590"/>
                  </a:cubicBezTo>
                  <a:cubicBezTo>
                    <a:pt x="757" y="579"/>
                    <a:pt x="740" y="571"/>
                    <a:pt x="726" y="560"/>
                  </a:cubicBezTo>
                  <a:cubicBezTo>
                    <a:pt x="742" y="569"/>
                    <a:pt x="758" y="576"/>
                    <a:pt x="773" y="587"/>
                  </a:cubicBezTo>
                  <a:close/>
                  <a:moveTo>
                    <a:pt x="575" y="143"/>
                  </a:moveTo>
                  <a:cubicBezTo>
                    <a:pt x="581" y="143"/>
                    <a:pt x="586" y="143"/>
                    <a:pt x="592" y="147"/>
                  </a:cubicBezTo>
                  <a:cubicBezTo>
                    <a:pt x="605" y="156"/>
                    <a:pt x="611" y="165"/>
                    <a:pt x="616" y="177"/>
                  </a:cubicBezTo>
                  <a:cubicBezTo>
                    <a:pt x="617" y="180"/>
                    <a:pt x="618" y="185"/>
                    <a:pt x="617" y="187"/>
                  </a:cubicBezTo>
                  <a:cubicBezTo>
                    <a:pt x="610" y="174"/>
                    <a:pt x="601" y="162"/>
                    <a:pt x="589" y="154"/>
                  </a:cubicBezTo>
                  <a:cubicBezTo>
                    <a:pt x="583" y="150"/>
                    <a:pt x="576" y="147"/>
                    <a:pt x="569" y="146"/>
                  </a:cubicBezTo>
                  <a:cubicBezTo>
                    <a:pt x="570" y="143"/>
                    <a:pt x="573" y="143"/>
                    <a:pt x="575" y="143"/>
                  </a:cubicBezTo>
                  <a:close/>
                  <a:moveTo>
                    <a:pt x="508" y="209"/>
                  </a:moveTo>
                  <a:cubicBezTo>
                    <a:pt x="513" y="196"/>
                    <a:pt x="522" y="186"/>
                    <a:pt x="533" y="178"/>
                  </a:cubicBezTo>
                  <a:cubicBezTo>
                    <a:pt x="536" y="176"/>
                    <a:pt x="540" y="174"/>
                    <a:pt x="544" y="172"/>
                  </a:cubicBezTo>
                  <a:cubicBezTo>
                    <a:pt x="551" y="169"/>
                    <a:pt x="558" y="169"/>
                    <a:pt x="566" y="170"/>
                  </a:cubicBezTo>
                  <a:cubicBezTo>
                    <a:pt x="573" y="171"/>
                    <a:pt x="580" y="173"/>
                    <a:pt x="586" y="177"/>
                  </a:cubicBezTo>
                  <a:cubicBezTo>
                    <a:pt x="598" y="185"/>
                    <a:pt x="607" y="198"/>
                    <a:pt x="612" y="212"/>
                  </a:cubicBezTo>
                  <a:cubicBezTo>
                    <a:pt x="616" y="225"/>
                    <a:pt x="618" y="238"/>
                    <a:pt x="617" y="252"/>
                  </a:cubicBezTo>
                  <a:cubicBezTo>
                    <a:pt x="616" y="263"/>
                    <a:pt x="615" y="273"/>
                    <a:pt x="610" y="283"/>
                  </a:cubicBezTo>
                  <a:cubicBezTo>
                    <a:pt x="608" y="288"/>
                    <a:pt x="605" y="293"/>
                    <a:pt x="601" y="297"/>
                  </a:cubicBezTo>
                  <a:cubicBezTo>
                    <a:pt x="596" y="296"/>
                    <a:pt x="592" y="295"/>
                    <a:pt x="589" y="294"/>
                  </a:cubicBezTo>
                  <a:cubicBezTo>
                    <a:pt x="582" y="292"/>
                    <a:pt x="575" y="290"/>
                    <a:pt x="569" y="288"/>
                  </a:cubicBezTo>
                  <a:cubicBezTo>
                    <a:pt x="573" y="287"/>
                    <a:pt x="576" y="286"/>
                    <a:pt x="580" y="284"/>
                  </a:cubicBezTo>
                  <a:cubicBezTo>
                    <a:pt x="584" y="281"/>
                    <a:pt x="587" y="277"/>
                    <a:pt x="590" y="272"/>
                  </a:cubicBezTo>
                  <a:cubicBezTo>
                    <a:pt x="592" y="268"/>
                    <a:pt x="594" y="263"/>
                    <a:pt x="594" y="258"/>
                  </a:cubicBezTo>
                  <a:cubicBezTo>
                    <a:pt x="595" y="249"/>
                    <a:pt x="594" y="239"/>
                    <a:pt x="590" y="231"/>
                  </a:cubicBezTo>
                  <a:cubicBezTo>
                    <a:pt x="586" y="223"/>
                    <a:pt x="579" y="216"/>
                    <a:pt x="570" y="213"/>
                  </a:cubicBezTo>
                  <a:cubicBezTo>
                    <a:pt x="567" y="212"/>
                    <a:pt x="563" y="211"/>
                    <a:pt x="559" y="212"/>
                  </a:cubicBezTo>
                  <a:cubicBezTo>
                    <a:pt x="554" y="212"/>
                    <a:pt x="550" y="213"/>
                    <a:pt x="547" y="216"/>
                  </a:cubicBezTo>
                  <a:cubicBezTo>
                    <a:pt x="543" y="218"/>
                    <a:pt x="540" y="221"/>
                    <a:pt x="538" y="224"/>
                  </a:cubicBezTo>
                  <a:cubicBezTo>
                    <a:pt x="533" y="231"/>
                    <a:pt x="531" y="240"/>
                    <a:pt x="531" y="248"/>
                  </a:cubicBezTo>
                  <a:cubicBezTo>
                    <a:pt x="530" y="254"/>
                    <a:pt x="531" y="261"/>
                    <a:pt x="533" y="267"/>
                  </a:cubicBezTo>
                  <a:cubicBezTo>
                    <a:pt x="534" y="269"/>
                    <a:pt x="535" y="272"/>
                    <a:pt x="536" y="274"/>
                  </a:cubicBezTo>
                  <a:cubicBezTo>
                    <a:pt x="532" y="272"/>
                    <a:pt x="529" y="269"/>
                    <a:pt x="525" y="267"/>
                  </a:cubicBezTo>
                  <a:cubicBezTo>
                    <a:pt x="522" y="266"/>
                    <a:pt x="519" y="264"/>
                    <a:pt x="516" y="263"/>
                  </a:cubicBezTo>
                  <a:cubicBezTo>
                    <a:pt x="515" y="260"/>
                    <a:pt x="514" y="257"/>
                    <a:pt x="512" y="254"/>
                  </a:cubicBezTo>
                  <a:cubicBezTo>
                    <a:pt x="511" y="251"/>
                    <a:pt x="508" y="247"/>
                    <a:pt x="506" y="244"/>
                  </a:cubicBezTo>
                  <a:cubicBezTo>
                    <a:pt x="504" y="232"/>
                    <a:pt x="504" y="220"/>
                    <a:pt x="508" y="209"/>
                  </a:cubicBezTo>
                  <a:close/>
                  <a:moveTo>
                    <a:pt x="562" y="229"/>
                  </a:moveTo>
                  <a:cubicBezTo>
                    <a:pt x="561" y="227"/>
                    <a:pt x="560" y="225"/>
                    <a:pt x="561" y="224"/>
                  </a:cubicBezTo>
                  <a:cubicBezTo>
                    <a:pt x="562" y="222"/>
                    <a:pt x="565" y="221"/>
                    <a:pt x="568" y="222"/>
                  </a:cubicBezTo>
                  <a:cubicBezTo>
                    <a:pt x="572" y="222"/>
                    <a:pt x="577" y="226"/>
                    <a:pt x="580" y="230"/>
                  </a:cubicBezTo>
                  <a:cubicBezTo>
                    <a:pt x="583" y="235"/>
                    <a:pt x="587" y="242"/>
                    <a:pt x="584" y="248"/>
                  </a:cubicBezTo>
                  <a:cubicBezTo>
                    <a:pt x="584" y="249"/>
                    <a:pt x="582" y="250"/>
                    <a:pt x="580" y="249"/>
                  </a:cubicBezTo>
                  <a:cubicBezTo>
                    <a:pt x="576" y="247"/>
                    <a:pt x="577" y="240"/>
                    <a:pt x="574" y="236"/>
                  </a:cubicBezTo>
                  <a:cubicBezTo>
                    <a:pt x="573" y="234"/>
                    <a:pt x="571" y="233"/>
                    <a:pt x="569" y="232"/>
                  </a:cubicBezTo>
                  <a:cubicBezTo>
                    <a:pt x="567" y="230"/>
                    <a:pt x="564" y="231"/>
                    <a:pt x="562" y="229"/>
                  </a:cubicBezTo>
                  <a:close/>
                  <a:moveTo>
                    <a:pt x="407" y="153"/>
                  </a:moveTo>
                  <a:cubicBezTo>
                    <a:pt x="408" y="153"/>
                    <a:pt x="409" y="152"/>
                    <a:pt x="409" y="153"/>
                  </a:cubicBezTo>
                  <a:cubicBezTo>
                    <a:pt x="415" y="153"/>
                    <a:pt x="420" y="154"/>
                    <a:pt x="424" y="156"/>
                  </a:cubicBezTo>
                  <a:cubicBezTo>
                    <a:pt x="430" y="158"/>
                    <a:pt x="435" y="162"/>
                    <a:pt x="440" y="165"/>
                  </a:cubicBezTo>
                  <a:cubicBezTo>
                    <a:pt x="442" y="167"/>
                    <a:pt x="444" y="168"/>
                    <a:pt x="445" y="170"/>
                  </a:cubicBezTo>
                  <a:cubicBezTo>
                    <a:pt x="449" y="176"/>
                    <a:pt x="451" y="182"/>
                    <a:pt x="452" y="189"/>
                  </a:cubicBezTo>
                  <a:cubicBezTo>
                    <a:pt x="448" y="180"/>
                    <a:pt x="442" y="172"/>
                    <a:pt x="433" y="165"/>
                  </a:cubicBezTo>
                  <a:cubicBezTo>
                    <a:pt x="429" y="161"/>
                    <a:pt x="424" y="158"/>
                    <a:pt x="418" y="156"/>
                  </a:cubicBezTo>
                  <a:cubicBezTo>
                    <a:pt x="414" y="154"/>
                    <a:pt x="410" y="153"/>
                    <a:pt x="406" y="153"/>
                  </a:cubicBezTo>
                  <a:lnTo>
                    <a:pt x="407" y="153"/>
                  </a:lnTo>
                  <a:close/>
                  <a:moveTo>
                    <a:pt x="377" y="205"/>
                  </a:moveTo>
                  <a:cubicBezTo>
                    <a:pt x="379" y="198"/>
                    <a:pt x="383" y="191"/>
                    <a:pt x="388" y="187"/>
                  </a:cubicBezTo>
                  <a:cubicBezTo>
                    <a:pt x="393" y="182"/>
                    <a:pt x="400" y="178"/>
                    <a:pt x="407" y="178"/>
                  </a:cubicBezTo>
                  <a:cubicBezTo>
                    <a:pt x="412" y="178"/>
                    <a:pt x="418" y="179"/>
                    <a:pt x="422" y="181"/>
                  </a:cubicBezTo>
                  <a:cubicBezTo>
                    <a:pt x="427" y="184"/>
                    <a:pt x="432" y="187"/>
                    <a:pt x="435" y="191"/>
                  </a:cubicBezTo>
                  <a:cubicBezTo>
                    <a:pt x="443" y="199"/>
                    <a:pt x="448" y="209"/>
                    <a:pt x="452" y="219"/>
                  </a:cubicBezTo>
                  <a:cubicBezTo>
                    <a:pt x="455" y="229"/>
                    <a:pt x="457" y="239"/>
                    <a:pt x="457" y="249"/>
                  </a:cubicBezTo>
                  <a:cubicBezTo>
                    <a:pt x="454" y="253"/>
                    <a:pt x="451" y="257"/>
                    <a:pt x="448" y="261"/>
                  </a:cubicBezTo>
                  <a:cubicBezTo>
                    <a:pt x="444" y="262"/>
                    <a:pt x="440" y="264"/>
                    <a:pt x="436" y="266"/>
                  </a:cubicBezTo>
                  <a:cubicBezTo>
                    <a:pt x="438" y="258"/>
                    <a:pt x="437" y="249"/>
                    <a:pt x="435" y="240"/>
                  </a:cubicBezTo>
                  <a:cubicBezTo>
                    <a:pt x="432" y="233"/>
                    <a:pt x="429" y="226"/>
                    <a:pt x="423" y="221"/>
                  </a:cubicBezTo>
                  <a:cubicBezTo>
                    <a:pt x="420" y="218"/>
                    <a:pt x="416" y="216"/>
                    <a:pt x="413" y="216"/>
                  </a:cubicBezTo>
                  <a:cubicBezTo>
                    <a:pt x="409" y="215"/>
                    <a:pt x="405" y="215"/>
                    <a:pt x="402" y="217"/>
                  </a:cubicBezTo>
                  <a:cubicBezTo>
                    <a:pt x="398" y="218"/>
                    <a:pt x="395" y="221"/>
                    <a:pt x="393" y="225"/>
                  </a:cubicBezTo>
                  <a:cubicBezTo>
                    <a:pt x="391" y="229"/>
                    <a:pt x="390" y="233"/>
                    <a:pt x="390" y="237"/>
                  </a:cubicBezTo>
                  <a:cubicBezTo>
                    <a:pt x="388" y="246"/>
                    <a:pt x="388" y="255"/>
                    <a:pt x="391" y="264"/>
                  </a:cubicBezTo>
                  <a:cubicBezTo>
                    <a:pt x="393" y="270"/>
                    <a:pt x="397" y="275"/>
                    <a:pt x="401" y="279"/>
                  </a:cubicBezTo>
                  <a:cubicBezTo>
                    <a:pt x="403" y="282"/>
                    <a:pt x="406" y="284"/>
                    <a:pt x="409" y="286"/>
                  </a:cubicBezTo>
                  <a:cubicBezTo>
                    <a:pt x="407" y="288"/>
                    <a:pt x="404" y="290"/>
                    <a:pt x="402" y="293"/>
                  </a:cubicBezTo>
                  <a:cubicBezTo>
                    <a:pt x="399" y="296"/>
                    <a:pt x="395" y="299"/>
                    <a:pt x="392" y="302"/>
                  </a:cubicBezTo>
                  <a:cubicBezTo>
                    <a:pt x="392" y="302"/>
                    <a:pt x="391" y="301"/>
                    <a:pt x="391" y="301"/>
                  </a:cubicBezTo>
                  <a:cubicBezTo>
                    <a:pt x="387" y="297"/>
                    <a:pt x="383" y="291"/>
                    <a:pt x="381" y="285"/>
                  </a:cubicBezTo>
                  <a:cubicBezTo>
                    <a:pt x="376" y="273"/>
                    <a:pt x="375" y="260"/>
                    <a:pt x="374" y="247"/>
                  </a:cubicBezTo>
                  <a:cubicBezTo>
                    <a:pt x="373" y="233"/>
                    <a:pt x="372" y="218"/>
                    <a:pt x="377" y="205"/>
                  </a:cubicBezTo>
                  <a:close/>
                  <a:moveTo>
                    <a:pt x="421" y="239"/>
                  </a:moveTo>
                  <a:cubicBezTo>
                    <a:pt x="421" y="237"/>
                    <a:pt x="419" y="236"/>
                    <a:pt x="418" y="234"/>
                  </a:cubicBezTo>
                  <a:cubicBezTo>
                    <a:pt x="416" y="232"/>
                    <a:pt x="414" y="232"/>
                    <a:pt x="413" y="229"/>
                  </a:cubicBezTo>
                  <a:cubicBezTo>
                    <a:pt x="413" y="228"/>
                    <a:pt x="412" y="226"/>
                    <a:pt x="413" y="225"/>
                  </a:cubicBezTo>
                  <a:cubicBezTo>
                    <a:pt x="415" y="224"/>
                    <a:pt x="418" y="225"/>
                    <a:pt x="420" y="226"/>
                  </a:cubicBezTo>
                  <a:cubicBezTo>
                    <a:pt x="424" y="228"/>
                    <a:pt x="427" y="232"/>
                    <a:pt x="428" y="236"/>
                  </a:cubicBezTo>
                  <a:cubicBezTo>
                    <a:pt x="430" y="241"/>
                    <a:pt x="430" y="248"/>
                    <a:pt x="427" y="252"/>
                  </a:cubicBezTo>
                  <a:cubicBezTo>
                    <a:pt x="426" y="253"/>
                    <a:pt x="424" y="253"/>
                    <a:pt x="423" y="252"/>
                  </a:cubicBezTo>
                  <a:cubicBezTo>
                    <a:pt x="420" y="249"/>
                    <a:pt x="423" y="243"/>
                    <a:pt x="421" y="239"/>
                  </a:cubicBezTo>
                  <a:close/>
                  <a:moveTo>
                    <a:pt x="371" y="342"/>
                  </a:moveTo>
                  <a:cubicBezTo>
                    <a:pt x="372" y="338"/>
                    <a:pt x="372" y="334"/>
                    <a:pt x="374" y="330"/>
                  </a:cubicBezTo>
                  <a:cubicBezTo>
                    <a:pt x="375" y="324"/>
                    <a:pt x="378" y="320"/>
                    <a:pt x="382" y="316"/>
                  </a:cubicBezTo>
                  <a:cubicBezTo>
                    <a:pt x="388" y="309"/>
                    <a:pt x="395" y="302"/>
                    <a:pt x="402" y="297"/>
                  </a:cubicBezTo>
                  <a:cubicBezTo>
                    <a:pt x="415" y="282"/>
                    <a:pt x="432" y="270"/>
                    <a:pt x="451" y="264"/>
                  </a:cubicBezTo>
                  <a:cubicBezTo>
                    <a:pt x="467" y="258"/>
                    <a:pt x="486" y="257"/>
                    <a:pt x="503" y="262"/>
                  </a:cubicBezTo>
                  <a:cubicBezTo>
                    <a:pt x="510" y="264"/>
                    <a:pt x="518" y="268"/>
                    <a:pt x="525" y="271"/>
                  </a:cubicBezTo>
                  <a:cubicBezTo>
                    <a:pt x="531" y="275"/>
                    <a:pt x="538" y="279"/>
                    <a:pt x="545" y="282"/>
                  </a:cubicBezTo>
                  <a:cubicBezTo>
                    <a:pt x="559" y="289"/>
                    <a:pt x="573" y="294"/>
                    <a:pt x="589" y="298"/>
                  </a:cubicBezTo>
                  <a:cubicBezTo>
                    <a:pt x="593" y="299"/>
                    <a:pt x="598" y="300"/>
                    <a:pt x="603" y="302"/>
                  </a:cubicBezTo>
                  <a:cubicBezTo>
                    <a:pt x="606" y="304"/>
                    <a:pt x="610" y="306"/>
                    <a:pt x="612" y="309"/>
                  </a:cubicBezTo>
                  <a:cubicBezTo>
                    <a:pt x="612" y="309"/>
                    <a:pt x="612" y="310"/>
                    <a:pt x="612" y="310"/>
                  </a:cubicBezTo>
                  <a:cubicBezTo>
                    <a:pt x="612" y="310"/>
                    <a:pt x="613" y="311"/>
                    <a:pt x="613" y="311"/>
                  </a:cubicBezTo>
                  <a:cubicBezTo>
                    <a:pt x="614" y="314"/>
                    <a:pt x="615" y="317"/>
                    <a:pt x="616" y="319"/>
                  </a:cubicBezTo>
                  <a:cubicBezTo>
                    <a:pt x="616" y="322"/>
                    <a:pt x="616" y="325"/>
                    <a:pt x="616" y="328"/>
                  </a:cubicBezTo>
                  <a:cubicBezTo>
                    <a:pt x="615" y="334"/>
                    <a:pt x="613" y="340"/>
                    <a:pt x="613" y="346"/>
                  </a:cubicBezTo>
                  <a:cubicBezTo>
                    <a:pt x="612" y="350"/>
                    <a:pt x="612" y="355"/>
                    <a:pt x="610" y="359"/>
                  </a:cubicBezTo>
                  <a:cubicBezTo>
                    <a:pt x="608" y="363"/>
                    <a:pt x="604" y="366"/>
                    <a:pt x="600" y="368"/>
                  </a:cubicBezTo>
                  <a:cubicBezTo>
                    <a:pt x="596" y="370"/>
                    <a:pt x="591" y="372"/>
                    <a:pt x="586" y="373"/>
                  </a:cubicBezTo>
                  <a:cubicBezTo>
                    <a:pt x="566" y="381"/>
                    <a:pt x="551" y="397"/>
                    <a:pt x="532" y="409"/>
                  </a:cubicBezTo>
                  <a:cubicBezTo>
                    <a:pt x="522" y="415"/>
                    <a:pt x="512" y="419"/>
                    <a:pt x="501" y="423"/>
                  </a:cubicBezTo>
                  <a:cubicBezTo>
                    <a:pt x="489" y="426"/>
                    <a:pt x="476" y="428"/>
                    <a:pt x="464" y="427"/>
                  </a:cubicBezTo>
                  <a:cubicBezTo>
                    <a:pt x="454" y="426"/>
                    <a:pt x="443" y="422"/>
                    <a:pt x="435" y="416"/>
                  </a:cubicBezTo>
                  <a:cubicBezTo>
                    <a:pt x="423" y="408"/>
                    <a:pt x="415" y="395"/>
                    <a:pt x="405" y="383"/>
                  </a:cubicBezTo>
                  <a:cubicBezTo>
                    <a:pt x="400" y="376"/>
                    <a:pt x="394" y="369"/>
                    <a:pt x="387" y="363"/>
                  </a:cubicBezTo>
                  <a:cubicBezTo>
                    <a:pt x="389" y="364"/>
                    <a:pt x="392" y="366"/>
                    <a:pt x="395" y="369"/>
                  </a:cubicBezTo>
                  <a:cubicBezTo>
                    <a:pt x="399" y="372"/>
                    <a:pt x="402" y="376"/>
                    <a:pt x="406" y="379"/>
                  </a:cubicBezTo>
                  <a:cubicBezTo>
                    <a:pt x="416" y="387"/>
                    <a:pt x="429" y="392"/>
                    <a:pt x="446" y="392"/>
                  </a:cubicBezTo>
                  <a:cubicBezTo>
                    <a:pt x="448" y="392"/>
                    <a:pt x="450" y="392"/>
                    <a:pt x="452" y="392"/>
                  </a:cubicBezTo>
                  <a:cubicBezTo>
                    <a:pt x="464" y="392"/>
                    <a:pt x="475" y="390"/>
                    <a:pt x="486" y="387"/>
                  </a:cubicBezTo>
                  <a:cubicBezTo>
                    <a:pt x="498" y="385"/>
                    <a:pt x="509" y="381"/>
                    <a:pt x="517" y="379"/>
                  </a:cubicBezTo>
                  <a:cubicBezTo>
                    <a:pt x="534" y="372"/>
                    <a:pt x="548" y="363"/>
                    <a:pt x="560" y="353"/>
                  </a:cubicBezTo>
                  <a:cubicBezTo>
                    <a:pt x="562" y="351"/>
                    <a:pt x="562" y="351"/>
                    <a:pt x="562" y="351"/>
                  </a:cubicBezTo>
                  <a:cubicBezTo>
                    <a:pt x="567" y="347"/>
                    <a:pt x="572" y="343"/>
                    <a:pt x="576" y="340"/>
                  </a:cubicBezTo>
                  <a:cubicBezTo>
                    <a:pt x="576" y="340"/>
                    <a:pt x="577" y="340"/>
                    <a:pt x="577" y="340"/>
                  </a:cubicBezTo>
                  <a:cubicBezTo>
                    <a:pt x="580" y="337"/>
                    <a:pt x="583" y="336"/>
                    <a:pt x="587" y="334"/>
                  </a:cubicBezTo>
                  <a:cubicBezTo>
                    <a:pt x="589" y="333"/>
                    <a:pt x="591" y="332"/>
                    <a:pt x="593" y="331"/>
                  </a:cubicBezTo>
                  <a:cubicBezTo>
                    <a:pt x="593" y="331"/>
                    <a:pt x="594" y="331"/>
                    <a:pt x="594" y="330"/>
                  </a:cubicBezTo>
                  <a:cubicBezTo>
                    <a:pt x="595" y="329"/>
                    <a:pt x="595" y="329"/>
                    <a:pt x="595" y="329"/>
                  </a:cubicBezTo>
                  <a:cubicBezTo>
                    <a:pt x="595" y="329"/>
                    <a:pt x="596" y="329"/>
                    <a:pt x="596" y="329"/>
                  </a:cubicBezTo>
                  <a:cubicBezTo>
                    <a:pt x="596" y="329"/>
                    <a:pt x="596" y="328"/>
                    <a:pt x="596" y="328"/>
                  </a:cubicBezTo>
                  <a:cubicBezTo>
                    <a:pt x="598" y="327"/>
                    <a:pt x="599" y="324"/>
                    <a:pt x="599" y="322"/>
                  </a:cubicBezTo>
                  <a:cubicBezTo>
                    <a:pt x="597" y="322"/>
                    <a:pt x="596" y="322"/>
                    <a:pt x="595" y="322"/>
                  </a:cubicBezTo>
                  <a:cubicBezTo>
                    <a:pt x="592" y="321"/>
                    <a:pt x="588" y="321"/>
                    <a:pt x="584" y="322"/>
                  </a:cubicBezTo>
                  <a:cubicBezTo>
                    <a:pt x="582" y="323"/>
                    <a:pt x="580" y="324"/>
                    <a:pt x="578" y="326"/>
                  </a:cubicBezTo>
                  <a:cubicBezTo>
                    <a:pt x="576" y="327"/>
                    <a:pt x="574" y="329"/>
                    <a:pt x="573" y="331"/>
                  </a:cubicBezTo>
                  <a:cubicBezTo>
                    <a:pt x="568" y="336"/>
                    <a:pt x="562" y="340"/>
                    <a:pt x="556" y="344"/>
                  </a:cubicBezTo>
                  <a:cubicBezTo>
                    <a:pt x="543" y="354"/>
                    <a:pt x="530" y="363"/>
                    <a:pt x="515" y="369"/>
                  </a:cubicBezTo>
                  <a:cubicBezTo>
                    <a:pt x="506" y="372"/>
                    <a:pt x="496" y="375"/>
                    <a:pt x="485" y="377"/>
                  </a:cubicBezTo>
                  <a:cubicBezTo>
                    <a:pt x="473" y="379"/>
                    <a:pt x="460" y="381"/>
                    <a:pt x="447" y="381"/>
                  </a:cubicBezTo>
                  <a:cubicBezTo>
                    <a:pt x="434" y="380"/>
                    <a:pt x="421" y="377"/>
                    <a:pt x="410" y="370"/>
                  </a:cubicBezTo>
                  <a:cubicBezTo>
                    <a:pt x="405" y="367"/>
                    <a:pt x="400" y="363"/>
                    <a:pt x="395" y="360"/>
                  </a:cubicBezTo>
                  <a:cubicBezTo>
                    <a:pt x="390" y="357"/>
                    <a:pt x="385" y="354"/>
                    <a:pt x="379" y="353"/>
                  </a:cubicBezTo>
                  <a:cubicBezTo>
                    <a:pt x="378" y="353"/>
                    <a:pt x="377" y="353"/>
                    <a:pt x="375" y="353"/>
                  </a:cubicBezTo>
                  <a:cubicBezTo>
                    <a:pt x="375" y="353"/>
                    <a:pt x="374" y="352"/>
                    <a:pt x="374" y="352"/>
                  </a:cubicBezTo>
                  <a:cubicBezTo>
                    <a:pt x="374" y="353"/>
                    <a:pt x="374" y="353"/>
                    <a:pt x="374" y="353"/>
                  </a:cubicBezTo>
                  <a:cubicBezTo>
                    <a:pt x="374" y="354"/>
                    <a:pt x="374" y="354"/>
                    <a:pt x="374" y="355"/>
                  </a:cubicBezTo>
                  <a:cubicBezTo>
                    <a:pt x="373" y="354"/>
                    <a:pt x="373" y="353"/>
                    <a:pt x="372" y="352"/>
                  </a:cubicBezTo>
                  <a:cubicBezTo>
                    <a:pt x="371" y="351"/>
                    <a:pt x="371" y="350"/>
                    <a:pt x="371" y="349"/>
                  </a:cubicBezTo>
                  <a:cubicBezTo>
                    <a:pt x="370" y="348"/>
                    <a:pt x="370" y="347"/>
                    <a:pt x="370" y="347"/>
                  </a:cubicBezTo>
                  <a:cubicBezTo>
                    <a:pt x="370" y="345"/>
                    <a:pt x="371" y="343"/>
                    <a:pt x="371" y="342"/>
                  </a:cubicBezTo>
                  <a:close/>
                  <a:moveTo>
                    <a:pt x="390" y="1142"/>
                  </a:moveTo>
                  <a:cubicBezTo>
                    <a:pt x="382" y="1156"/>
                    <a:pt x="372" y="1168"/>
                    <a:pt x="358" y="1176"/>
                  </a:cubicBezTo>
                  <a:cubicBezTo>
                    <a:pt x="345" y="1184"/>
                    <a:pt x="330" y="1188"/>
                    <a:pt x="314" y="1187"/>
                  </a:cubicBezTo>
                  <a:cubicBezTo>
                    <a:pt x="290" y="1186"/>
                    <a:pt x="268" y="1174"/>
                    <a:pt x="245" y="1165"/>
                  </a:cubicBezTo>
                  <a:cubicBezTo>
                    <a:pt x="198" y="1146"/>
                    <a:pt x="148" y="1141"/>
                    <a:pt x="100" y="1126"/>
                  </a:cubicBezTo>
                  <a:cubicBezTo>
                    <a:pt x="86" y="1122"/>
                    <a:pt x="71" y="1117"/>
                    <a:pt x="57" y="1113"/>
                  </a:cubicBezTo>
                  <a:cubicBezTo>
                    <a:pt x="50" y="1111"/>
                    <a:pt x="43" y="1109"/>
                    <a:pt x="37" y="1106"/>
                  </a:cubicBezTo>
                  <a:cubicBezTo>
                    <a:pt x="31" y="1104"/>
                    <a:pt x="25" y="1099"/>
                    <a:pt x="22" y="1094"/>
                  </a:cubicBezTo>
                  <a:cubicBezTo>
                    <a:pt x="19" y="1089"/>
                    <a:pt x="18" y="1084"/>
                    <a:pt x="18" y="1078"/>
                  </a:cubicBezTo>
                  <a:cubicBezTo>
                    <a:pt x="18" y="1073"/>
                    <a:pt x="19" y="1068"/>
                    <a:pt x="21" y="1063"/>
                  </a:cubicBezTo>
                  <a:cubicBezTo>
                    <a:pt x="25" y="1053"/>
                    <a:pt x="30" y="1044"/>
                    <a:pt x="34" y="1034"/>
                  </a:cubicBezTo>
                  <a:cubicBezTo>
                    <a:pt x="41" y="1018"/>
                    <a:pt x="42" y="1001"/>
                    <a:pt x="41" y="984"/>
                  </a:cubicBezTo>
                  <a:cubicBezTo>
                    <a:pt x="40" y="966"/>
                    <a:pt x="37" y="949"/>
                    <a:pt x="36" y="932"/>
                  </a:cubicBezTo>
                  <a:cubicBezTo>
                    <a:pt x="36" y="925"/>
                    <a:pt x="35" y="917"/>
                    <a:pt x="37" y="909"/>
                  </a:cubicBezTo>
                  <a:cubicBezTo>
                    <a:pt x="38" y="902"/>
                    <a:pt x="42" y="894"/>
                    <a:pt x="47" y="889"/>
                  </a:cubicBezTo>
                  <a:cubicBezTo>
                    <a:pt x="52" y="884"/>
                    <a:pt x="59" y="881"/>
                    <a:pt x="66" y="880"/>
                  </a:cubicBezTo>
                  <a:cubicBezTo>
                    <a:pt x="73" y="878"/>
                    <a:pt x="80" y="878"/>
                    <a:pt x="87" y="879"/>
                  </a:cubicBezTo>
                  <a:cubicBezTo>
                    <a:pt x="94" y="879"/>
                    <a:pt x="101" y="879"/>
                    <a:pt x="108" y="878"/>
                  </a:cubicBezTo>
                  <a:cubicBezTo>
                    <a:pt x="115" y="878"/>
                    <a:pt x="122" y="876"/>
                    <a:pt x="129" y="873"/>
                  </a:cubicBezTo>
                  <a:cubicBezTo>
                    <a:pt x="134" y="869"/>
                    <a:pt x="139" y="864"/>
                    <a:pt x="143" y="859"/>
                  </a:cubicBezTo>
                  <a:cubicBezTo>
                    <a:pt x="147" y="854"/>
                    <a:pt x="150" y="848"/>
                    <a:pt x="154" y="842"/>
                  </a:cubicBezTo>
                  <a:cubicBezTo>
                    <a:pt x="157" y="836"/>
                    <a:pt x="160" y="830"/>
                    <a:pt x="165" y="825"/>
                  </a:cubicBezTo>
                  <a:cubicBezTo>
                    <a:pt x="169" y="820"/>
                    <a:pt x="174" y="815"/>
                    <a:pt x="180" y="813"/>
                  </a:cubicBezTo>
                  <a:cubicBezTo>
                    <a:pt x="187" y="810"/>
                    <a:pt x="194" y="809"/>
                    <a:pt x="201" y="811"/>
                  </a:cubicBezTo>
                  <a:cubicBezTo>
                    <a:pt x="208" y="812"/>
                    <a:pt x="214" y="815"/>
                    <a:pt x="220" y="819"/>
                  </a:cubicBezTo>
                  <a:cubicBezTo>
                    <a:pt x="231" y="827"/>
                    <a:pt x="240" y="838"/>
                    <a:pt x="248" y="849"/>
                  </a:cubicBezTo>
                  <a:cubicBezTo>
                    <a:pt x="266" y="875"/>
                    <a:pt x="284" y="901"/>
                    <a:pt x="301" y="928"/>
                  </a:cubicBezTo>
                  <a:cubicBezTo>
                    <a:pt x="314" y="951"/>
                    <a:pt x="326" y="974"/>
                    <a:pt x="341" y="994"/>
                  </a:cubicBezTo>
                  <a:cubicBezTo>
                    <a:pt x="351" y="1008"/>
                    <a:pt x="363" y="1020"/>
                    <a:pt x="373" y="1034"/>
                  </a:cubicBezTo>
                  <a:cubicBezTo>
                    <a:pt x="383" y="1048"/>
                    <a:pt x="392" y="1062"/>
                    <a:pt x="396" y="1078"/>
                  </a:cubicBezTo>
                  <a:cubicBezTo>
                    <a:pt x="402" y="1100"/>
                    <a:pt x="400" y="1123"/>
                    <a:pt x="390" y="1142"/>
                  </a:cubicBezTo>
                  <a:close/>
                  <a:moveTo>
                    <a:pt x="584" y="1049"/>
                  </a:moveTo>
                  <a:cubicBezTo>
                    <a:pt x="529" y="1078"/>
                    <a:pt x="462" y="1081"/>
                    <a:pt x="404" y="1058"/>
                  </a:cubicBezTo>
                  <a:cubicBezTo>
                    <a:pt x="400" y="1048"/>
                    <a:pt x="394" y="1038"/>
                    <a:pt x="386" y="1028"/>
                  </a:cubicBezTo>
                  <a:cubicBezTo>
                    <a:pt x="380" y="1021"/>
                    <a:pt x="375" y="1015"/>
                    <a:pt x="369" y="1008"/>
                  </a:cubicBezTo>
                  <a:cubicBezTo>
                    <a:pt x="364" y="1002"/>
                    <a:pt x="359" y="996"/>
                    <a:pt x="354" y="989"/>
                  </a:cubicBezTo>
                  <a:cubicBezTo>
                    <a:pt x="345" y="977"/>
                    <a:pt x="337" y="964"/>
                    <a:pt x="329" y="950"/>
                  </a:cubicBezTo>
                  <a:cubicBezTo>
                    <a:pt x="324" y="942"/>
                    <a:pt x="319" y="933"/>
                    <a:pt x="314" y="925"/>
                  </a:cubicBezTo>
                  <a:cubicBezTo>
                    <a:pt x="299" y="901"/>
                    <a:pt x="283" y="876"/>
                    <a:pt x="260" y="845"/>
                  </a:cubicBezTo>
                  <a:cubicBezTo>
                    <a:pt x="257" y="841"/>
                    <a:pt x="254" y="836"/>
                    <a:pt x="250" y="832"/>
                  </a:cubicBezTo>
                  <a:cubicBezTo>
                    <a:pt x="249" y="828"/>
                    <a:pt x="249" y="824"/>
                    <a:pt x="249" y="820"/>
                  </a:cubicBezTo>
                  <a:cubicBezTo>
                    <a:pt x="244" y="815"/>
                    <a:pt x="239" y="809"/>
                    <a:pt x="236" y="803"/>
                  </a:cubicBezTo>
                  <a:cubicBezTo>
                    <a:pt x="230" y="794"/>
                    <a:pt x="227" y="783"/>
                    <a:pt x="225" y="772"/>
                  </a:cubicBezTo>
                  <a:cubicBezTo>
                    <a:pt x="219" y="743"/>
                    <a:pt x="221" y="712"/>
                    <a:pt x="231" y="684"/>
                  </a:cubicBezTo>
                  <a:cubicBezTo>
                    <a:pt x="235" y="673"/>
                    <a:pt x="240" y="662"/>
                    <a:pt x="245" y="652"/>
                  </a:cubicBezTo>
                  <a:cubicBezTo>
                    <a:pt x="254" y="633"/>
                    <a:pt x="262" y="615"/>
                    <a:pt x="273" y="598"/>
                  </a:cubicBezTo>
                  <a:cubicBezTo>
                    <a:pt x="274" y="597"/>
                    <a:pt x="275" y="595"/>
                    <a:pt x="276" y="594"/>
                  </a:cubicBezTo>
                  <a:cubicBezTo>
                    <a:pt x="269" y="614"/>
                    <a:pt x="262" y="634"/>
                    <a:pt x="254" y="653"/>
                  </a:cubicBezTo>
                  <a:cubicBezTo>
                    <a:pt x="249" y="665"/>
                    <a:pt x="243" y="676"/>
                    <a:pt x="239" y="688"/>
                  </a:cubicBezTo>
                  <a:cubicBezTo>
                    <a:pt x="229" y="715"/>
                    <a:pt x="226" y="746"/>
                    <a:pt x="234" y="774"/>
                  </a:cubicBezTo>
                  <a:cubicBezTo>
                    <a:pt x="237" y="785"/>
                    <a:pt x="241" y="796"/>
                    <a:pt x="247" y="806"/>
                  </a:cubicBezTo>
                  <a:cubicBezTo>
                    <a:pt x="248" y="807"/>
                    <a:pt x="248" y="808"/>
                    <a:pt x="249" y="808"/>
                  </a:cubicBezTo>
                  <a:cubicBezTo>
                    <a:pt x="248" y="795"/>
                    <a:pt x="249" y="782"/>
                    <a:pt x="250" y="769"/>
                  </a:cubicBezTo>
                  <a:cubicBezTo>
                    <a:pt x="254" y="726"/>
                    <a:pt x="266" y="684"/>
                    <a:pt x="284" y="644"/>
                  </a:cubicBezTo>
                  <a:cubicBezTo>
                    <a:pt x="295" y="618"/>
                    <a:pt x="309" y="593"/>
                    <a:pt x="326" y="569"/>
                  </a:cubicBezTo>
                  <a:cubicBezTo>
                    <a:pt x="324" y="554"/>
                    <a:pt x="325" y="539"/>
                    <a:pt x="330" y="524"/>
                  </a:cubicBezTo>
                  <a:cubicBezTo>
                    <a:pt x="337" y="500"/>
                    <a:pt x="351" y="480"/>
                    <a:pt x="366" y="459"/>
                  </a:cubicBezTo>
                  <a:cubicBezTo>
                    <a:pt x="374" y="448"/>
                    <a:pt x="383" y="436"/>
                    <a:pt x="387" y="422"/>
                  </a:cubicBezTo>
                  <a:cubicBezTo>
                    <a:pt x="390" y="409"/>
                    <a:pt x="389" y="395"/>
                    <a:pt x="390" y="382"/>
                  </a:cubicBezTo>
                  <a:cubicBezTo>
                    <a:pt x="390" y="382"/>
                    <a:pt x="390" y="382"/>
                    <a:pt x="390" y="382"/>
                  </a:cubicBezTo>
                  <a:cubicBezTo>
                    <a:pt x="394" y="385"/>
                    <a:pt x="397" y="389"/>
                    <a:pt x="400" y="393"/>
                  </a:cubicBezTo>
                  <a:cubicBezTo>
                    <a:pt x="401" y="393"/>
                    <a:pt x="401" y="393"/>
                    <a:pt x="401" y="393"/>
                  </a:cubicBezTo>
                  <a:cubicBezTo>
                    <a:pt x="404" y="396"/>
                    <a:pt x="407" y="400"/>
                    <a:pt x="410" y="404"/>
                  </a:cubicBezTo>
                  <a:cubicBezTo>
                    <a:pt x="416" y="411"/>
                    <a:pt x="423" y="419"/>
                    <a:pt x="432" y="424"/>
                  </a:cubicBezTo>
                  <a:cubicBezTo>
                    <a:pt x="441" y="430"/>
                    <a:pt x="451" y="434"/>
                    <a:pt x="464" y="435"/>
                  </a:cubicBezTo>
                  <a:cubicBezTo>
                    <a:pt x="466" y="435"/>
                    <a:pt x="468" y="435"/>
                    <a:pt x="470" y="435"/>
                  </a:cubicBezTo>
                  <a:cubicBezTo>
                    <a:pt x="480" y="435"/>
                    <a:pt x="491" y="434"/>
                    <a:pt x="503" y="431"/>
                  </a:cubicBezTo>
                  <a:cubicBezTo>
                    <a:pt x="513" y="428"/>
                    <a:pt x="524" y="424"/>
                    <a:pt x="535" y="418"/>
                  </a:cubicBezTo>
                  <a:cubicBezTo>
                    <a:pt x="535" y="418"/>
                    <a:pt x="535" y="418"/>
                    <a:pt x="535" y="418"/>
                  </a:cubicBezTo>
                  <a:cubicBezTo>
                    <a:pt x="541" y="414"/>
                    <a:pt x="547" y="410"/>
                    <a:pt x="553" y="406"/>
                  </a:cubicBezTo>
                  <a:cubicBezTo>
                    <a:pt x="565" y="397"/>
                    <a:pt x="575" y="389"/>
                    <a:pt x="588" y="386"/>
                  </a:cubicBezTo>
                  <a:cubicBezTo>
                    <a:pt x="588" y="386"/>
                    <a:pt x="588" y="386"/>
                    <a:pt x="588" y="386"/>
                  </a:cubicBezTo>
                  <a:cubicBezTo>
                    <a:pt x="593" y="384"/>
                    <a:pt x="596" y="383"/>
                    <a:pt x="601" y="382"/>
                  </a:cubicBezTo>
                  <a:cubicBezTo>
                    <a:pt x="602" y="382"/>
                    <a:pt x="602" y="382"/>
                    <a:pt x="603" y="381"/>
                  </a:cubicBezTo>
                  <a:cubicBezTo>
                    <a:pt x="604" y="381"/>
                    <a:pt x="605" y="380"/>
                    <a:pt x="607" y="379"/>
                  </a:cubicBezTo>
                  <a:cubicBezTo>
                    <a:pt x="607" y="378"/>
                    <a:pt x="608" y="378"/>
                    <a:pt x="609" y="377"/>
                  </a:cubicBezTo>
                  <a:cubicBezTo>
                    <a:pt x="611" y="376"/>
                    <a:pt x="612" y="375"/>
                    <a:pt x="613" y="373"/>
                  </a:cubicBezTo>
                  <a:cubicBezTo>
                    <a:pt x="617" y="380"/>
                    <a:pt x="620" y="388"/>
                    <a:pt x="623" y="395"/>
                  </a:cubicBezTo>
                  <a:cubicBezTo>
                    <a:pt x="632" y="416"/>
                    <a:pt x="644" y="436"/>
                    <a:pt x="653" y="457"/>
                  </a:cubicBezTo>
                  <a:cubicBezTo>
                    <a:pt x="666" y="485"/>
                    <a:pt x="675" y="516"/>
                    <a:pt x="680" y="547"/>
                  </a:cubicBezTo>
                  <a:cubicBezTo>
                    <a:pt x="697" y="564"/>
                    <a:pt x="711" y="585"/>
                    <a:pt x="722" y="607"/>
                  </a:cubicBezTo>
                  <a:cubicBezTo>
                    <a:pt x="753" y="672"/>
                    <a:pt x="753" y="747"/>
                    <a:pt x="745" y="819"/>
                  </a:cubicBezTo>
                  <a:cubicBezTo>
                    <a:pt x="745" y="821"/>
                    <a:pt x="745" y="823"/>
                    <a:pt x="744" y="824"/>
                  </a:cubicBezTo>
                  <a:cubicBezTo>
                    <a:pt x="741" y="824"/>
                    <a:pt x="738" y="823"/>
                    <a:pt x="735" y="823"/>
                  </a:cubicBezTo>
                  <a:cubicBezTo>
                    <a:pt x="729" y="822"/>
                    <a:pt x="729" y="822"/>
                    <a:pt x="729" y="822"/>
                  </a:cubicBezTo>
                  <a:cubicBezTo>
                    <a:pt x="724" y="821"/>
                    <a:pt x="717" y="820"/>
                    <a:pt x="710" y="821"/>
                  </a:cubicBezTo>
                  <a:cubicBezTo>
                    <a:pt x="701" y="821"/>
                    <a:pt x="692" y="824"/>
                    <a:pt x="685" y="829"/>
                  </a:cubicBezTo>
                  <a:cubicBezTo>
                    <a:pt x="685" y="829"/>
                    <a:pt x="685" y="829"/>
                    <a:pt x="685" y="830"/>
                  </a:cubicBezTo>
                  <a:cubicBezTo>
                    <a:pt x="675" y="838"/>
                    <a:pt x="672" y="849"/>
                    <a:pt x="671" y="856"/>
                  </a:cubicBezTo>
                  <a:cubicBezTo>
                    <a:pt x="670" y="864"/>
                    <a:pt x="670" y="871"/>
                    <a:pt x="671" y="879"/>
                  </a:cubicBezTo>
                  <a:cubicBezTo>
                    <a:pt x="673" y="914"/>
                    <a:pt x="673" y="948"/>
                    <a:pt x="670" y="980"/>
                  </a:cubicBezTo>
                  <a:cubicBezTo>
                    <a:pt x="669" y="981"/>
                    <a:pt x="668" y="982"/>
                    <a:pt x="667" y="983"/>
                  </a:cubicBezTo>
                  <a:cubicBezTo>
                    <a:pt x="642" y="1008"/>
                    <a:pt x="615" y="1032"/>
                    <a:pt x="584" y="1049"/>
                  </a:cubicBezTo>
                  <a:close/>
                  <a:moveTo>
                    <a:pt x="1014" y="1016"/>
                  </a:moveTo>
                  <a:cubicBezTo>
                    <a:pt x="1011" y="1023"/>
                    <a:pt x="1008" y="1029"/>
                    <a:pt x="1003" y="1035"/>
                  </a:cubicBezTo>
                  <a:cubicBezTo>
                    <a:pt x="992" y="1047"/>
                    <a:pt x="978" y="1056"/>
                    <a:pt x="963" y="1063"/>
                  </a:cubicBezTo>
                  <a:cubicBezTo>
                    <a:pt x="938" y="1076"/>
                    <a:pt x="913" y="1087"/>
                    <a:pt x="889" y="1102"/>
                  </a:cubicBezTo>
                  <a:cubicBezTo>
                    <a:pt x="874" y="1112"/>
                    <a:pt x="860" y="1124"/>
                    <a:pt x="846" y="1137"/>
                  </a:cubicBezTo>
                  <a:cubicBezTo>
                    <a:pt x="835" y="1148"/>
                    <a:pt x="824" y="1160"/>
                    <a:pt x="811" y="1169"/>
                  </a:cubicBezTo>
                  <a:cubicBezTo>
                    <a:pt x="798" y="1178"/>
                    <a:pt x="783" y="1185"/>
                    <a:pt x="767" y="1188"/>
                  </a:cubicBezTo>
                  <a:cubicBezTo>
                    <a:pt x="747" y="1190"/>
                    <a:pt x="727" y="1187"/>
                    <a:pt x="710" y="1179"/>
                  </a:cubicBezTo>
                  <a:cubicBezTo>
                    <a:pt x="697" y="1173"/>
                    <a:pt x="685" y="1166"/>
                    <a:pt x="678" y="1154"/>
                  </a:cubicBezTo>
                  <a:cubicBezTo>
                    <a:pt x="670" y="1142"/>
                    <a:pt x="669" y="1128"/>
                    <a:pt x="669" y="1114"/>
                  </a:cubicBezTo>
                  <a:cubicBezTo>
                    <a:pt x="669" y="1090"/>
                    <a:pt x="673" y="1066"/>
                    <a:pt x="677" y="1042"/>
                  </a:cubicBezTo>
                  <a:cubicBezTo>
                    <a:pt x="681" y="1022"/>
                    <a:pt x="684" y="1002"/>
                    <a:pt x="687" y="982"/>
                  </a:cubicBezTo>
                  <a:cubicBezTo>
                    <a:pt x="690" y="946"/>
                    <a:pt x="690" y="909"/>
                    <a:pt x="688" y="872"/>
                  </a:cubicBezTo>
                  <a:cubicBezTo>
                    <a:pt x="687" y="866"/>
                    <a:pt x="687" y="860"/>
                    <a:pt x="688" y="854"/>
                  </a:cubicBezTo>
                  <a:cubicBezTo>
                    <a:pt x="689" y="848"/>
                    <a:pt x="691" y="842"/>
                    <a:pt x="696" y="838"/>
                  </a:cubicBezTo>
                  <a:cubicBezTo>
                    <a:pt x="700" y="834"/>
                    <a:pt x="706" y="832"/>
                    <a:pt x="712" y="832"/>
                  </a:cubicBezTo>
                  <a:cubicBezTo>
                    <a:pt x="717" y="832"/>
                    <a:pt x="723" y="832"/>
                    <a:pt x="729" y="833"/>
                  </a:cubicBezTo>
                  <a:cubicBezTo>
                    <a:pt x="742" y="835"/>
                    <a:pt x="755" y="837"/>
                    <a:pt x="768" y="840"/>
                  </a:cubicBezTo>
                  <a:cubicBezTo>
                    <a:pt x="776" y="842"/>
                    <a:pt x="784" y="845"/>
                    <a:pt x="792" y="847"/>
                  </a:cubicBezTo>
                  <a:cubicBezTo>
                    <a:pt x="806" y="851"/>
                    <a:pt x="820" y="853"/>
                    <a:pt x="834" y="851"/>
                  </a:cubicBezTo>
                  <a:cubicBezTo>
                    <a:pt x="849" y="849"/>
                    <a:pt x="864" y="844"/>
                    <a:pt x="879" y="844"/>
                  </a:cubicBezTo>
                  <a:cubicBezTo>
                    <a:pt x="885" y="844"/>
                    <a:pt x="892" y="845"/>
                    <a:pt x="898" y="847"/>
                  </a:cubicBezTo>
                  <a:cubicBezTo>
                    <a:pt x="904" y="849"/>
                    <a:pt x="910" y="852"/>
                    <a:pt x="914" y="856"/>
                  </a:cubicBezTo>
                  <a:cubicBezTo>
                    <a:pt x="917" y="860"/>
                    <a:pt x="920" y="864"/>
                    <a:pt x="922" y="869"/>
                  </a:cubicBezTo>
                  <a:cubicBezTo>
                    <a:pt x="924" y="875"/>
                    <a:pt x="926" y="883"/>
                    <a:pt x="926" y="890"/>
                  </a:cubicBezTo>
                  <a:cubicBezTo>
                    <a:pt x="927" y="896"/>
                    <a:pt x="927" y="903"/>
                    <a:pt x="928" y="909"/>
                  </a:cubicBezTo>
                  <a:cubicBezTo>
                    <a:pt x="930" y="919"/>
                    <a:pt x="935" y="928"/>
                    <a:pt x="942" y="937"/>
                  </a:cubicBezTo>
                  <a:cubicBezTo>
                    <a:pt x="949" y="945"/>
                    <a:pt x="957" y="951"/>
                    <a:pt x="965" y="958"/>
                  </a:cubicBezTo>
                  <a:cubicBezTo>
                    <a:pt x="973" y="965"/>
                    <a:pt x="981" y="972"/>
                    <a:pt x="989" y="977"/>
                  </a:cubicBezTo>
                  <a:cubicBezTo>
                    <a:pt x="993" y="980"/>
                    <a:pt x="998" y="983"/>
                    <a:pt x="1002" y="986"/>
                  </a:cubicBezTo>
                  <a:cubicBezTo>
                    <a:pt x="1005" y="989"/>
                    <a:pt x="1009" y="992"/>
                    <a:pt x="1011" y="997"/>
                  </a:cubicBezTo>
                  <a:cubicBezTo>
                    <a:pt x="1015" y="1003"/>
                    <a:pt x="1016" y="1010"/>
                    <a:pt x="1014" y="10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0861DA69-A598-D6A4-4A92-BC52429797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1827767" y="1725009"/>
            <a:ext cx="721308" cy="721308"/>
          </a:xfrm>
          <a:prstGeom prst="ellipse">
            <a:avLst/>
          </a:prstGeom>
          <a:gradFill flip="none" rotWithShape="1">
            <a:gsLst>
              <a:gs pos="80000">
                <a:srgbClr val="A9D5ED"/>
              </a:gs>
              <a:gs pos="0">
                <a:srgbClr val="FFC6CC"/>
              </a:gs>
            </a:gsLst>
            <a:path path="circle">
              <a:fillToRect l="100000" t="100000"/>
            </a:path>
            <a:tileRect r="-100000" b="-100000"/>
          </a:gradFill>
          <a:ln w="19050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61257" tIns="209006" rIns="261257" bIns="20900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04917" fontAlgn="base">
              <a:spcBef>
                <a:spcPts val="317"/>
              </a:spcBef>
              <a:spcAft>
                <a:spcPct val="0"/>
              </a:spcAft>
              <a:tabLst>
                <a:tab pos="1487158" algn="l"/>
              </a:tabLst>
            </a:pPr>
            <a:endParaRPr lang="en-US" sz="2800" b="1">
              <a:ln w="3175">
                <a:noFill/>
              </a:ln>
              <a:gradFill flip="none" rotWithShape="1">
                <a:gsLst>
                  <a:gs pos="20183">
                    <a:srgbClr val="FFFFFF"/>
                  </a:gs>
                  <a:gs pos="42000">
                    <a:srgbClr val="FFFFFF"/>
                  </a:gs>
                </a:gsLst>
                <a:lin ang="2700000" scaled="0"/>
                <a:tileRect/>
              </a:gradFill>
              <a:latin typeface="Segoe UI Variable Display Semibold" pitchFamily="2" charset="0"/>
              <a:cs typeface="Segoe Sans Display Semibold" pitchFamily="2" charset="0"/>
            </a:endParaRPr>
          </a:p>
        </p:txBody>
      </p:sp>
      <p:sp>
        <p:nvSpPr>
          <p:cNvPr id="19" name="Freeform: Shape 18" descr="Database icon">
            <a:extLst>
              <a:ext uri="{FF2B5EF4-FFF2-40B4-BE49-F238E27FC236}">
                <a16:creationId xmlns:a16="http://schemas.microsoft.com/office/drawing/2014/main" id="{16ABDE2F-C261-7516-A009-C84B028912A9}"/>
              </a:ext>
            </a:extLst>
          </p:cNvPr>
          <p:cNvSpPr/>
          <p:nvPr/>
        </p:nvSpPr>
        <p:spPr>
          <a:xfrm>
            <a:off x="2019833" y="1911261"/>
            <a:ext cx="337177" cy="348805"/>
          </a:xfrm>
          <a:custGeom>
            <a:avLst/>
            <a:gdLst>
              <a:gd name="connsiteX0" fmla="*/ 102137 w 493661"/>
              <a:gd name="connsiteY0" fmla="*/ 286477 h 510684"/>
              <a:gd name="connsiteX1" fmla="*/ 17023 w 493661"/>
              <a:gd name="connsiteY1" fmla="*/ 314497 h 510684"/>
              <a:gd name="connsiteX2" fmla="*/ 17023 w 493661"/>
              <a:gd name="connsiteY2" fmla="*/ 425570 h 510684"/>
              <a:gd name="connsiteX3" fmla="*/ 42557 w 493661"/>
              <a:gd name="connsiteY3" fmla="*/ 438286 h 510684"/>
              <a:gd name="connsiteX4" fmla="*/ 42557 w 493661"/>
              <a:gd name="connsiteY4" fmla="*/ 323111 h 510684"/>
              <a:gd name="connsiteX5" fmla="*/ 76603 w 493661"/>
              <a:gd name="connsiteY5" fmla="*/ 311909 h 510684"/>
              <a:gd name="connsiteX6" fmla="*/ 76603 w 493661"/>
              <a:gd name="connsiteY6" fmla="*/ 455360 h 510684"/>
              <a:gd name="connsiteX7" fmla="*/ 102137 w 493661"/>
              <a:gd name="connsiteY7" fmla="*/ 468127 h 510684"/>
              <a:gd name="connsiteX8" fmla="*/ 102137 w 493661"/>
              <a:gd name="connsiteY8" fmla="*/ 303500 h 510684"/>
              <a:gd name="connsiteX9" fmla="*/ 153205 w 493661"/>
              <a:gd name="connsiteY9" fmla="*/ 281217 h 510684"/>
              <a:gd name="connsiteX10" fmla="*/ 153205 w 493661"/>
              <a:gd name="connsiteY10" fmla="*/ 469676 h 510684"/>
              <a:gd name="connsiteX11" fmla="*/ 182909 w 493661"/>
              <a:gd name="connsiteY11" fmla="*/ 464536 h 510684"/>
              <a:gd name="connsiteX12" fmla="*/ 182995 w 493661"/>
              <a:gd name="connsiteY12" fmla="*/ 305049 h 510684"/>
              <a:gd name="connsiteX13" fmla="*/ 230590 w 493661"/>
              <a:gd name="connsiteY13" fmla="*/ 310548 h 510684"/>
              <a:gd name="connsiteX14" fmla="*/ 230590 w 493661"/>
              <a:gd name="connsiteY14" fmla="*/ 452943 h 510684"/>
              <a:gd name="connsiteX15" fmla="*/ 255341 w 493661"/>
              <a:gd name="connsiteY15" fmla="*/ 448789 h 510684"/>
              <a:gd name="connsiteX16" fmla="*/ 255341 w 493661"/>
              <a:gd name="connsiteY16" fmla="*/ 313731 h 510684"/>
              <a:gd name="connsiteX17" fmla="*/ 298681 w 493661"/>
              <a:gd name="connsiteY17" fmla="*/ 319434 h 510684"/>
              <a:gd name="connsiteX18" fmla="*/ 298681 w 493661"/>
              <a:gd name="connsiteY18" fmla="*/ 439002 h 510684"/>
              <a:gd name="connsiteX19" fmla="*/ 323433 w 493661"/>
              <a:gd name="connsiteY19" fmla="*/ 434848 h 510684"/>
              <a:gd name="connsiteX20" fmla="*/ 323433 w 493661"/>
              <a:gd name="connsiteY20" fmla="*/ 322634 h 510684"/>
              <a:gd name="connsiteX21" fmla="*/ 366772 w 493661"/>
              <a:gd name="connsiteY21" fmla="*/ 328370 h 510684"/>
              <a:gd name="connsiteX22" fmla="*/ 366772 w 493661"/>
              <a:gd name="connsiteY22" fmla="*/ 425094 h 510684"/>
              <a:gd name="connsiteX23" fmla="*/ 391524 w 493661"/>
              <a:gd name="connsiteY23" fmla="*/ 420940 h 510684"/>
              <a:gd name="connsiteX24" fmla="*/ 391524 w 493661"/>
              <a:gd name="connsiteY24" fmla="*/ 331554 h 510684"/>
              <a:gd name="connsiteX25" fmla="*/ 434863 w 493661"/>
              <a:gd name="connsiteY25" fmla="*/ 337257 h 510684"/>
              <a:gd name="connsiteX26" fmla="*/ 434863 w 493661"/>
              <a:gd name="connsiteY26" fmla="*/ 411152 h 510684"/>
              <a:gd name="connsiteX27" fmla="*/ 459615 w 493661"/>
              <a:gd name="connsiteY27" fmla="*/ 406999 h 510684"/>
              <a:gd name="connsiteX28" fmla="*/ 459615 w 493661"/>
              <a:gd name="connsiteY28" fmla="*/ 327690 h 510684"/>
              <a:gd name="connsiteX29" fmla="*/ 119160 w 493661"/>
              <a:gd name="connsiteY29" fmla="*/ 238320 h 510684"/>
              <a:gd name="connsiteX30" fmla="*/ 493660 w 493661"/>
              <a:gd name="connsiteY30" fmla="*/ 310667 h 510684"/>
              <a:gd name="connsiteX31" fmla="*/ 493660 w 493661"/>
              <a:gd name="connsiteY31" fmla="*/ 425570 h 510684"/>
              <a:gd name="connsiteX32" fmla="*/ 119160 w 493661"/>
              <a:gd name="connsiteY32" fmla="*/ 510684 h 510684"/>
              <a:gd name="connsiteX33" fmla="*/ 0 w 493661"/>
              <a:gd name="connsiteY33" fmla="*/ 442593 h 510684"/>
              <a:gd name="connsiteX34" fmla="*/ 0 w 493661"/>
              <a:gd name="connsiteY34" fmla="*/ 285133 h 510684"/>
              <a:gd name="connsiteX35" fmla="*/ 102137 w 493661"/>
              <a:gd name="connsiteY35" fmla="*/ 47528 h 510684"/>
              <a:gd name="connsiteX36" fmla="*/ 17023 w 493661"/>
              <a:gd name="connsiteY36" fmla="*/ 93626 h 510684"/>
              <a:gd name="connsiteX37" fmla="*/ 17023 w 493661"/>
              <a:gd name="connsiteY37" fmla="*/ 215220 h 510684"/>
              <a:gd name="connsiteX38" fmla="*/ 42557 w 493661"/>
              <a:gd name="connsiteY38" fmla="*/ 204887 h 510684"/>
              <a:gd name="connsiteX39" fmla="*/ 42557 w 493661"/>
              <a:gd name="connsiteY39" fmla="*/ 96826 h 510684"/>
              <a:gd name="connsiteX40" fmla="*/ 76603 w 493661"/>
              <a:gd name="connsiteY40" fmla="*/ 78390 h 510684"/>
              <a:gd name="connsiteX41" fmla="*/ 76603 w 493661"/>
              <a:gd name="connsiteY41" fmla="*/ 189089 h 510684"/>
              <a:gd name="connsiteX42" fmla="*/ 102137 w 493661"/>
              <a:gd name="connsiteY42" fmla="*/ 177531 h 510684"/>
              <a:gd name="connsiteX43" fmla="*/ 102137 w 493661"/>
              <a:gd name="connsiteY43" fmla="*/ 64551 h 510684"/>
              <a:gd name="connsiteX44" fmla="*/ 153206 w 493661"/>
              <a:gd name="connsiteY44" fmla="*/ 45961 h 510684"/>
              <a:gd name="connsiteX45" fmla="*/ 153206 w 493661"/>
              <a:gd name="connsiteY45" fmla="*/ 62984 h 510684"/>
              <a:gd name="connsiteX46" fmla="*/ 153206 w 493661"/>
              <a:gd name="connsiteY46" fmla="*/ 178739 h 510684"/>
              <a:gd name="connsiteX47" fmla="*/ 183012 w 493661"/>
              <a:gd name="connsiteY47" fmla="*/ 186280 h 510684"/>
              <a:gd name="connsiteX48" fmla="*/ 182927 w 493661"/>
              <a:gd name="connsiteY48" fmla="*/ 73300 h 510684"/>
              <a:gd name="connsiteX49" fmla="*/ 230574 w 493661"/>
              <a:gd name="connsiteY49" fmla="*/ 88501 h 510684"/>
              <a:gd name="connsiteX50" fmla="*/ 230574 w 493661"/>
              <a:gd name="connsiteY50" fmla="*/ 197447 h 510684"/>
              <a:gd name="connsiteX51" fmla="*/ 255342 w 493661"/>
              <a:gd name="connsiteY51" fmla="*/ 204273 h 510684"/>
              <a:gd name="connsiteX52" fmla="*/ 255342 w 493661"/>
              <a:gd name="connsiteY52" fmla="*/ 98732 h 510684"/>
              <a:gd name="connsiteX53" fmla="*/ 298665 w 493661"/>
              <a:gd name="connsiteY53" fmla="*/ 112333 h 510684"/>
              <a:gd name="connsiteX54" fmla="*/ 298665 w 493661"/>
              <a:gd name="connsiteY54" fmla="*/ 214470 h 510684"/>
              <a:gd name="connsiteX55" fmla="*/ 323434 w 493661"/>
              <a:gd name="connsiteY55" fmla="*/ 221296 h 510684"/>
              <a:gd name="connsiteX56" fmla="*/ 323434 w 493661"/>
              <a:gd name="connsiteY56" fmla="*/ 122564 h 510684"/>
              <a:gd name="connsiteX57" fmla="*/ 366756 w 493661"/>
              <a:gd name="connsiteY57" fmla="*/ 136165 h 510684"/>
              <a:gd name="connsiteX58" fmla="*/ 366756 w 493661"/>
              <a:gd name="connsiteY58" fmla="*/ 231492 h 510684"/>
              <a:gd name="connsiteX59" fmla="*/ 391525 w 493661"/>
              <a:gd name="connsiteY59" fmla="*/ 238319 h 510684"/>
              <a:gd name="connsiteX60" fmla="*/ 391525 w 493661"/>
              <a:gd name="connsiteY60" fmla="*/ 146396 h 510684"/>
              <a:gd name="connsiteX61" fmla="*/ 434847 w 493661"/>
              <a:gd name="connsiteY61" fmla="*/ 159997 h 510684"/>
              <a:gd name="connsiteX62" fmla="*/ 434847 w 493661"/>
              <a:gd name="connsiteY62" fmla="*/ 248515 h 510684"/>
              <a:gd name="connsiteX63" fmla="*/ 459616 w 493661"/>
              <a:gd name="connsiteY63" fmla="*/ 255342 h 510684"/>
              <a:gd name="connsiteX64" fmla="*/ 459616 w 493661"/>
              <a:gd name="connsiteY64" fmla="*/ 153205 h 510684"/>
              <a:gd name="connsiteX65" fmla="*/ 119160 w 493661"/>
              <a:gd name="connsiteY65" fmla="*/ 0 h 510684"/>
              <a:gd name="connsiteX66" fmla="*/ 493661 w 493661"/>
              <a:gd name="connsiteY66" fmla="*/ 136182 h 510684"/>
              <a:gd name="connsiteX67" fmla="*/ 493661 w 493661"/>
              <a:gd name="connsiteY67" fmla="*/ 285131 h 510684"/>
              <a:gd name="connsiteX68" fmla="*/ 119160 w 493661"/>
              <a:gd name="connsiteY68" fmla="*/ 204273 h 510684"/>
              <a:gd name="connsiteX69" fmla="*/ 0 w 493661"/>
              <a:gd name="connsiteY69" fmla="*/ 255342 h 510684"/>
              <a:gd name="connsiteX70" fmla="*/ 0 w 493661"/>
              <a:gd name="connsiteY70" fmla="*/ 68092 h 510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</a:cxnLst>
            <a:rect l="l" t="t" r="r" b="b"/>
            <a:pathLst>
              <a:path w="493661" h="510684">
                <a:moveTo>
                  <a:pt x="102137" y="286477"/>
                </a:moveTo>
                <a:lnTo>
                  <a:pt x="17023" y="314497"/>
                </a:lnTo>
                <a:lnTo>
                  <a:pt x="17023" y="425570"/>
                </a:lnTo>
                <a:lnTo>
                  <a:pt x="42557" y="438286"/>
                </a:lnTo>
                <a:lnTo>
                  <a:pt x="42557" y="323111"/>
                </a:lnTo>
                <a:lnTo>
                  <a:pt x="76603" y="311909"/>
                </a:lnTo>
                <a:lnTo>
                  <a:pt x="76603" y="455360"/>
                </a:lnTo>
                <a:lnTo>
                  <a:pt x="102137" y="468127"/>
                </a:lnTo>
                <a:lnTo>
                  <a:pt x="102137" y="303500"/>
                </a:lnTo>
                <a:close/>
                <a:moveTo>
                  <a:pt x="153205" y="281217"/>
                </a:moveTo>
                <a:lnTo>
                  <a:pt x="153205" y="469676"/>
                </a:lnTo>
                <a:lnTo>
                  <a:pt x="182909" y="464536"/>
                </a:lnTo>
                <a:cubicBezTo>
                  <a:pt x="182938" y="411374"/>
                  <a:pt x="182966" y="358211"/>
                  <a:pt x="182995" y="305049"/>
                </a:cubicBezTo>
                <a:lnTo>
                  <a:pt x="230590" y="310548"/>
                </a:lnTo>
                <a:lnTo>
                  <a:pt x="230590" y="452943"/>
                </a:lnTo>
                <a:lnTo>
                  <a:pt x="255341" y="448789"/>
                </a:lnTo>
                <a:lnTo>
                  <a:pt x="255341" y="313731"/>
                </a:lnTo>
                <a:lnTo>
                  <a:pt x="298681" y="319434"/>
                </a:lnTo>
                <a:lnTo>
                  <a:pt x="298681" y="439002"/>
                </a:lnTo>
                <a:lnTo>
                  <a:pt x="323433" y="434848"/>
                </a:lnTo>
                <a:lnTo>
                  <a:pt x="323433" y="322634"/>
                </a:lnTo>
                <a:lnTo>
                  <a:pt x="366772" y="328370"/>
                </a:lnTo>
                <a:lnTo>
                  <a:pt x="366772" y="425094"/>
                </a:lnTo>
                <a:lnTo>
                  <a:pt x="391524" y="420940"/>
                </a:lnTo>
                <a:lnTo>
                  <a:pt x="391524" y="331554"/>
                </a:lnTo>
                <a:lnTo>
                  <a:pt x="434863" y="337257"/>
                </a:lnTo>
                <a:lnTo>
                  <a:pt x="434863" y="411152"/>
                </a:lnTo>
                <a:lnTo>
                  <a:pt x="459615" y="406999"/>
                </a:lnTo>
                <a:lnTo>
                  <a:pt x="459615" y="327690"/>
                </a:lnTo>
                <a:close/>
                <a:moveTo>
                  <a:pt x="119160" y="238320"/>
                </a:moveTo>
                <a:lnTo>
                  <a:pt x="493660" y="310667"/>
                </a:lnTo>
                <a:lnTo>
                  <a:pt x="493660" y="425570"/>
                </a:lnTo>
                <a:lnTo>
                  <a:pt x="119160" y="510684"/>
                </a:lnTo>
                <a:lnTo>
                  <a:pt x="0" y="442593"/>
                </a:lnTo>
                <a:lnTo>
                  <a:pt x="0" y="285133"/>
                </a:lnTo>
                <a:close/>
                <a:moveTo>
                  <a:pt x="102137" y="47528"/>
                </a:moveTo>
                <a:lnTo>
                  <a:pt x="17023" y="93626"/>
                </a:lnTo>
                <a:lnTo>
                  <a:pt x="17023" y="215220"/>
                </a:lnTo>
                <a:lnTo>
                  <a:pt x="42557" y="204887"/>
                </a:lnTo>
                <a:lnTo>
                  <a:pt x="42557" y="96826"/>
                </a:lnTo>
                <a:lnTo>
                  <a:pt x="76603" y="78390"/>
                </a:lnTo>
                <a:lnTo>
                  <a:pt x="76603" y="189089"/>
                </a:lnTo>
                <a:lnTo>
                  <a:pt x="102137" y="177531"/>
                </a:lnTo>
                <a:lnTo>
                  <a:pt x="102137" y="64551"/>
                </a:lnTo>
                <a:close/>
                <a:moveTo>
                  <a:pt x="153206" y="45961"/>
                </a:moveTo>
                <a:lnTo>
                  <a:pt x="153206" y="62984"/>
                </a:lnTo>
                <a:lnTo>
                  <a:pt x="153206" y="178739"/>
                </a:lnTo>
                <a:lnTo>
                  <a:pt x="183012" y="186280"/>
                </a:lnTo>
                <a:cubicBezTo>
                  <a:pt x="182984" y="148620"/>
                  <a:pt x="182955" y="110960"/>
                  <a:pt x="182927" y="73300"/>
                </a:cubicBezTo>
                <a:lnTo>
                  <a:pt x="230574" y="88501"/>
                </a:lnTo>
                <a:lnTo>
                  <a:pt x="230574" y="197447"/>
                </a:lnTo>
                <a:lnTo>
                  <a:pt x="255342" y="204273"/>
                </a:lnTo>
                <a:lnTo>
                  <a:pt x="255342" y="98732"/>
                </a:lnTo>
                <a:lnTo>
                  <a:pt x="298665" y="112333"/>
                </a:lnTo>
                <a:lnTo>
                  <a:pt x="298665" y="214470"/>
                </a:lnTo>
                <a:lnTo>
                  <a:pt x="323434" y="221296"/>
                </a:lnTo>
                <a:lnTo>
                  <a:pt x="323434" y="122564"/>
                </a:lnTo>
                <a:lnTo>
                  <a:pt x="366756" y="136165"/>
                </a:lnTo>
                <a:lnTo>
                  <a:pt x="366756" y="231492"/>
                </a:lnTo>
                <a:lnTo>
                  <a:pt x="391525" y="238319"/>
                </a:lnTo>
                <a:lnTo>
                  <a:pt x="391525" y="146396"/>
                </a:lnTo>
                <a:lnTo>
                  <a:pt x="434847" y="159997"/>
                </a:lnTo>
                <a:lnTo>
                  <a:pt x="434847" y="248515"/>
                </a:lnTo>
                <a:lnTo>
                  <a:pt x="459616" y="255342"/>
                </a:lnTo>
                <a:lnTo>
                  <a:pt x="459616" y="153205"/>
                </a:lnTo>
                <a:close/>
                <a:moveTo>
                  <a:pt x="119160" y="0"/>
                </a:moveTo>
                <a:lnTo>
                  <a:pt x="493661" y="136182"/>
                </a:lnTo>
                <a:lnTo>
                  <a:pt x="493661" y="285131"/>
                </a:lnTo>
                <a:lnTo>
                  <a:pt x="119160" y="204273"/>
                </a:lnTo>
                <a:lnTo>
                  <a:pt x="0" y="255342"/>
                </a:lnTo>
                <a:lnTo>
                  <a:pt x="0" y="68092"/>
                </a:lnTo>
                <a:close/>
              </a:path>
            </a:pathLst>
          </a:custGeom>
          <a:solidFill>
            <a:schemeClr val="tx1"/>
          </a:solidFill>
          <a:ln w="5219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22B73661-9303-EAF8-09A7-B9AFAB97A1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2824012" y="1725009"/>
            <a:ext cx="721308" cy="721308"/>
          </a:xfrm>
          <a:prstGeom prst="ellipse">
            <a:avLst/>
          </a:prstGeom>
          <a:gradFill flip="none" rotWithShape="1">
            <a:gsLst>
              <a:gs pos="80000">
                <a:srgbClr val="A9D5ED"/>
              </a:gs>
              <a:gs pos="0">
                <a:srgbClr val="FFC6CC"/>
              </a:gs>
            </a:gsLst>
            <a:path path="circle">
              <a:fillToRect l="100000" t="100000"/>
            </a:path>
            <a:tileRect r="-100000" b="-100000"/>
          </a:gradFill>
          <a:ln w="19050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61257" tIns="209006" rIns="261257" bIns="20900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04917" fontAlgn="base">
              <a:spcBef>
                <a:spcPts val="317"/>
              </a:spcBef>
              <a:spcAft>
                <a:spcPct val="0"/>
              </a:spcAft>
              <a:tabLst>
                <a:tab pos="1487158" algn="l"/>
              </a:tabLst>
            </a:pPr>
            <a:endParaRPr lang="en-US" sz="2800" b="1">
              <a:ln w="3175">
                <a:noFill/>
              </a:ln>
              <a:gradFill flip="none" rotWithShape="1">
                <a:gsLst>
                  <a:gs pos="20183">
                    <a:srgbClr val="FFFFFF"/>
                  </a:gs>
                  <a:gs pos="42000">
                    <a:srgbClr val="FFFFFF"/>
                  </a:gs>
                </a:gsLst>
                <a:lin ang="2700000" scaled="0"/>
                <a:tileRect/>
              </a:gradFill>
              <a:latin typeface="Segoe UI Variable Display Semibold" pitchFamily="2" charset="0"/>
              <a:cs typeface="Segoe Sans Display Semibold" pitchFamily="2" charset="0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950F938-1549-119C-B200-1A711311E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008387" y="1908610"/>
            <a:ext cx="352558" cy="354114"/>
            <a:chOff x="522" y="2880"/>
            <a:chExt cx="908" cy="912"/>
          </a:xfrm>
          <a:solidFill>
            <a:schemeClr val="tx1"/>
          </a:solidFill>
        </p:grpSpPr>
        <p:sp>
          <p:nvSpPr>
            <p:cNvPr id="23" name="Freeform 5">
              <a:extLst>
                <a:ext uri="{FF2B5EF4-FFF2-40B4-BE49-F238E27FC236}">
                  <a16:creationId xmlns:a16="http://schemas.microsoft.com/office/drawing/2014/main" id="{174D5839-54A3-9E26-FB57-0B026738F11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2" y="2880"/>
              <a:ext cx="668" cy="669"/>
            </a:xfrm>
            <a:custGeom>
              <a:avLst/>
              <a:gdLst>
                <a:gd name="T0" fmla="*/ 223 w 332"/>
                <a:gd name="T1" fmla="*/ 0 h 332"/>
                <a:gd name="T2" fmla="*/ 172 w 332"/>
                <a:gd name="T3" fmla="*/ 4 h 332"/>
                <a:gd name="T4" fmla="*/ 118 w 332"/>
                <a:gd name="T5" fmla="*/ 60 h 332"/>
                <a:gd name="T6" fmla="*/ 118 w 332"/>
                <a:gd name="T7" fmla="*/ 101 h 332"/>
                <a:gd name="T8" fmla="*/ 225 w 332"/>
                <a:gd name="T9" fmla="*/ 101 h 332"/>
                <a:gd name="T10" fmla="*/ 225 w 332"/>
                <a:gd name="T11" fmla="*/ 114 h 332"/>
                <a:gd name="T12" fmla="*/ 118 w 332"/>
                <a:gd name="T13" fmla="*/ 114 h 332"/>
                <a:gd name="T14" fmla="*/ 78 w 332"/>
                <a:gd name="T15" fmla="*/ 114 h 332"/>
                <a:gd name="T16" fmla="*/ 11 w 332"/>
                <a:gd name="T17" fmla="*/ 169 h 332"/>
                <a:gd name="T18" fmla="*/ 11 w 332"/>
                <a:gd name="T19" fmla="*/ 278 h 332"/>
                <a:gd name="T20" fmla="*/ 68 w 332"/>
                <a:gd name="T21" fmla="*/ 332 h 332"/>
                <a:gd name="T22" fmla="*/ 105 w 332"/>
                <a:gd name="T23" fmla="*/ 332 h 332"/>
                <a:gd name="T24" fmla="*/ 105 w 332"/>
                <a:gd name="T25" fmla="*/ 283 h 332"/>
                <a:gd name="T26" fmla="*/ 172 w 332"/>
                <a:gd name="T27" fmla="*/ 216 h 332"/>
                <a:gd name="T28" fmla="*/ 279 w 332"/>
                <a:gd name="T29" fmla="*/ 216 h 332"/>
                <a:gd name="T30" fmla="*/ 332 w 332"/>
                <a:gd name="T31" fmla="*/ 162 h 332"/>
                <a:gd name="T32" fmla="*/ 332 w 332"/>
                <a:gd name="T33" fmla="*/ 60 h 332"/>
                <a:gd name="T34" fmla="*/ 279 w 332"/>
                <a:gd name="T35" fmla="*/ 4 h 332"/>
                <a:gd name="T36" fmla="*/ 223 w 332"/>
                <a:gd name="T37" fmla="*/ 0 h 332"/>
                <a:gd name="T38" fmla="*/ 165 w 332"/>
                <a:gd name="T39" fmla="*/ 33 h 332"/>
                <a:gd name="T40" fmla="*/ 185 w 332"/>
                <a:gd name="T41" fmla="*/ 53 h 332"/>
                <a:gd name="T42" fmla="*/ 165 w 332"/>
                <a:gd name="T43" fmla="*/ 73 h 332"/>
                <a:gd name="T44" fmla="*/ 145 w 332"/>
                <a:gd name="T45" fmla="*/ 53 h 332"/>
                <a:gd name="T46" fmla="*/ 165 w 332"/>
                <a:gd name="T47" fmla="*/ 33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32" h="332">
                  <a:moveTo>
                    <a:pt x="223" y="0"/>
                  </a:moveTo>
                  <a:cubicBezTo>
                    <a:pt x="205" y="0"/>
                    <a:pt x="187" y="1"/>
                    <a:pt x="172" y="4"/>
                  </a:cubicBezTo>
                  <a:cubicBezTo>
                    <a:pt x="126" y="12"/>
                    <a:pt x="118" y="29"/>
                    <a:pt x="118" y="60"/>
                  </a:cubicBezTo>
                  <a:cubicBezTo>
                    <a:pt x="118" y="101"/>
                    <a:pt x="118" y="101"/>
                    <a:pt x="118" y="101"/>
                  </a:cubicBezTo>
                  <a:cubicBezTo>
                    <a:pt x="225" y="101"/>
                    <a:pt x="225" y="101"/>
                    <a:pt x="225" y="101"/>
                  </a:cubicBezTo>
                  <a:cubicBezTo>
                    <a:pt x="225" y="114"/>
                    <a:pt x="225" y="114"/>
                    <a:pt x="225" y="114"/>
                  </a:cubicBezTo>
                  <a:cubicBezTo>
                    <a:pt x="118" y="114"/>
                    <a:pt x="118" y="114"/>
                    <a:pt x="118" y="114"/>
                  </a:cubicBezTo>
                  <a:cubicBezTo>
                    <a:pt x="78" y="114"/>
                    <a:pt x="78" y="114"/>
                    <a:pt x="78" y="114"/>
                  </a:cubicBezTo>
                  <a:cubicBezTo>
                    <a:pt x="47" y="114"/>
                    <a:pt x="19" y="133"/>
                    <a:pt x="11" y="169"/>
                  </a:cubicBezTo>
                  <a:cubicBezTo>
                    <a:pt x="1" y="210"/>
                    <a:pt x="0" y="235"/>
                    <a:pt x="11" y="278"/>
                  </a:cubicBezTo>
                  <a:cubicBezTo>
                    <a:pt x="18" y="309"/>
                    <a:pt x="37" y="332"/>
                    <a:pt x="68" y="332"/>
                  </a:cubicBezTo>
                  <a:cubicBezTo>
                    <a:pt x="105" y="332"/>
                    <a:pt x="105" y="332"/>
                    <a:pt x="105" y="332"/>
                  </a:cubicBezTo>
                  <a:cubicBezTo>
                    <a:pt x="105" y="283"/>
                    <a:pt x="105" y="283"/>
                    <a:pt x="105" y="283"/>
                  </a:cubicBezTo>
                  <a:cubicBezTo>
                    <a:pt x="105" y="248"/>
                    <a:pt x="135" y="216"/>
                    <a:pt x="172" y="216"/>
                  </a:cubicBezTo>
                  <a:cubicBezTo>
                    <a:pt x="279" y="216"/>
                    <a:pt x="279" y="216"/>
                    <a:pt x="279" y="216"/>
                  </a:cubicBezTo>
                  <a:cubicBezTo>
                    <a:pt x="309" y="216"/>
                    <a:pt x="332" y="192"/>
                    <a:pt x="332" y="162"/>
                  </a:cubicBezTo>
                  <a:cubicBezTo>
                    <a:pt x="332" y="60"/>
                    <a:pt x="332" y="60"/>
                    <a:pt x="332" y="60"/>
                  </a:cubicBezTo>
                  <a:cubicBezTo>
                    <a:pt x="332" y="31"/>
                    <a:pt x="308" y="9"/>
                    <a:pt x="279" y="4"/>
                  </a:cubicBezTo>
                  <a:cubicBezTo>
                    <a:pt x="260" y="1"/>
                    <a:pt x="241" y="0"/>
                    <a:pt x="223" y="0"/>
                  </a:cubicBezTo>
                  <a:close/>
                  <a:moveTo>
                    <a:pt x="165" y="33"/>
                  </a:moveTo>
                  <a:cubicBezTo>
                    <a:pt x="176" y="33"/>
                    <a:pt x="185" y="42"/>
                    <a:pt x="185" y="53"/>
                  </a:cubicBezTo>
                  <a:cubicBezTo>
                    <a:pt x="185" y="64"/>
                    <a:pt x="176" y="73"/>
                    <a:pt x="165" y="73"/>
                  </a:cubicBezTo>
                  <a:cubicBezTo>
                    <a:pt x="154" y="73"/>
                    <a:pt x="145" y="64"/>
                    <a:pt x="145" y="53"/>
                  </a:cubicBezTo>
                  <a:cubicBezTo>
                    <a:pt x="145" y="42"/>
                    <a:pt x="154" y="33"/>
                    <a:pt x="165" y="3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24" name="Freeform 6">
              <a:extLst>
                <a:ext uri="{FF2B5EF4-FFF2-40B4-BE49-F238E27FC236}">
                  <a16:creationId xmlns:a16="http://schemas.microsoft.com/office/drawing/2014/main" id="{77451707-1992-8756-E9AB-B6F37E2AA35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0" y="3110"/>
              <a:ext cx="670" cy="682"/>
            </a:xfrm>
            <a:custGeom>
              <a:avLst/>
              <a:gdLst>
                <a:gd name="T0" fmla="*/ 228 w 333"/>
                <a:gd name="T1" fmla="*/ 0 h 339"/>
                <a:gd name="T2" fmla="*/ 228 w 333"/>
                <a:gd name="T3" fmla="*/ 48 h 339"/>
                <a:gd name="T4" fmla="*/ 161 w 333"/>
                <a:gd name="T5" fmla="*/ 116 h 339"/>
                <a:gd name="T6" fmla="*/ 54 w 333"/>
                <a:gd name="T7" fmla="*/ 116 h 339"/>
                <a:gd name="T8" fmla="*/ 0 w 333"/>
                <a:gd name="T9" fmla="*/ 170 h 339"/>
                <a:gd name="T10" fmla="*/ 0 w 333"/>
                <a:gd name="T11" fmla="*/ 273 h 339"/>
                <a:gd name="T12" fmla="*/ 54 w 333"/>
                <a:gd name="T13" fmla="*/ 327 h 339"/>
                <a:gd name="T14" fmla="*/ 161 w 333"/>
                <a:gd name="T15" fmla="*/ 327 h 339"/>
                <a:gd name="T16" fmla="*/ 214 w 333"/>
                <a:gd name="T17" fmla="*/ 273 h 339"/>
                <a:gd name="T18" fmla="*/ 214 w 333"/>
                <a:gd name="T19" fmla="*/ 232 h 339"/>
                <a:gd name="T20" fmla="*/ 107 w 333"/>
                <a:gd name="T21" fmla="*/ 232 h 339"/>
                <a:gd name="T22" fmla="*/ 107 w 333"/>
                <a:gd name="T23" fmla="*/ 218 h 339"/>
                <a:gd name="T24" fmla="*/ 214 w 333"/>
                <a:gd name="T25" fmla="*/ 218 h 339"/>
                <a:gd name="T26" fmla="*/ 268 w 333"/>
                <a:gd name="T27" fmla="*/ 218 h 339"/>
                <a:gd name="T28" fmla="*/ 322 w 333"/>
                <a:gd name="T29" fmla="*/ 164 h 339"/>
                <a:gd name="T30" fmla="*/ 322 w 333"/>
                <a:gd name="T31" fmla="*/ 55 h 339"/>
                <a:gd name="T32" fmla="*/ 268 w 333"/>
                <a:gd name="T33" fmla="*/ 0 h 339"/>
                <a:gd name="T34" fmla="*/ 228 w 333"/>
                <a:gd name="T35" fmla="*/ 0 h 339"/>
                <a:gd name="T36" fmla="*/ 167 w 333"/>
                <a:gd name="T37" fmla="*/ 259 h 339"/>
                <a:gd name="T38" fmla="*/ 188 w 333"/>
                <a:gd name="T39" fmla="*/ 279 h 339"/>
                <a:gd name="T40" fmla="*/ 167 w 333"/>
                <a:gd name="T41" fmla="*/ 300 h 339"/>
                <a:gd name="T42" fmla="*/ 147 w 333"/>
                <a:gd name="T43" fmla="*/ 279 h 339"/>
                <a:gd name="T44" fmla="*/ 167 w 333"/>
                <a:gd name="T45" fmla="*/ 259 h 3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3" h="339">
                  <a:moveTo>
                    <a:pt x="228" y="0"/>
                  </a:moveTo>
                  <a:cubicBezTo>
                    <a:pt x="228" y="48"/>
                    <a:pt x="228" y="48"/>
                    <a:pt x="228" y="48"/>
                  </a:cubicBezTo>
                  <a:cubicBezTo>
                    <a:pt x="228" y="85"/>
                    <a:pt x="196" y="116"/>
                    <a:pt x="161" y="116"/>
                  </a:cubicBezTo>
                  <a:cubicBezTo>
                    <a:pt x="54" y="116"/>
                    <a:pt x="54" y="116"/>
                    <a:pt x="54" y="116"/>
                  </a:cubicBezTo>
                  <a:cubicBezTo>
                    <a:pt x="24" y="116"/>
                    <a:pt x="0" y="141"/>
                    <a:pt x="0" y="170"/>
                  </a:cubicBezTo>
                  <a:cubicBezTo>
                    <a:pt x="0" y="273"/>
                    <a:pt x="0" y="273"/>
                    <a:pt x="0" y="273"/>
                  </a:cubicBezTo>
                  <a:cubicBezTo>
                    <a:pt x="0" y="302"/>
                    <a:pt x="25" y="319"/>
                    <a:pt x="54" y="327"/>
                  </a:cubicBezTo>
                  <a:cubicBezTo>
                    <a:pt x="88" y="337"/>
                    <a:pt x="120" y="339"/>
                    <a:pt x="161" y="327"/>
                  </a:cubicBezTo>
                  <a:cubicBezTo>
                    <a:pt x="188" y="319"/>
                    <a:pt x="214" y="304"/>
                    <a:pt x="214" y="273"/>
                  </a:cubicBezTo>
                  <a:cubicBezTo>
                    <a:pt x="214" y="232"/>
                    <a:pt x="214" y="232"/>
                    <a:pt x="214" y="232"/>
                  </a:cubicBezTo>
                  <a:cubicBezTo>
                    <a:pt x="107" y="232"/>
                    <a:pt x="107" y="232"/>
                    <a:pt x="107" y="232"/>
                  </a:cubicBezTo>
                  <a:cubicBezTo>
                    <a:pt x="107" y="218"/>
                    <a:pt x="107" y="218"/>
                    <a:pt x="107" y="218"/>
                  </a:cubicBezTo>
                  <a:cubicBezTo>
                    <a:pt x="214" y="218"/>
                    <a:pt x="214" y="218"/>
                    <a:pt x="214" y="218"/>
                  </a:cubicBezTo>
                  <a:cubicBezTo>
                    <a:pt x="268" y="218"/>
                    <a:pt x="268" y="218"/>
                    <a:pt x="268" y="218"/>
                  </a:cubicBezTo>
                  <a:cubicBezTo>
                    <a:pt x="299" y="218"/>
                    <a:pt x="311" y="196"/>
                    <a:pt x="322" y="164"/>
                  </a:cubicBezTo>
                  <a:cubicBezTo>
                    <a:pt x="333" y="130"/>
                    <a:pt x="332" y="98"/>
                    <a:pt x="322" y="55"/>
                  </a:cubicBezTo>
                  <a:cubicBezTo>
                    <a:pt x="314" y="24"/>
                    <a:pt x="299" y="0"/>
                    <a:pt x="268" y="0"/>
                  </a:cubicBezTo>
                  <a:lnTo>
                    <a:pt x="228" y="0"/>
                  </a:lnTo>
                  <a:close/>
                  <a:moveTo>
                    <a:pt x="167" y="259"/>
                  </a:moveTo>
                  <a:cubicBezTo>
                    <a:pt x="179" y="259"/>
                    <a:pt x="188" y="268"/>
                    <a:pt x="188" y="279"/>
                  </a:cubicBezTo>
                  <a:cubicBezTo>
                    <a:pt x="188" y="291"/>
                    <a:pt x="179" y="300"/>
                    <a:pt x="167" y="300"/>
                  </a:cubicBezTo>
                  <a:cubicBezTo>
                    <a:pt x="156" y="300"/>
                    <a:pt x="147" y="291"/>
                    <a:pt x="147" y="279"/>
                  </a:cubicBezTo>
                  <a:cubicBezTo>
                    <a:pt x="147" y="268"/>
                    <a:pt x="156" y="259"/>
                    <a:pt x="167" y="25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FE00B54A-3C50-E2BF-1FE1-AEE25D19E408}"/>
              </a:ext>
            </a:extLst>
          </p:cNvPr>
          <p:cNvSpPr/>
          <p:nvPr/>
        </p:nvSpPr>
        <p:spPr>
          <a:xfrm>
            <a:off x="652026" y="2747467"/>
            <a:ext cx="3072790" cy="33393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spcFirstLastPara="0" vert="horz" wrap="square" lIns="0" tIns="45720" rIns="91440" bIns="45720" numCol="1" spcCol="1270" anchor="t" anchorCtr="0">
            <a:spAutoFit/>
          </a:bodyPr>
          <a:lstStyle/>
          <a:p>
            <a:pPr marR="0" lvl="0" indent="0" algn="ctr" defTabSz="2275850" fontAlgn="base">
              <a:spcBef>
                <a:spcPct val="0"/>
              </a:spcBef>
              <a:spcAft>
                <a:spcPts val="2987"/>
              </a:spcAft>
              <a:buClrTx/>
              <a:buSzTx/>
              <a:tabLst>
                <a:tab pos="1371600" algn="l"/>
              </a:tabLst>
              <a:defRPr/>
            </a:pPr>
            <a:r>
              <a:rPr lang="en-US" sz="2800" b="1">
                <a:ln w="3175">
                  <a:noFill/>
                </a:ln>
                <a:gradFill flip="none" rotWithShape="1">
                  <a:gsLst>
                    <a:gs pos="0">
                      <a:srgbClr val="73262F"/>
                    </a:gs>
                    <a:gs pos="80000">
                      <a:srgbClr val="2A446F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latin typeface="Segoe UI Variable Display Semibold" pitchFamily="2" charset="0"/>
                <a:cs typeface="Segoe UI" pitchFamily="34" charset="0"/>
              </a:rPr>
              <a:t>SQL Server 2017</a:t>
            </a:r>
          </a:p>
          <a:p>
            <a:pPr marL="0" marR="0" lvl="1" indent="0" algn="ctr" defTabSz="8001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SQL Server on Linux</a:t>
            </a:r>
          </a:p>
          <a:p>
            <a:pPr marL="0" marR="0" lvl="1" indent="0" algn="ctr" defTabSz="8001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Containers</a:t>
            </a:r>
          </a:p>
          <a:p>
            <a:pPr marL="0" marR="0" lvl="1" indent="0" algn="ctr" defTabSz="8001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Adaptive query processing</a:t>
            </a:r>
          </a:p>
          <a:p>
            <a:pPr marL="0" marR="0" lvl="1" indent="0" algn="ctr" defTabSz="8001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Automatic Tuning</a:t>
            </a:r>
          </a:p>
          <a:p>
            <a:pPr marL="0" marR="0" lvl="1" indent="0" algn="ctr" defTabSz="8001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Graph database</a:t>
            </a:r>
          </a:p>
          <a:p>
            <a:pPr marL="0" marR="0" lvl="1" indent="0" algn="ctr" defTabSz="8001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Machine learning services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7062C00B-4FCE-0278-314A-190EBED9B6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4665471" y="1725009"/>
            <a:ext cx="721308" cy="721308"/>
          </a:xfrm>
          <a:prstGeom prst="ellipse">
            <a:avLst/>
          </a:prstGeom>
          <a:gradFill flip="none" rotWithShape="1">
            <a:gsLst>
              <a:gs pos="80000">
                <a:srgbClr val="A9D5ED"/>
              </a:gs>
              <a:gs pos="0">
                <a:srgbClr val="FFC6CC"/>
              </a:gs>
            </a:gsLst>
            <a:path path="circle">
              <a:fillToRect l="100000" t="100000"/>
            </a:path>
            <a:tileRect r="-100000" b="-100000"/>
          </a:gradFill>
          <a:ln w="19050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61257" tIns="209006" rIns="261257" bIns="20900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04917" fontAlgn="base">
              <a:spcBef>
                <a:spcPts val="317"/>
              </a:spcBef>
              <a:spcAft>
                <a:spcPct val="0"/>
              </a:spcAft>
              <a:tabLst>
                <a:tab pos="1487158" algn="l"/>
              </a:tabLst>
            </a:pPr>
            <a:endParaRPr lang="en-US" sz="2800" b="1">
              <a:ln w="3175">
                <a:noFill/>
              </a:ln>
              <a:gradFill flip="none" rotWithShape="1">
                <a:gsLst>
                  <a:gs pos="20183">
                    <a:srgbClr val="FFFFFF"/>
                  </a:gs>
                  <a:gs pos="42000">
                    <a:srgbClr val="FFFFFF"/>
                  </a:gs>
                </a:gsLst>
                <a:lin ang="2700000" scaled="0"/>
                <a:tileRect/>
              </a:gradFill>
              <a:latin typeface="Segoe UI Variable Display Semibold" pitchFamily="2" charset="0"/>
              <a:cs typeface="Segoe Sans Display Semibold" pitchFamily="2" charset="0"/>
            </a:endParaRPr>
          </a:p>
        </p:txBody>
      </p:sp>
      <p:sp>
        <p:nvSpPr>
          <p:cNvPr id="33" name="Graphic 70" descr="Data">
            <a:extLst>
              <a:ext uri="{FF2B5EF4-FFF2-40B4-BE49-F238E27FC236}">
                <a16:creationId xmlns:a16="http://schemas.microsoft.com/office/drawing/2014/main" id="{EF7B0D5E-3F8C-814A-26A7-3792A2704458}"/>
              </a:ext>
            </a:extLst>
          </p:cNvPr>
          <p:cNvSpPr/>
          <p:nvPr/>
        </p:nvSpPr>
        <p:spPr>
          <a:xfrm>
            <a:off x="4843614" y="1903054"/>
            <a:ext cx="365023" cy="365218"/>
          </a:xfrm>
          <a:custGeom>
            <a:avLst/>
            <a:gdLst>
              <a:gd name="connsiteX0" fmla="*/ 161925 w 190500"/>
              <a:gd name="connsiteY0" fmla="*/ 23813 h 190602"/>
              <a:gd name="connsiteX1" fmla="*/ 138113 w 190500"/>
              <a:gd name="connsiteY1" fmla="*/ 47625 h 190602"/>
              <a:gd name="connsiteX2" fmla="*/ 133239 w 190500"/>
              <a:gd name="connsiteY2" fmla="*/ 47126 h 190602"/>
              <a:gd name="connsiteX3" fmla="*/ 121048 w 190500"/>
              <a:gd name="connsiteY3" fmla="*/ 67295 h 190602"/>
              <a:gd name="connsiteX4" fmla="*/ 133350 w 190500"/>
              <a:gd name="connsiteY4" fmla="*/ 95332 h 190602"/>
              <a:gd name="connsiteX5" fmla="*/ 133347 w 190500"/>
              <a:gd name="connsiteY5" fmla="*/ 95782 h 190602"/>
              <a:gd name="connsiteX6" fmla="*/ 133346 w 190500"/>
              <a:gd name="connsiteY6" fmla="*/ 95886 h 190602"/>
              <a:gd name="connsiteX7" fmla="*/ 145693 w 190500"/>
              <a:gd name="connsiteY7" fmla="*/ 98370 h 190602"/>
              <a:gd name="connsiteX8" fmla="*/ 166688 w 190500"/>
              <a:gd name="connsiteY8" fmla="*/ 85807 h 190602"/>
              <a:gd name="connsiteX9" fmla="*/ 190500 w 190500"/>
              <a:gd name="connsiteY9" fmla="*/ 109619 h 190602"/>
              <a:gd name="connsiteX10" fmla="*/ 166688 w 190500"/>
              <a:gd name="connsiteY10" fmla="*/ 133432 h 190602"/>
              <a:gd name="connsiteX11" fmla="*/ 143037 w 190500"/>
              <a:gd name="connsiteY11" fmla="*/ 112410 h 190602"/>
              <a:gd name="connsiteX12" fmla="*/ 130472 w 190500"/>
              <a:gd name="connsiteY12" fmla="*/ 109882 h 190602"/>
              <a:gd name="connsiteX13" fmla="*/ 113869 w 190500"/>
              <a:gd name="connsiteY13" fmla="*/ 128581 h 190602"/>
              <a:gd name="connsiteX14" fmla="*/ 118584 w 190500"/>
              <a:gd name="connsiteY14" fmla="*/ 142982 h 190602"/>
              <a:gd name="connsiteX15" fmla="*/ 118793 w 190500"/>
              <a:gd name="connsiteY15" fmla="*/ 142979 h 190602"/>
              <a:gd name="connsiteX16" fmla="*/ 119063 w 190500"/>
              <a:gd name="connsiteY16" fmla="*/ 142978 h 190602"/>
              <a:gd name="connsiteX17" fmla="*/ 142875 w 190500"/>
              <a:gd name="connsiteY17" fmla="*/ 166790 h 190602"/>
              <a:gd name="connsiteX18" fmla="*/ 119063 w 190500"/>
              <a:gd name="connsiteY18" fmla="*/ 190603 h 190602"/>
              <a:gd name="connsiteX19" fmla="*/ 95250 w 190500"/>
              <a:gd name="connsiteY19" fmla="*/ 166790 h 190602"/>
              <a:gd name="connsiteX20" fmla="*/ 105043 w 190500"/>
              <a:gd name="connsiteY20" fmla="*/ 147539 h 190602"/>
              <a:gd name="connsiteX21" fmla="*/ 100313 w 190500"/>
              <a:gd name="connsiteY21" fmla="*/ 133097 h 190602"/>
              <a:gd name="connsiteX22" fmla="*/ 95250 w 190500"/>
              <a:gd name="connsiteY22" fmla="*/ 133432 h 190602"/>
              <a:gd name="connsiteX23" fmla="*/ 64572 w 190500"/>
              <a:gd name="connsiteY23" fmla="*/ 117929 h 190602"/>
              <a:gd name="connsiteX24" fmla="*/ 47478 w 190500"/>
              <a:gd name="connsiteY24" fmla="*/ 126005 h 190602"/>
              <a:gd name="connsiteX25" fmla="*/ 47625 w 190500"/>
              <a:gd name="connsiteY25" fmla="*/ 128669 h 190602"/>
              <a:gd name="connsiteX26" fmla="*/ 23813 w 190500"/>
              <a:gd name="connsiteY26" fmla="*/ 152482 h 190602"/>
              <a:gd name="connsiteX27" fmla="*/ 0 w 190500"/>
              <a:gd name="connsiteY27" fmla="*/ 128669 h 190602"/>
              <a:gd name="connsiteX28" fmla="*/ 23813 w 190500"/>
              <a:gd name="connsiteY28" fmla="*/ 104857 h 190602"/>
              <a:gd name="connsiteX29" fmla="*/ 41689 w 190500"/>
              <a:gd name="connsiteY29" fmla="*/ 112938 h 190602"/>
              <a:gd name="connsiteX30" fmla="*/ 58399 w 190500"/>
              <a:gd name="connsiteY30" fmla="*/ 105044 h 190602"/>
              <a:gd name="connsiteX31" fmla="*/ 57150 w 190500"/>
              <a:gd name="connsiteY31" fmla="*/ 95332 h 190602"/>
              <a:gd name="connsiteX32" fmla="*/ 65870 w 190500"/>
              <a:gd name="connsiteY32" fmla="*/ 71072 h 190602"/>
              <a:gd name="connsiteX33" fmla="*/ 56424 w 190500"/>
              <a:gd name="connsiteY33" fmla="*/ 60315 h 190602"/>
              <a:gd name="connsiteX34" fmla="*/ 47625 w 190500"/>
              <a:gd name="connsiteY34" fmla="*/ 61994 h 190602"/>
              <a:gd name="connsiteX35" fmla="*/ 23813 w 190500"/>
              <a:gd name="connsiteY35" fmla="*/ 38181 h 190602"/>
              <a:gd name="connsiteX36" fmla="*/ 47625 w 190500"/>
              <a:gd name="connsiteY36" fmla="*/ 14369 h 190602"/>
              <a:gd name="connsiteX37" fmla="*/ 71438 w 190500"/>
              <a:gd name="connsiteY37" fmla="*/ 38181 h 190602"/>
              <a:gd name="connsiteX38" fmla="*/ 67510 w 190500"/>
              <a:gd name="connsiteY38" fmla="*/ 51286 h 190602"/>
              <a:gd name="connsiteX39" fmla="*/ 76872 w 190500"/>
              <a:gd name="connsiteY39" fmla="*/ 61948 h 190602"/>
              <a:gd name="connsiteX40" fmla="*/ 95250 w 190500"/>
              <a:gd name="connsiteY40" fmla="*/ 57231 h 190602"/>
              <a:gd name="connsiteX41" fmla="*/ 108912 w 190500"/>
              <a:gd name="connsiteY41" fmla="*/ 59754 h 190602"/>
              <a:gd name="connsiteX42" fmla="*/ 120771 w 190500"/>
              <a:gd name="connsiteY42" fmla="*/ 40132 h 190602"/>
              <a:gd name="connsiteX43" fmla="*/ 114300 w 190500"/>
              <a:gd name="connsiteY43" fmla="*/ 23813 h 190602"/>
              <a:gd name="connsiteX44" fmla="*/ 138113 w 190500"/>
              <a:gd name="connsiteY44" fmla="*/ 0 h 190602"/>
              <a:gd name="connsiteX45" fmla="*/ 161925 w 190500"/>
              <a:gd name="connsiteY45" fmla="*/ 23813 h 190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190500" h="190602">
                <a:moveTo>
                  <a:pt x="161925" y="23813"/>
                </a:moveTo>
                <a:cubicBezTo>
                  <a:pt x="161925" y="36964"/>
                  <a:pt x="151264" y="47625"/>
                  <a:pt x="138113" y="47625"/>
                </a:cubicBezTo>
                <a:cubicBezTo>
                  <a:pt x="136442" y="47625"/>
                  <a:pt x="134812" y="47453"/>
                  <a:pt x="133239" y="47126"/>
                </a:cubicBezTo>
                <a:lnTo>
                  <a:pt x="121048" y="67295"/>
                </a:lnTo>
                <a:cubicBezTo>
                  <a:pt x="128611" y="74257"/>
                  <a:pt x="133350" y="84241"/>
                  <a:pt x="133350" y="95332"/>
                </a:cubicBezTo>
                <a:lnTo>
                  <a:pt x="133347" y="95782"/>
                </a:lnTo>
                <a:lnTo>
                  <a:pt x="133346" y="95886"/>
                </a:lnTo>
                <a:lnTo>
                  <a:pt x="145693" y="98370"/>
                </a:lnTo>
                <a:cubicBezTo>
                  <a:pt x="149709" y="90892"/>
                  <a:pt x="157604" y="85807"/>
                  <a:pt x="166688" y="85807"/>
                </a:cubicBezTo>
                <a:cubicBezTo>
                  <a:pt x="179839" y="85807"/>
                  <a:pt x="190500" y="96467"/>
                  <a:pt x="190500" y="109619"/>
                </a:cubicBezTo>
                <a:cubicBezTo>
                  <a:pt x="190500" y="122770"/>
                  <a:pt x="179839" y="133432"/>
                  <a:pt x="166688" y="133432"/>
                </a:cubicBezTo>
                <a:cubicBezTo>
                  <a:pt x="154480" y="133432"/>
                  <a:pt x="144419" y="124246"/>
                  <a:pt x="143037" y="112410"/>
                </a:cubicBezTo>
                <a:lnTo>
                  <a:pt x="130472" y="109882"/>
                </a:lnTo>
                <a:cubicBezTo>
                  <a:pt x="127189" y="117822"/>
                  <a:pt x="121298" y="124411"/>
                  <a:pt x="113869" y="128581"/>
                </a:cubicBezTo>
                <a:lnTo>
                  <a:pt x="118584" y="142982"/>
                </a:lnTo>
                <a:lnTo>
                  <a:pt x="118793" y="142979"/>
                </a:lnTo>
                <a:lnTo>
                  <a:pt x="119063" y="142978"/>
                </a:lnTo>
                <a:cubicBezTo>
                  <a:pt x="132214" y="142978"/>
                  <a:pt x="142875" y="153638"/>
                  <a:pt x="142875" y="166790"/>
                </a:cubicBezTo>
                <a:cubicBezTo>
                  <a:pt x="142875" y="179941"/>
                  <a:pt x="132214" y="190603"/>
                  <a:pt x="119063" y="190603"/>
                </a:cubicBezTo>
                <a:cubicBezTo>
                  <a:pt x="105911" y="190603"/>
                  <a:pt x="95250" y="179941"/>
                  <a:pt x="95250" y="166790"/>
                </a:cubicBezTo>
                <a:cubicBezTo>
                  <a:pt x="95250" y="158880"/>
                  <a:pt x="99107" y="151870"/>
                  <a:pt x="105043" y="147539"/>
                </a:cubicBezTo>
                <a:lnTo>
                  <a:pt x="100313" y="133097"/>
                </a:lnTo>
                <a:cubicBezTo>
                  <a:pt x="98657" y="133318"/>
                  <a:pt x="96966" y="133432"/>
                  <a:pt x="95250" y="133432"/>
                </a:cubicBezTo>
                <a:cubicBezTo>
                  <a:pt x="82667" y="133432"/>
                  <a:pt x="71510" y="127332"/>
                  <a:pt x="64572" y="117929"/>
                </a:cubicBezTo>
                <a:lnTo>
                  <a:pt x="47478" y="126005"/>
                </a:lnTo>
                <a:cubicBezTo>
                  <a:pt x="47575" y="126880"/>
                  <a:pt x="47625" y="127768"/>
                  <a:pt x="47625" y="128669"/>
                </a:cubicBezTo>
                <a:cubicBezTo>
                  <a:pt x="47625" y="141821"/>
                  <a:pt x="36964" y="152482"/>
                  <a:pt x="23813" y="152482"/>
                </a:cubicBezTo>
                <a:cubicBezTo>
                  <a:pt x="10661" y="152482"/>
                  <a:pt x="0" y="141821"/>
                  <a:pt x="0" y="128669"/>
                </a:cubicBezTo>
                <a:cubicBezTo>
                  <a:pt x="0" y="115517"/>
                  <a:pt x="10661" y="104857"/>
                  <a:pt x="23813" y="104857"/>
                </a:cubicBezTo>
                <a:cubicBezTo>
                  <a:pt x="30934" y="104857"/>
                  <a:pt x="37326" y="107983"/>
                  <a:pt x="41689" y="112938"/>
                </a:cubicBezTo>
                <a:lnTo>
                  <a:pt x="58399" y="105044"/>
                </a:lnTo>
                <a:cubicBezTo>
                  <a:pt x="57584" y="101943"/>
                  <a:pt x="57150" y="98687"/>
                  <a:pt x="57150" y="95332"/>
                </a:cubicBezTo>
                <a:cubicBezTo>
                  <a:pt x="57150" y="86114"/>
                  <a:pt x="60423" y="77661"/>
                  <a:pt x="65870" y="71072"/>
                </a:cubicBezTo>
                <a:lnTo>
                  <a:pt x="56424" y="60315"/>
                </a:lnTo>
                <a:cubicBezTo>
                  <a:pt x="53702" y="61398"/>
                  <a:pt x="50733" y="61994"/>
                  <a:pt x="47625" y="61994"/>
                </a:cubicBezTo>
                <a:cubicBezTo>
                  <a:pt x="34474" y="61994"/>
                  <a:pt x="23813" y="51333"/>
                  <a:pt x="23813" y="38181"/>
                </a:cubicBezTo>
                <a:cubicBezTo>
                  <a:pt x="23813" y="25030"/>
                  <a:pt x="34474" y="14369"/>
                  <a:pt x="47625" y="14369"/>
                </a:cubicBezTo>
                <a:cubicBezTo>
                  <a:pt x="60776" y="14369"/>
                  <a:pt x="71438" y="25030"/>
                  <a:pt x="71438" y="38181"/>
                </a:cubicBezTo>
                <a:cubicBezTo>
                  <a:pt x="71438" y="43023"/>
                  <a:pt x="69992" y="47527"/>
                  <a:pt x="67510" y="51286"/>
                </a:cubicBezTo>
                <a:lnTo>
                  <a:pt x="76872" y="61948"/>
                </a:lnTo>
                <a:cubicBezTo>
                  <a:pt x="82322" y="58942"/>
                  <a:pt x="88586" y="57231"/>
                  <a:pt x="95250" y="57231"/>
                </a:cubicBezTo>
                <a:cubicBezTo>
                  <a:pt x="100065" y="57231"/>
                  <a:pt x="104671" y="58125"/>
                  <a:pt x="108912" y="59754"/>
                </a:cubicBezTo>
                <a:lnTo>
                  <a:pt x="120771" y="40132"/>
                </a:lnTo>
                <a:cubicBezTo>
                  <a:pt x="116758" y="35870"/>
                  <a:pt x="114300" y="30128"/>
                  <a:pt x="114300" y="23813"/>
                </a:cubicBezTo>
                <a:cubicBezTo>
                  <a:pt x="114300" y="10661"/>
                  <a:pt x="124961" y="0"/>
                  <a:pt x="138113" y="0"/>
                </a:cubicBezTo>
                <a:cubicBezTo>
                  <a:pt x="151264" y="0"/>
                  <a:pt x="161925" y="10661"/>
                  <a:pt x="161925" y="23813"/>
                </a:cubicBez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709CB356-F202-FA59-3B2D-4A8BA70414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664538" y="1725009"/>
            <a:ext cx="721308" cy="721308"/>
          </a:xfrm>
          <a:prstGeom prst="ellipse">
            <a:avLst/>
          </a:prstGeom>
          <a:gradFill flip="none" rotWithShape="1">
            <a:gsLst>
              <a:gs pos="80000">
                <a:srgbClr val="A9D5ED"/>
              </a:gs>
              <a:gs pos="0">
                <a:srgbClr val="FFC6CC"/>
              </a:gs>
            </a:gsLst>
            <a:path path="circle">
              <a:fillToRect l="100000" t="100000"/>
            </a:path>
            <a:tileRect r="-100000" b="-100000"/>
          </a:gradFill>
          <a:ln w="19050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61257" tIns="209006" rIns="261257" bIns="20900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04917" fontAlgn="base">
              <a:spcBef>
                <a:spcPts val="317"/>
              </a:spcBef>
              <a:spcAft>
                <a:spcPct val="0"/>
              </a:spcAft>
              <a:tabLst>
                <a:tab pos="1487158" algn="l"/>
              </a:tabLst>
            </a:pPr>
            <a:endParaRPr lang="en-US" sz="2800" b="1">
              <a:ln w="3175">
                <a:noFill/>
              </a:ln>
              <a:gradFill flip="none" rotWithShape="1">
                <a:gsLst>
                  <a:gs pos="20183">
                    <a:srgbClr val="FFFFFF"/>
                  </a:gs>
                  <a:gs pos="42000">
                    <a:srgbClr val="FFFFFF"/>
                  </a:gs>
                </a:gsLst>
                <a:lin ang="2700000" scaled="0"/>
                <a:tileRect/>
              </a:gradFill>
              <a:latin typeface="Segoe UI Variable Display Semibold" pitchFamily="2" charset="0"/>
              <a:cs typeface="Segoe Sans Display Semibold" pitchFamily="2" charset="0"/>
            </a:endParaRPr>
          </a:p>
        </p:txBody>
      </p:sp>
      <p:sp>
        <p:nvSpPr>
          <p:cNvPr id="37" name="Graphic 134" descr="Lightbulb">
            <a:extLst>
              <a:ext uri="{FF2B5EF4-FFF2-40B4-BE49-F238E27FC236}">
                <a16:creationId xmlns:a16="http://schemas.microsoft.com/office/drawing/2014/main" id="{9D894452-4632-8D0D-637D-0E39EFCDE395}"/>
              </a:ext>
            </a:extLst>
          </p:cNvPr>
          <p:cNvSpPr/>
          <p:nvPr/>
        </p:nvSpPr>
        <p:spPr>
          <a:xfrm>
            <a:off x="5879551" y="1884793"/>
            <a:ext cx="291282" cy="401740"/>
          </a:xfrm>
          <a:custGeom>
            <a:avLst/>
            <a:gdLst>
              <a:gd name="connsiteX0" fmla="*/ 102756 w 138112"/>
              <a:gd name="connsiteY0" fmla="*/ 161906 h 190486"/>
              <a:gd name="connsiteX1" fmla="*/ 99987 w 138112"/>
              <a:gd name="connsiteY1" fmla="*/ 173893 h 190486"/>
              <a:gd name="connsiteX2" fmla="*/ 80758 w 138112"/>
              <a:gd name="connsiteY2" fmla="*/ 190424 h 190486"/>
              <a:gd name="connsiteX3" fmla="*/ 79109 w 138112"/>
              <a:gd name="connsiteY3" fmla="*/ 190487 h 190486"/>
              <a:gd name="connsiteX4" fmla="*/ 58995 w 138112"/>
              <a:gd name="connsiteY4" fmla="*/ 190487 h 190486"/>
              <a:gd name="connsiteX5" fmla="*/ 38546 w 138112"/>
              <a:gd name="connsiteY5" fmla="*/ 175472 h 190486"/>
              <a:gd name="connsiteX6" fmla="*/ 38113 w 138112"/>
              <a:gd name="connsiteY6" fmla="*/ 173878 h 190486"/>
              <a:gd name="connsiteX7" fmla="*/ 35347 w 138112"/>
              <a:gd name="connsiteY7" fmla="*/ 161906 h 190486"/>
              <a:gd name="connsiteX8" fmla="*/ 102756 w 138112"/>
              <a:gd name="connsiteY8" fmla="*/ 161906 h 190486"/>
              <a:gd name="connsiteX9" fmla="*/ 69056 w 138112"/>
              <a:gd name="connsiteY9" fmla="*/ 0 h 190486"/>
              <a:gd name="connsiteX10" fmla="*/ 138113 w 138112"/>
              <a:gd name="connsiteY10" fmla="*/ 69056 h 190486"/>
              <a:gd name="connsiteX11" fmla="*/ 111772 w 138112"/>
              <a:gd name="connsiteY11" fmla="*/ 124689 h 190486"/>
              <a:gd name="connsiteX12" fmla="*/ 111097 w 138112"/>
              <a:gd name="connsiteY12" fmla="*/ 125875 h 190486"/>
              <a:gd name="connsiteX13" fmla="*/ 106070 w 138112"/>
              <a:gd name="connsiteY13" fmla="*/ 147619 h 190486"/>
              <a:gd name="connsiteX14" fmla="*/ 32042 w 138112"/>
              <a:gd name="connsiteY14" fmla="*/ 147619 h 190486"/>
              <a:gd name="connsiteX15" fmla="*/ 27032 w 138112"/>
              <a:gd name="connsiteY15" fmla="*/ 125877 h 190486"/>
              <a:gd name="connsiteX16" fmla="*/ 26356 w 138112"/>
              <a:gd name="connsiteY16" fmla="*/ 124689 h 190486"/>
              <a:gd name="connsiteX17" fmla="*/ 0 w 138112"/>
              <a:gd name="connsiteY17" fmla="*/ 69056 h 190486"/>
              <a:gd name="connsiteX18" fmla="*/ 69056 w 138112"/>
              <a:gd name="connsiteY18" fmla="*/ 0 h 190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38112" h="190486">
                <a:moveTo>
                  <a:pt x="102756" y="161906"/>
                </a:moveTo>
                <a:lnTo>
                  <a:pt x="99987" y="173893"/>
                </a:lnTo>
                <a:cubicBezTo>
                  <a:pt x="97861" y="183069"/>
                  <a:pt x="90024" y="189713"/>
                  <a:pt x="80758" y="190424"/>
                </a:cubicBezTo>
                <a:lnTo>
                  <a:pt x="79109" y="190487"/>
                </a:lnTo>
                <a:lnTo>
                  <a:pt x="58995" y="190487"/>
                </a:lnTo>
                <a:cubicBezTo>
                  <a:pt x="49571" y="190487"/>
                  <a:pt x="41324" y="184344"/>
                  <a:pt x="38546" y="175472"/>
                </a:cubicBezTo>
                <a:lnTo>
                  <a:pt x="38113" y="173878"/>
                </a:lnTo>
                <a:lnTo>
                  <a:pt x="35347" y="161906"/>
                </a:lnTo>
                <a:lnTo>
                  <a:pt x="102756" y="161906"/>
                </a:lnTo>
                <a:close/>
                <a:moveTo>
                  <a:pt x="69056" y="0"/>
                </a:moveTo>
                <a:cubicBezTo>
                  <a:pt x="107195" y="0"/>
                  <a:pt x="138113" y="30917"/>
                  <a:pt x="138113" y="69056"/>
                </a:cubicBezTo>
                <a:cubicBezTo>
                  <a:pt x="138113" y="89407"/>
                  <a:pt x="129201" y="108045"/>
                  <a:pt x="111772" y="124689"/>
                </a:cubicBezTo>
                <a:cubicBezTo>
                  <a:pt x="111436" y="125010"/>
                  <a:pt x="111202" y="125423"/>
                  <a:pt x="111097" y="125875"/>
                </a:cubicBezTo>
                <a:lnTo>
                  <a:pt x="106070" y="147619"/>
                </a:lnTo>
                <a:lnTo>
                  <a:pt x="32042" y="147619"/>
                </a:lnTo>
                <a:lnTo>
                  <a:pt x="27032" y="125877"/>
                </a:lnTo>
                <a:cubicBezTo>
                  <a:pt x="26927" y="125423"/>
                  <a:pt x="26692" y="125011"/>
                  <a:pt x="26356" y="124689"/>
                </a:cubicBezTo>
                <a:cubicBezTo>
                  <a:pt x="8917" y="108045"/>
                  <a:pt x="0" y="89407"/>
                  <a:pt x="0" y="69056"/>
                </a:cubicBezTo>
                <a:cubicBezTo>
                  <a:pt x="0" y="30917"/>
                  <a:pt x="30917" y="0"/>
                  <a:pt x="69056" y="0"/>
                </a:cubicBez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B7585F98-BBCE-5CC7-6CF8-844A312490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6668977" y="1725009"/>
            <a:ext cx="721308" cy="721308"/>
          </a:xfrm>
          <a:prstGeom prst="ellipse">
            <a:avLst/>
          </a:prstGeom>
          <a:gradFill flip="none" rotWithShape="1">
            <a:gsLst>
              <a:gs pos="80000">
                <a:srgbClr val="A9D5ED"/>
              </a:gs>
              <a:gs pos="0">
                <a:srgbClr val="FFC6CC"/>
              </a:gs>
            </a:gsLst>
            <a:path path="circle">
              <a:fillToRect l="100000" t="100000"/>
            </a:path>
            <a:tileRect r="-100000" b="-100000"/>
          </a:gradFill>
          <a:ln w="19050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61257" tIns="209006" rIns="261257" bIns="20900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04917" fontAlgn="base">
              <a:spcBef>
                <a:spcPts val="317"/>
              </a:spcBef>
              <a:spcAft>
                <a:spcPct val="0"/>
              </a:spcAft>
              <a:tabLst>
                <a:tab pos="1487158" algn="l"/>
              </a:tabLst>
            </a:pPr>
            <a:endParaRPr lang="en-US" sz="2800" b="1">
              <a:ln w="3175">
                <a:noFill/>
              </a:ln>
              <a:gradFill flip="none" rotWithShape="1">
                <a:gsLst>
                  <a:gs pos="20183">
                    <a:srgbClr val="FFFFFF"/>
                  </a:gs>
                  <a:gs pos="42000">
                    <a:srgbClr val="FFFFFF"/>
                  </a:gs>
                </a:gsLst>
                <a:lin ang="2700000" scaled="0"/>
                <a:tileRect/>
              </a:gradFill>
              <a:latin typeface="Segoe UI Variable Display Semibold" pitchFamily="2" charset="0"/>
              <a:cs typeface="Segoe Sans Display Semibold" pitchFamily="2" charset="0"/>
            </a:endParaRPr>
          </a:p>
        </p:txBody>
      </p:sp>
      <p:sp>
        <p:nvSpPr>
          <p:cNvPr id="41" name="Graphic 11" descr="Checkmark">
            <a:extLst>
              <a:ext uri="{FF2B5EF4-FFF2-40B4-BE49-F238E27FC236}">
                <a16:creationId xmlns:a16="http://schemas.microsoft.com/office/drawing/2014/main" id="{0C1569AE-E1AB-5860-18C4-A47F3288A561}"/>
              </a:ext>
            </a:extLst>
          </p:cNvPr>
          <p:cNvSpPr/>
          <p:nvPr/>
        </p:nvSpPr>
        <p:spPr>
          <a:xfrm>
            <a:off x="6863623" y="1919655"/>
            <a:ext cx="332017" cy="332017"/>
          </a:xfrm>
          <a:custGeom>
            <a:avLst/>
            <a:gdLst>
              <a:gd name="connsiteX0" fmla="*/ 30956 w 171450"/>
              <a:gd name="connsiteY0" fmla="*/ 0 h 171450"/>
              <a:gd name="connsiteX1" fmla="*/ 0 w 171450"/>
              <a:gd name="connsiteY1" fmla="*/ 30956 h 171450"/>
              <a:gd name="connsiteX2" fmla="*/ 0 w 171450"/>
              <a:gd name="connsiteY2" fmla="*/ 140494 h 171450"/>
              <a:gd name="connsiteX3" fmla="*/ 30956 w 171450"/>
              <a:gd name="connsiteY3" fmla="*/ 171450 h 171450"/>
              <a:gd name="connsiteX4" fmla="*/ 140494 w 171450"/>
              <a:gd name="connsiteY4" fmla="*/ 171450 h 171450"/>
              <a:gd name="connsiteX5" fmla="*/ 171450 w 171450"/>
              <a:gd name="connsiteY5" fmla="*/ 140494 h 171450"/>
              <a:gd name="connsiteX6" fmla="*/ 171450 w 171450"/>
              <a:gd name="connsiteY6" fmla="*/ 30956 h 171450"/>
              <a:gd name="connsiteX7" fmla="*/ 140494 w 171450"/>
              <a:gd name="connsiteY7" fmla="*/ 0 h 171450"/>
              <a:gd name="connsiteX8" fmla="*/ 30956 w 171450"/>
              <a:gd name="connsiteY8" fmla="*/ 0 h 171450"/>
              <a:gd name="connsiteX9" fmla="*/ 136017 w 171450"/>
              <a:gd name="connsiteY9" fmla="*/ 59823 h 171450"/>
              <a:gd name="connsiteX10" fmla="*/ 71688 w 171450"/>
              <a:gd name="connsiteY10" fmla="*/ 124078 h 171450"/>
              <a:gd name="connsiteX11" fmla="*/ 61588 w 171450"/>
              <a:gd name="connsiteY11" fmla="*/ 124075 h 171450"/>
              <a:gd name="connsiteX12" fmla="*/ 35434 w 171450"/>
              <a:gd name="connsiteY12" fmla="*/ 97920 h 171450"/>
              <a:gd name="connsiteX13" fmla="*/ 35435 w 171450"/>
              <a:gd name="connsiteY13" fmla="*/ 87817 h 171450"/>
              <a:gd name="connsiteX14" fmla="*/ 45538 w 171450"/>
              <a:gd name="connsiteY14" fmla="*/ 87818 h 171450"/>
              <a:gd name="connsiteX15" fmla="*/ 66642 w 171450"/>
              <a:gd name="connsiteY15" fmla="*/ 108924 h 171450"/>
              <a:gd name="connsiteX16" fmla="*/ 125920 w 171450"/>
              <a:gd name="connsiteY16" fmla="*/ 49714 h 171450"/>
              <a:gd name="connsiteX17" fmla="*/ 136023 w 171450"/>
              <a:gd name="connsiteY17" fmla="*/ 49720 h 171450"/>
              <a:gd name="connsiteX18" fmla="*/ 136017 w 171450"/>
              <a:gd name="connsiteY18" fmla="*/ 59823 h 171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71450" h="171450">
                <a:moveTo>
                  <a:pt x="30956" y="0"/>
                </a:moveTo>
                <a:cubicBezTo>
                  <a:pt x="13860" y="0"/>
                  <a:pt x="0" y="13860"/>
                  <a:pt x="0" y="30956"/>
                </a:cubicBezTo>
                <a:lnTo>
                  <a:pt x="0" y="140494"/>
                </a:lnTo>
                <a:cubicBezTo>
                  <a:pt x="0" y="157590"/>
                  <a:pt x="13860" y="171450"/>
                  <a:pt x="30956" y="171450"/>
                </a:cubicBezTo>
                <a:lnTo>
                  <a:pt x="140494" y="171450"/>
                </a:lnTo>
                <a:cubicBezTo>
                  <a:pt x="157590" y="171450"/>
                  <a:pt x="171450" y="157590"/>
                  <a:pt x="171450" y="140494"/>
                </a:cubicBezTo>
                <a:lnTo>
                  <a:pt x="171450" y="30956"/>
                </a:lnTo>
                <a:cubicBezTo>
                  <a:pt x="171450" y="13860"/>
                  <a:pt x="157590" y="0"/>
                  <a:pt x="140494" y="0"/>
                </a:cubicBezTo>
                <a:lnTo>
                  <a:pt x="30956" y="0"/>
                </a:lnTo>
                <a:close/>
                <a:moveTo>
                  <a:pt x="136017" y="59823"/>
                </a:moveTo>
                <a:lnTo>
                  <a:pt x="71688" y="124078"/>
                </a:lnTo>
                <a:cubicBezTo>
                  <a:pt x="68897" y="126865"/>
                  <a:pt x="64376" y="126863"/>
                  <a:pt x="61588" y="124075"/>
                </a:cubicBezTo>
                <a:lnTo>
                  <a:pt x="35434" y="97920"/>
                </a:lnTo>
                <a:cubicBezTo>
                  <a:pt x="32645" y="95130"/>
                  <a:pt x="32645" y="90607"/>
                  <a:pt x="35435" y="87817"/>
                </a:cubicBezTo>
                <a:cubicBezTo>
                  <a:pt x="38225" y="85028"/>
                  <a:pt x="42748" y="85028"/>
                  <a:pt x="45538" y="87818"/>
                </a:cubicBezTo>
                <a:lnTo>
                  <a:pt x="66642" y="108924"/>
                </a:lnTo>
                <a:lnTo>
                  <a:pt x="125920" y="49714"/>
                </a:lnTo>
                <a:cubicBezTo>
                  <a:pt x="128711" y="46926"/>
                  <a:pt x="133235" y="46929"/>
                  <a:pt x="136023" y="49720"/>
                </a:cubicBezTo>
                <a:cubicBezTo>
                  <a:pt x="138812" y="52512"/>
                  <a:pt x="138809" y="57035"/>
                  <a:pt x="136017" y="59823"/>
                </a:cubicBez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CA15C7F-18B7-2411-2550-856ABBA3295E}"/>
              </a:ext>
            </a:extLst>
          </p:cNvPr>
          <p:cNvSpPr/>
          <p:nvPr/>
        </p:nvSpPr>
        <p:spPr>
          <a:xfrm>
            <a:off x="4487386" y="2747467"/>
            <a:ext cx="3072790" cy="2754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spcFirstLastPara="0" vert="horz" wrap="square" lIns="0" tIns="45720" rIns="91440" bIns="45720" numCol="1" spcCol="1270" anchor="t" anchorCtr="0">
            <a:spAutoFit/>
          </a:bodyPr>
          <a:lstStyle/>
          <a:p>
            <a:pPr marR="0" lvl="0" indent="0" algn="ctr" defTabSz="2275850" fontAlgn="base">
              <a:spcBef>
                <a:spcPct val="0"/>
              </a:spcBef>
              <a:spcAft>
                <a:spcPts val="2987"/>
              </a:spcAft>
              <a:buClrTx/>
              <a:buSzTx/>
              <a:tabLst>
                <a:tab pos="1371600" algn="l"/>
              </a:tabLst>
              <a:defRPr/>
            </a:pPr>
            <a:r>
              <a:rPr lang="en-US" sz="2800" b="1">
                <a:ln w="3175">
                  <a:noFill/>
                </a:ln>
                <a:gradFill flip="none" rotWithShape="1">
                  <a:gsLst>
                    <a:gs pos="0">
                      <a:srgbClr val="73262F"/>
                    </a:gs>
                    <a:gs pos="80000">
                      <a:srgbClr val="2A446F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latin typeface="Segoe UI Variable Display Semibold" pitchFamily="2" charset="0"/>
                <a:cs typeface="Segoe UI" pitchFamily="34" charset="0"/>
              </a:rPr>
              <a:t>SQL Server 2019</a:t>
            </a:r>
          </a:p>
          <a:p>
            <a:pPr marL="0" marR="0" lvl="1" indent="0" algn="ctr" defTabSz="8001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Data virtualization</a:t>
            </a:r>
          </a:p>
          <a:p>
            <a:pPr marL="0" marR="0" lvl="1" indent="0" algn="ctr" defTabSz="8001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Intelligent query processing</a:t>
            </a:r>
          </a:p>
          <a:p>
            <a:pPr marL="0" marR="0" lvl="1" indent="0" algn="ctr" defTabSz="8001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Accelerated database recovery</a:t>
            </a:r>
          </a:p>
          <a:p>
            <a:pPr marL="0" marR="0" lvl="1" indent="0" algn="ctr" defTabSz="8001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Data classification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FC52CF2F-C33B-F085-B60B-F9D86D38EC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8517219" y="1725009"/>
            <a:ext cx="721308" cy="721308"/>
          </a:xfrm>
          <a:prstGeom prst="ellipse">
            <a:avLst/>
          </a:prstGeom>
          <a:gradFill flip="none" rotWithShape="1">
            <a:gsLst>
              <a:gs pos="80000">
                <a:srgbClr val="A9D5ED"/>
              </a:gs>
              <a:gs pos="0">
                <a:srgbClr val="FFC6CC"/>
              </a:gs>
            </a:gsLst>
            <a:path path="circle">
              <a:fillToRect l="100000" t="100000"/>
            </a:path>
            <a:tileRect r="-100000" b="-100000"/>
          </a:gradFill>
          <a:ln w="19050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61257" tIns="209006" rIns="261257" bIns="20900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04917" fontAlgn="base">
              <a:spcBef>
                <a:spcPts val="317"/>
              </a:spcBef>
              <a:spcAft>
                <a:spcPct val="0"/>
              </a:spcAft>
              <a:tabLst>
                <a:tab pos="1487158" algn="l"/>
              </a:tabLst>
            </a:pPr>
            <a:endParaRPr lang="en-US" sz="2800" b="1">
              <a:ln w="3175">
                <a:noFill/>
              </a:ln>
              <a:gradFill flip="none" rotWithShape="1">
                <a:gsLst>
                  <a:gs pos="20183">
                    <a:srgbClr val="FFFFFF"/>
                  </a:gs>
                  <a:gs pos="42000">
                    <a:srgbClr val="FFFFFF"/>
                  </a:gs>
                </a:gsLst>
                <a:lin ang="2700000" scaled="0"/>
                <a:tileRect/>
              </a:gradFill>
              <a:latin typeface="Segoe UI Variable Display Semibold" pitchFamily="2" charset="0"/>
              <a:cs typeface="Segoe Sans Display Semibold" pitchFamily="2" charset="0"/>
            </a:endParaRPr>
          </a:p>
        </p:txBody>
      </p:sp>
      <p:pic>
        <p:nvPicPr>
          <p:cNvPr id="49" name="Graphic 48" descr="Cloud with solid fill">
            <a:extLst>
              <a:ext uri="{FF2B5EF4-FFF2-40B4-BE49-F238E27FC236}">
                <a16:creationId xmlns:a16="http://schemas.microsoft.com/office/drawing/2014/main" id="{FBEBF914-C6EE-263F-01FE-A04C1F24CDF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82116" y="1789906"/>
            <a:ext cx="591514" cy="591514"/>
          </a:xfrm>
          <a:prstGeom prst="rect">
            <a:avLst/>
          </a:prstGeom>
        </p:spPr>
      </p:pic>
      <p:sp>
        <p:nvSpPr>
          <p:cNvPr id="51" name="Oval 50">
            <a:extLst>
              <a:ext uri="{FF2B5EF4-FFF2-40B4-BE49-F238E27FC236}">
                <a16:creationId xmlns:a16="http://schemas.microsoft.com/office/drawing/2014/main" id="{6605A054-BD9E-CCF7-33A3-E66C895A42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9516286" y="1725009"/>
            <a:ext cx="721308" cy="721308"/>
          </a:xfrm>
          <a:prstGeom prst="ellipse">
            <a:avLst/>
          </a:prstGeom>
          <a:gradFill flip="none" rotWithShape="1">
            <a:gsLst>
              <a:gs pos="80000">
                <a:srgbClr val="A9D5ED"/>
              </a:gs>
              <a:gs pos="0">
                <a:srgbClr val="FFC6CC"/>
              </a:gs>
            </a:gsLst>
            <a:path path="circle">
              <a:fillToRect l="100000" t="100000"/>
            </a:path>
            <a:tileRect r="-100000" b="-100000"/>
          </a:gradFill>
          <a:ln w="19050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61257" tIns="209006" rIns="261257" bIns="20900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04917" fontAlgn="base">
              <a:spcBef>
                <a:spcPts val="317"/>
              </a:spcBef>
              <a:spcAft>
                <a:spcPct val="0"/>
              </a:spcAft>
              <a:tabLst>
                <a:tab pos="1487158" algn="l"/>
              </a:tabLst>
            </a:pPr>
            <a:endParaRPr lang="en-US" sz="2800" b="1">
              <a:ln w="3175">
                <a:noFill/>
              </a:ln>
              <a:gradFill flip="none" rotWithShape="1">
                <a:gsLst>
                  <a:gs pos="20183">
                    <a:srgbClr val="FFFFFF"/>
                  </a:gs>
                  <a:gs pos="42000">
                    <a:srgbClr val="FFFFFF"/>
                  </a:gs>
                </a:gsLst>
                <a:lin ang="2700000" scaled="0"/>
                <a:tileRect/>
              </a:gradFill>
              <a:latin typeface="Segoe UI Variable Display Semibold" pitchFamily="2" charset="0"/>
              <a:cs typeface="Segoe Sans Display Semibold" pitchFamily="2" charset="0"/>
            </a:endParaRP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0FE82F5E-A05F-8241-C2E4-8C186048AD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9622679" y="1845714"/>
            <a:ext cx="508522" cy="479889"/>
            <a:chOff x="9787831" y="1967541"/>
            <a:chExt cx="559374" cy="527879"/>
          </a:xfrm>
        </p:grpSpPr>
        <p:sp>
          <p:nvSpPr>
            <p:cNvPr id="53" name="Freeform 6">
              <a:extLst>
                <a:ext uri="{FF2B5EF4-FFF2-40B4-BE49-F238E27FC236}">
                  <a16:creationId xmlns:a16="http://schemas.microsoft.com/office/drawing/2014/main" id="{2321F840-EDE0-2FE3-9253-40BDE48F10B1}"/>
                </a:ext>
              </a:extLst>
            </p:cNvPr>
            <p:cNvSpPr>
              <a:spLocks/>
            </p:cNvSpPr>
            <p:nvPr/>
          </p:nvSpPr>
          <p:spPr bwMode="auto">
            <a:xfrm rot="2171515">
              <a:off x="9966694" y="2267560"/>
              <a:ext cx="247058" cy="227860"/>
            </a:xfrm>
            <a:custGeom>
              <a:avLst/>
              <a:gdLst>
                <a:gd name="T0" fmla="*/ 0 w 147"/>
                <a:gd name="T1" fmla="*/ 125 h 129"/>
                <a:gd name="T2" fmla="*/ 32 w 147"/>
                <a:gd name="T3" fmla="*/ 129 h 129"/>
                <a:gd name="T4" fmla="*/ 147 w 147"/>
                <a:gd name="T5" fmla="*/ 14 h 129"/>
                <a:gd name="T6" fmla="*/ 146 w 147"/>
                <a:gd name="T7" fmla="*/ 0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7" h="129">
                  <a:moveTo>
                    <a:pt x="0" y="125"/>
                  </a:moveTo>
                  <a:cubicBezTo>
                    <a:pt x="10" y="127"/>
                    <a:pt x="21" y="129"/>
                    <a:pt x="32" y="129"/>
                  </a:cubicBezTo>
                  <a:cubicBezTo>
                    <a:pt x="96" y="129"/>
                    <a:pt x="147" y="77"/>
                    <a:pt x="147" y="14"/>
                  </a:cubicBezTo>
                  <a:cubicBezTo>
                    <a:pt x="147" y="9"/>
                    <a:pt x="147" y="4"/>
                    <a:pt x="146" y="0"/>
                  </a:cubicBezTo>
                </a:path>
              </a:pathLst>
            </a:custGeom>
            <a:noFill/>
            <a:ln w="19050" cap="flat">
              <a:solidFill>
                <a:schemeClr val="tx1"/>
              </a:solidFill>
              <a:prstDash val="solid"/>
              <a:miter lim="800000"/>
              <a:headEnd type="triangle"/>
              <a:tailEnd type="none"/>
            </a:ln>
          </p:spPr>
          <p:txBody>
            <a:bodyPr vert="horz" wrap="square" lIns="91427" tIns="45713" rIns="91427" bIns="4571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22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54" name="Freeform 5">
              <a:extLst>
                <a:ext uri="{FF2B5EF4-FFF2-40B4-BE49-F238E27FC236}">
                  <a16:creationId xmlns:a16="http://schemas.microsoft.com/office/drawing/2014/main" id="{E8431241-5E8C-8CC5-EC74-173CC475D074}"/>
                </a:ext>
              </a:extLst>
            </p:cNvPr>
            <p:cNvSpPr>
              <a:spLocks/>
            </p:cNvSpPr>
            <p:nvPr/>
          </p:nvSpPr>
          <p:spPr bwMode="auto">
            <a:xfrm rot="2978489">
              <a:off x="9975650" y="1971426"/>
              <a:ext cx="229146" cy="221376"/>
            </a:xfrm>
            <a:custGeom>
              <a:avLst/>
              <a:gdLst>
                <a:gd name="T0" fmla="*/ 1 w 130"/>
                <a:gd name="T1" fmla="*/ 132 h 132"/>
                <a:gd name="T2" fmla="*/ 0 w 130"/>
                <a:gd name="T3" fmla="*/ 115 h 132"/>
                <a:gd name="T4" fmla="*/ 115 w 130"/>
                <a:gd name="T5" fmla="*/ 0 h 132"/>
                <a:gd name="T6" fmla="*/ 130 w 130"/>
                <a:gd name="T7" fmla="*/ 0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0" h="132">
                  <a:moveTo>
                    <a:pt x="1" y="132"/>
                  </a:moveTo>
                  <a:cubicBezTo>
                    <a:pt x="1" y="126"/>
                    <a:pt x="0" y="120"/>
                    <a:pt x="0" y="115"/>
                  </a:cubicBezTo>
                  <a:cubicBezTo>
                    <a:pt x="0" y="51"/>
                    <a:pt x="51" y="0"/>
                    <a:pt x="115" y="0"/>
                  </a:cubicBezTo>
                  <a:cubicBezTo>
                    <a:pt x="121" y="0"/>
                    <a:pt x="126" y="0"/>
                    <a:pt x="130" y="0"/>
                  </a:cubicBezTo>
                </a:path>
              </a:pathLst>
            </a:custGeom>
            <a:noFill/>
            <a:ln w="19050" cap="flat">
              <a:solidFill>
                <a:schemeClr val="tx1"/>
              </a:solidFill>
              <a:prstDash val="solid"/>
              <a:miter lim="800000"/>
              <a:headEnd/>
              <a:tailEnd type="triangle"/>
            </a:ln>
          </p:spPr>
          <p:txBody>
            <a:bodyPr vert="horz" wrap="square" lIns="91427" tIns="45713" rIns="91427" bIns="4571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22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55" name="Freeform 182">
              <a:extLst>
                <a:ext uri="{FF2B5EF4-FFF2-40B4-BE49-F238E27FC236}">
                  <a16:creationId xmlns:a16="http://schemas.microsoft.com/office/drawing/2014/main" id="{563D95B1-6363-53BF-C53F-56ECC767FCF6}"/>
                </a:ext>
              </a:extLst>
            </p:cNvPr>
            <p:cNvSpPr/>
            <p:nvPr/>
          </p:nvSpPr>
          <p:spPr bwMode="auto">
            <a:xfrm>
              <a:off x="9787831" y="2108714"/>
              <a:ext cx="174904" cy="236114"/>
            </a:xfrm>
            <a:custGeom>
              <a:avLst/>
              <a:gdLst>
                <a:gd name="connsiteX0" fmla="*/ 727701 w 1455401"/>
                <a:gd name="connsiteY0" fmla="*/ 107085 h 1866625"/>
                <a:gd name="connsiteX1" fmla="*/ 225411 w 1455401"/>
                <a:gd name="connsiteY1" fmla="*/ 254506 h 1866625"/>
                <a:gd name="connsiteX2" fmla="*/ 727701 w 1455401"/>
                <a:gd name="connsiteY2" fmla="*/ 401926 h 1866625"/>
                <a:gd name="connsiteX3" fmla="*/ 1229991 w 1455401"/>
                <a:gd name="connsiteY3" fmla="*/ 254506 h 1866625"/>
                <a:gd name="connsiteX4" fmla="*/ 727701 w 1455401"/>
                <a:gd name="connsiteY4" fmla="*/ 107085 h 1866625"/>
                <a:gd name="connsiteX5" fmla="*/ 727700 w 1455401"/>
                <a:gd name="connsiteY5" fmla="*/ 0 h 1866625"/>
                <a:gd name="connsiteX6" fmla="*/ 1451644 w 1455401"/>
                <a:gd name="connsiteY6" fmla="*/ 266488 h 1866625"/>
                <a:gd name="connsiteX7" fmla="*/ 1454289 w 1455401"/>
                <a:gd name="connsiteY7" fmla="*/ 287858 h 1866625"/>
                <a:gd name="connsiteX8" fmla="*/ 1455400 w 1455401"/>
                <a:gd name="connsiteY8" fmla="*/ 287858 h 1866625"/>
                <a:gd name="connsiteX9" fmla="*/ 1455400 w 1455401"/>
                <a:gd name="connsiteY9" fmla="*/ 296838 h 1866625"/>
                <a:gd name="connsiteX10" fmla="*/ 1455401 w 1455401"/>
                <a:gd name="connsiteY10" fmla="*/ 1017423 h 1866625"/>
                <a:gd name="connsiteX11" fmla="*/ 1439767 w 1455401"/>
                <a:gd name="connsiteY11" fmla="*/ 1030526 h 1866625"/>
                <a:gd name="connsiteX12" fmla="*/ 1434352 w 1455401"/>
                <a:gd name="connsiteY12" fmla="*/ 1033050 h 1866625"/>
                <a:gd name="connsiteX13" fmla="*/ 1434352 w 1455401"/>
                <a:gd name="connsiteY13" fmla="*/ 1143359 h 1866625"/>
                <a:gd name="connsiteX14" fmla="*/ 1439768 w 1455401"/>
                <a:gd name="connsiteY14" fmla="*/ 1140834 h 1866625"/>
                <a:gd name="connsiteX15" fmla="*/ 1455401 w 1455401"/>
                <a:gd name="connsiteY15" fmla="*/ 1127732 h 1866625"/>
                <a:gd name="connsiteX16" fmla="*/ 1455401 w 1455401"/>
                <a:gd name="connsiteY16" fmla="*/ 1569784 h 1866625"/>
                <a:gd name="connsiteX17" fmla="*/ 1455401 w 1455401"/>
                <a:gd name="connsiteY17" fmla="*/ 1569787 h 1866625"/>
                <a:gd name="connsiteX18" fmla="*/ 1455401 w 1455401"/>
                <a:gd name="connsiteY18" fmla="*/ 1569790 h 1866625"/>
                <a:gd name="connsiteX19" fmla="*/ 1455401 w 1455401"/>
                <a:gd name="connsiteY19" fmla="*/ 1578767 h 1866625"/>
                <a:gd name="connsiteX20" fmla="*/ 1454289 w 1455401"/>
                <a:gd name="connsiteY20" fmla="*/ 1578767 h 1866625"/>
                <a:gd name="connsiteX21" fmla="*/ 1451644 w 1455401"/>
                <a:gd name="connsiteY21" fmla="*/ 1600137 h 1866625"/>
                <a:gd name="connsiteX22" fmla="*/ 727701 w 1455401"/>
                <a:gd name="connsiteY22" fmla="*/ 1866625 h 1866625"/>
                <a:gd name="connsiteX23" fmla="*/ 3758 w 1455401"/>
                <a:gd name="connsiteY23" fmla="*/ 1600137 h 1866625"/>
                <a:gd name="connsiteX24" fmla="*/ 1113 w 1455401"/>
                <a:gd name="connsiteY24" fmla="*/ 1578767 h 1866625"/>
                <a:gd name="connsiteX25" fmla="*/ 1 w 1455401"/>
                <a:gd name="connsiteY25" fmla="*/ 1578767 h 1866625"/>
                <a:gd name="connsiteX26" fmla="*/ 1 w 1455401"/>
                <a:gd name="connsiteY26" fmla="*/ 1569787 h 1866625"/>
                <a:gd name="connsiteX27" fmla="*/ 1 w 1455401"/>
                <a:gd name="connsiteY27" fmla="*/ 1127733 h 1866625"/>
                <a:gd name="connsiteX28" fmla="*/ 15633 w 1455401"/>
                <a:gd name="connsiteY28" fmla="*/ 1140834 h 1866625"/>
                <a:gd name="connsiteX29" fmla="*/ 21049 w 1455401"/>
                <a:gd name="connsiteY29" fmla="*/ 1143359 h 1866625"/>
                <a:gd name="connsiteX30" fmla="*/ 21049 w 1455401"/>
                <a:gd name="connsiteY30" fmla="*/ 1033051 h 1866625"/>
                <a:gd name="connsiteX31" fmla="*/ 15633 w 1455401"/>
                <a:gd name="connsiteY31" fmla="*/ 1030526 h 1866625"/>
                <a:gd name="connsiteX32" fmla="*/ 0 w 1455401"/>
                <a:gd name="connsiteY32" fmla="*/ 1017423 h 1866625"/>
                <a:gd name="connsiteX33" fmla="*/ 1 w 1455401"/>
                <a:gd name="connsiteY33" fmla="*/ 296841 h 1866625"/>
                <a:gd name="connsiteX34" fmla="*/ 0 w 1455401"/>
                <a:gd name="connsiteY34" fmla="*/ 296838 h 1866625"/>
                <a:gd name="connsiteX35" fmla="*/ 1 w 1455401"/>
                <a:gd name="connsiteY35" fmla="*/ 296835 h 1866625"/>
                <a:gd name="connsiteX36" fmla="*/ 3758 w 1455401"/>
                <a:gd name="connsiteY36" fmla="*/ 266488 h 1866625"/>
                <a:gd name="connsiteX37" fmla="*/ 727700 w 1455401"/>
                <a:gd name="connsiteY37" fmla="*/ 0 h 1866625"/>
                <a:gd name="connsiteX0" fmla="*/ 727701 w 1455401"/>
                <a:gd name="connsiteY0" fmla="*/ 107085 h 1866625"/>
                <a:gd name="connsiteX1" fmla="*/ 225411 w 1455401"/>
                <a:gd name="connsiteY1" fmla="*/ 254506 h 1866625"/>
                <a:gd name="connsiteX2" fmla="*/ 727701 w 1455401"/>
                <a:gd name="connsiteY2" fmla="*/ 401926 h 1866625"/>
                <a:gd name="connsiteX3" fmla="*/ 1229991 w 1455401"/>
                <a:gd name="connsiteY3" fmla="*/ 254506 h 1866625"/>
                <a:gd name="connsiteX4" fmla="*/ 727701 w 1455401"/>
                <a:gd name="connsiteY4" fmla="*/ 107085 h 1866625"/>
                <a:gd name="connsiteX5" fmla="*/ 727700 w 1455401"/>
                <a:gd name="connsiteY5" fmla="*/ 0 h 1866625"/>
                <a:gd name="connsiteX6" fmla="*/ 1451644 w 1455401"/>
                <a:gd name="connsiteY6" fmla="*/ 266488 h 1866625"/>
                <a:gd name="connsiteX7" fmla="*/ 1454289 w 1455401"/>
                <a:gd name="connsiteY7" fmla="*/ 287858 h 1866625"/>
                <a:gd name="connsiteX8" fmla="*/ 1455400 w 1455401"/>
                <a:gd name="connsiteY8" fmla="*/ 287858 h 1866625"/>
                <a:gd name="connsiteX9" fmla="*/ 1455400 w 1455401"/>
                <a:gd name="connsiteY9" fmla="*/ 296838 h 1866625"/>
                <a:gd name="connsiteX10" fmla="*/ 1455401 w 1455401"/>
                <a:gd name="connsiteY10" fmla="*/ 1017423 h 1866625"/>
                <a:gd name="connsiteX11" fmla="*/ 1439767 w 1455401"/>
                <a:gd name="connsiteY11" fmla="*/ 1030526 h 1866625"/>
                <a:gd name="connsiteX12" fmla="*/ 1434352 w 1455401"/>
                <a:gd name="connsiteY12" fmla="*/ 1033050 h 1866625"/>
                <a:gd name="connsiteX13" fmla="*/ 1434352 w 1455401"/>
                <a:gd name="connsiteY13" fmla="*/ 1143359 h 1866625"/>
                <a:gd name="connsiteX14" fmla="*/ 1439768 w 1455401"/>
                <a:gd name="connsiteY14" fmla="*/ 1140834 h 1866625"/>
                <a:gd name="connsiteX15" fmla="*/ 1455401 w 1455401"/>
                <a:gd name="connsiteY15" fmla="*/ 1127732 h 1866625"/>
                <a:gd name="connsiteX16" fmla="*/ 1455401 w 1455401"/>
                <a:gd name="connsiteY16" fmla="*/ 1569784 h 1866625"/>
                <a:gd name="connsiteX17" fmla="*/ 1455401 w 1455401"/>
                <a:gd name="connsiteY17" fmla="*/ 1569787 h 1866625"/>
                <a:gd name="connsiteX18" fmla="*/ 1455401 w 1455401"/>
                <a:gd name="connsiteY18" fmla="*/ 1569790 h 1866625"/>
                <a:gd name="connsiteX19" fmla="*/ 1455401 w 1455401"/>
                <a:gd name="connsiteY19" fmla="*/ 1578767 h 1866625"/>
                <a:gd name="connsiteX20" fmla="*/ 1454289 w 1455401"/>
                <a:gd name="connsiteY20" fmla="*/ 1578767 h 1866625"/>
                <a:gd name="connsiteX21" fmla="*/ 1451644 w 1455401"/>
                <a:gd name="connsiteY21" fmla="*/ 1600137 h 1866625"/>
                <a:gd name="connsiteX22" fmla="*/ 727701 w 1455401"/>
                <a:gd name="connsiteY22" fmla="*/ 1866625 h 1866625"/>
                <a:gd name="connsiteX23" fmla="*/ 3758 w 1455401"/>
                <a:gd name="connsiteY23" fmla="*/ 1600137 h 1866625"/>
                <a:gd name="connsiteX24" fmla="*/ 1113 w 1455401"/>
                <a:gd name="connsiteY24" fmla="*/ 1578767 h 1866625"/>
                <a:gd name="connsiteX25" fmla="*/ 1 w 1455401"/>
                <a:gd name="connsiteY25" fmla="*/ 1578767 h 1866625"/>
                <a:gd name="connsiteX26" fmla="*/ 1 w 1455401"/>
                <a:gd name="connsiteY26" fmla="*/ 1569787 h 1866625"/>
                <a:gd name="connsiteX27" fmla="*/ 1 w 1455401"/>
                <a:gd name="connsiteY27" fmla="*/ 1127733 h 1866625"/>
                <a:gd name="connsiteX28" fmla="*/ 15633 w 1455401"/>
                <a:gd name="connsiteY28" fmla="*/ 1140834 h 1866625"/>
                <a:gd name="connsiteX29" fmla="*/ 21049 w 1455401"/>
                <a:gd name="connsiteY29" fmla="*/ 1033051 h 1866625"/>
                <a:gd name="connsiteX30" fmla="*/ 15633 w 1455401"/>
                <a:gd name="connsiteY30" fmla="*/ 1030526 h 1866625"/>
                <a:gd name="connsiteX31" fmla="*/ 0 w 1455401"/>
                <a:gd name="connsiteY31" fmla="*/ 1017423 h 1866625"/>
                <a:gd name="connsiteX32" fmla="*/ 1 w 1455401"/>
                <a:gd name="connsiteY32" fmla="*/ 296841 h 1866625"/>
                <a:gd name="connsiteX33" fmla="*/ 0 w 1455401"/>
                <a:gd name="connsiteY33" fmla="*/ 296838 h 1866625"/>
                <a:gd name="connsiteX34" fmla="*/ 1 w 1455401"/>
                <a:gd name="connsiteY34" fmla="*/ 296835 h 1866625"/>
                <a:gd name="connsiteX35" fmla="*/ 3758 w 1455401"/>
                <a:gd name="connsiteY35" fmla="*/ 266488 h 1866625"/>
                <a:gd name="connsiteX36" fmla="*/ 727700 w 1455401"/>
                <a:gd name="connsiteY36" fmla="*/ 0 h 1866625"/>
                <a:gd name="connsiteX0" fmla="*/ 727701 w 1455401"/>
                <a:gd name="connsiteY0" fmla="*/ 107085 h 1866625"/>
                <a:gd name="connsiteX1" fmla="*/ 225411 w 1455401"/>
                <a:gd name="connsiteY1" fmla="*/ 254506 h 1866625"/>
                <a:gd name="connsiteX2" fmla="*/ 727701 w 1455401"/>
                <a:gd name="connsiteY2" fmla="*/ 401926 h 1866625"/>
                <a:gd name="connsiteX3" fmla="*/ 1229991 w 1455401"/>
                <a:gd name="connsiteY3" fmla="*/ 254506 h 1866625"/>
                <a:gd name="connsiteX4" fmla="*/ 727701 w 1455401"/>
                <a:gd name="connsiteY4" fmla="*/ 107085 h 1866625"/>
                <a:gd name="connsiteX5" fmla="*/ 727700 w 1455401"/>
                <a:gd name="connsiteY5" fmla="*/ 0 h 1866625"/>
                <a:gd name="connsiteX6" fmla="*/ 1451644 w 1455401"/>
                <a:gd name="connsiteY6" fmla="*/ 266488 h 1866625"/>
                <a:gd name="connsiteX7" fmla="*/ 1454289 w 1455401"/>
                <a:gd name="connsiteY7" fmla="*/ 287858 h 1866625"/>
                <a:gd name="connsiteX8" fmla="*/ 1455400 w 1455401"/>
                <a:gd name="connsiteY8" fmla="*/ 287858 h 1866625"/>
                <a:gd name="connsiteX9" fmla="*/ 1455400 w 1455401"/>
                <a:gd name="connsiteY9" fmla="*/ 296838 h 1866625"/>
                <a:gd name="connsiteX10" fmla="*/ 1455401 w 1455401"/>
                <a:gd name="connsiteY10" fmla="*/ 1017423 h 1866625"/>
                <a:gd name="connsiteX11" fmla="*/ 1439767 w 1455401"/>
                <a:gd name="connsiteY11" fmla="*/ 1030526 h 1866625"/>
                <a:gd name="connsiteX12" fmla="*/ 1434352 w 1455401"/>
                <a:gd name="connsiteY12" fmla="*/ 1033050 h 1866625"/>
                <a:gd name="connsiteX13" fmla="*/ 1434352 w 1455401"/>
                <a:gd name="connsiteY13" fmla="*/ 1143359 h 1866625"/>
                <a:gd name="connsiteX14" fmla="*/ 1439768 w 1455401"/>
                <a:gd name="connsiteY14" fmla="*/ 1140834 h 1866625"/>
                <a:gd name="connsiteX15" fmla="*/ 1455401 w 1455401"/>
                <a:gd name="connsiteY15" fmla="*/ 1127732 h 1866625"/>
                <a:gd name="connsiteX16" fmla="*/ 1455401 w 1455401"/>
                <a:gd name="connsiteY16" fmla="*/ 1569784 h 1866625"/>
                <a:gd name="connsiteX17" fmla="*/ 1455401 w 1455401"/>
                <a:gd name="connsiteY17" fmla="*/ 1569787 h 1866625"/>
                <a:gd name="connsiteX18" fmla="*/ 1455401 w 1455401"/>
                <a:gd name="connsiteY18" fmla="*/ 1569790 h 1866625"/>
                <a:gd name="connsiteX19" fmla="*/ 1455401 w 1455401"/>
                <a:gd name="connsiteY19" fmla="*/ 1578767 h 1866625"/>
                <a:gd name="connsiteX20" fmla="*/ 1454289 w 1455401"/>
                <a:gd name="connsiteY20" fmla="*/ 1578767 h 1866625"/>
                <a:gd name="connsiteX21" fmla="*/ 1451644 w 1455401"/>
                <a:gd name="connsiteY21" fmla="*/ 1600137 h 1866625"/>
                <a:gd name="connsiteX22" fmla="*/ 727701 w 1455401"/>
                <a:gd name="connsiteY22" fmla="*/ 1866625 h 1866625"/>
                <a:gd name="connsiteX23" fmla="*/ 3758 w 1455401"/>
                <a:gd name="connsiteY23" fmla="*/ 1600137 h 1866625"/>
                <a:gd name="connsiteX24" fmla="*/ 1113 w 1455401"/>
                <a:gd name="connsiteY24" fmla="*/ 1578767 h 1866625"/>
                <a:gd name="connsiteX25" fmla="*/ 1 w 1455401"/>
                <a:gd name="connsiteY25" fmla="*/ 1578767 h 1866625"/>
                <a:gd name="connsiteX26" fmla="*/ 1 w 1455401"/>
                <a:gd name="connsiteY26" fmla="*/ 1569787 h 1866625"/>
                <a:gd name="connsiteX27" fmla="*/ 1 w 1455401"/>
                <a:gd name="connsiteY27" fmla="*/ 1127733 h 1866625"/>
                <a:gd name="connsiteX28" fmla="*/ 21049 w 1455401"/>
                <a:gd name="connsiteY28" fmla="*/ 1033051 h 1866625"/>
                <a:gd name="connsiteX29" fmla="*/ 15633 w 1455401"/>
                <a:gd name="connsiteY29" fmla="*/ 1030526 h 1866625"/>
                <a:gd name="connsiteX30" fmla="*/ 0 w 1455401"/>
                <a:gd name="connsiteY30" fmla="*/ 1017423 h 1866625"/>
                <a:gd name="connsiteX31" fmla="*/ 1 w 1455401"/>
                <a:gd name="connsiteY31" fmla="*/ 296841 h 1866625"/>
                <a:gd name="connsiteX32" fmla="*/ 0 w 1455401"/>
                <a:gd name="connsiteY32" fmla="*/ 296838 h 1866625"/>
                <a:gd name="connsiteX33" fmla="*/ 1 w 1455401"/>
                <a:gd name="connsiteY33" fmla="*/ 296835 h 1866625"/>
                <a:gd name="connsiteX34" fmla="*/ 3758 w 1455401"/>
                <a:gd name="connsiteY34" fmla="*/ 266488 h 1866625"/>
                <a:gd name="connsiteX35" fmla="*/ 727700 w 1455401"/>
                <a:gd name="connsiteY35" fmla="*/ 0 h 1866625"/>
                <a:gd name="connsiteX0" fmla="*/ 727701 w 1455401"/>
                <a:gd name="connsiteY0" fmla="*/ 107085 h 1866625"/>
                <a:gd name="connsiteX1" fmla="*/ 225411 w 1455401"/>
                <a:gd name="connsiteY1" fmla="*/ 254506 h 1866625"/>
                <a:gd name="connsiteX2" fmla="*/ 727701 w 1455401"/>
                <a:gd name="connsiteY2" fmla="*/ 401926 h 1866625"/>
                <a:gd name="connsiteX3" fmla="*/ 1229991 w 1455401"/>
                <a:gd name="connsiteY3" fmla="*/ 254506 h 1866625"/>
                <a:gd name="connsiteX4" fmla="*/ 727701 w 1455401"/>
                <a:gd name="connsiteY4" fmla="*/ 107085 h 1866625"/>
                <a:gd name="connsiteX5" fmla="*/ 727700 w 1455401"/>
                <a:gd name="connsiteY5" fmla="*/ 0 h 1866625"/>
                <a:gd name="connsiteX6" fmla="*/ 1451644 w 1455401"/>
                <a:gd name="connsiteY6" fmla="*/ 266488 h 1866625"/>
                <a:gd name="connsiteX7" fmla="*/ 1454289 w 1455401"/>
                <a:gd name="connsiteY7" fmla="*/ 287858 h 1866625"/>
                <a:gd name="connsiteX8" fmla="*/ 1455400 w 1455401"/>
                <a:gd name="connsiteY8" fmla="*/ 287858 h 1866625"/>
                <a:gd name="connsiteX9" fmla="*/ 1455400 w 1455401"/>
                <a:gd name="connsiteY9" fmla="*/ 296838 h 1866625"/>
                <a:gd name="connsiteX10" fmla="*/ 1455401 w 1455401"/>
                <a:gd name="connsiteY10" fmla="*/ 1017423 h 1866625"/>
                <a:gd name="connsiteX11" fmla="*/ 1439767 w 1455401"/>
                <a:gd name="connsiteY11" fmla="*/ 1030526 h 1866625"/>
                <a:gd name="connsiteX12" fmla="*/ 1434352 w 1455401"/>
                <a:gd name="connsiteY12" fmla="*/ 1033050 h 1866625"/>
                <a:gd name="connsiteX13" fmla="*/ 1434352 w 1455401"/>
                <a:gd name="connsiteY13" fmla="*/ 1143359 h 1866625"/>
                <a:gd name="connsiteX14" fmla="*/ 1439768 w 1455401"/>
                <a:gd name="connsiteY14" fmla="*/ 1140834 h 1866625"/>
                <a:gd name="connsiteX15" fmla="*/ 1455401 w 1455401"/>
                <a:gd name="connsiteY15" fmla="*/ 1127732 h 1866625"/>
                <a:gd name="connsiteX16" fmla="*/ 1455401 w 1455401"/>
                <a:gd name="connsiteY16" fmla="*/ 1569784 h 1866625"/>
                <a:gd name="connsiteX17" fmla="*/ 1455401 w 1455401"/>
                <a:gd name="connsiteY17" fmla="*/ 1569787 h 1866625"/>
                <a:gd name="connsiteX18" fmla="*/ 1455401 w 1455401"/>
                <a:gd name="connsiteY18" fmla="*/ 1569790 h 1866625"/>
                <a:gd name="connsiteX19" fmla="*/ 1455401 w 1455401"/>
                <a:gd name="connsiteY19" fmla="*/ 1578767 h 1866625"/>
                <a:gd name="connsiteX20" fmla="*/ 1454289 w 1455401"/>
                <a:gd name="connsiteY20" fmla="*/ 1578767 h 1866625"/>
                <a:gd name="connsiteX21" fmla="*/ 1451644 w 1455401"/>
                <a:gd name="connsiteY21" fmla="*/ 1600137 h 1866625"/>
                <a:gd name="connsiteX22" fmla="*/ 727701 w 1455401"/>
                <a:gd name="connsiteY22" fmla="*/ 1866625 h 1866625"/>
                <a:gd name="connsiteX23" fmla="*/ 3758 w 1455401"/>
                <a:gd name="connsiteY23" fmla="*/ 1600137 h 1866625"/>
                <a:gd name="connsiteX24" fmla="*/ 1113 w 1455401"/>
                <a:gd name="connsiteY24" fmla="*/ 1578767 h 1866625"/>
                <a:gd name="connsiteX25" fmla="*/ 1 w 1455401"/>
                <a:gd name="connsiteY25" fmla="*/ 1578767 h 1866625"/>
                <a:gd name="connsiteX26" fmla="*/ 1 w 1455401"/>
                <a:gd name="connsiteY26" fmla="*/ 1569787 h 1866625"/>
                <a:gd name="connsiteX27" fmla="*/ 1 w 1455401"/>
                <a:gd name="connsiteY27" fmla="*/ 1127733 h 1866625"/>
                <a:gd name="connsiteX28" fmla="*/ 21049 w 1455401"/>
                <a:gd name="connsiteY28" fmla="*/ 1033051 h 1866625"/>
                <a:gd name="connsiteX29" fmla="*/ 0 w 1455401"/>
                <a:gd name="connsiteY29" fmla="*/ 1017423 h 1866625"/>
                <a:gd name="connsiteX30" fmla="*/ 1 w 1455401"/>
                <a:gd name="connsiteY30" fmla="*/ 296841 h 1866625"/>
                <a:gd name="connsiteX31" fmla="*/ 0 w 1455401"/>
                <a:gd name="connsiteY31" fmla="*/ 296838 h 1866625"/>
                <a:gd name="connsiteX32" fmla="*/ 1 w 1455401"/>
                <a:gd name="connsiteY32" fmla="*/ 296835 h 1866625"/>
                <a:gd name="connsiteX33" fmla="*/ 3758 w 1455401"/>
                <a:gd name="connsiteY33" fmla="*/ 266488 h 1866625"/>
                <a:gd name="connsiteX34" fmla="*/ 727700 w 1455401"/>
                <a:gd name="connsiteY34" fmla="*/ 0 h 1866625"/>
                <a:gd name="connsiteX0" fmla="*/ 727701 w 1455401"/>
                <a:gd name="connsiteY0" fmla="*/ 107085 h 1866625"/>
                <a:gd name="connsiteX1" fmla="*/ 225411 w 1455401"/>
                <a:gd name="connsiteY1" fmla="*/ 254506 h 1866625"/>
                <a:gd name="connsiteX2" fmla="*/ 727701 w 1455401"/>
                <a:gd name="connsiteY2" fmla="*/ 401926 h 1866625"/>
                <a:gd name="connsiteX3" fmla="*/ 1229991 w 1455401"/>
                <a:gd name="connsiteY3" fmla="*/ 254506 h 1866625"/>
                <a:gd name="connsiteX4" fmla="*/ 727701 w 1455401"/>
                <a:gd name="connsiteY4" fmla="*/ 107085 h 1866625"/>
                <a:gd name="connsiteX5" fmla="*/ 727700 w 1455401"/>
                <a:gd name="connsiteY5" fmla="*/ 0 h 1866625"/>
                <a:gd name="connsiteX6" fmla="*/ 1451644 w 1455401"/>
                <a:gd name="connsiteY6" fmla="*/ 266488 h 1866625"/>
                <a:gd name="connsiteX7" fmla="*/ 1454289 w 1455401"/>
                <a:gd name="connsiteY7" fmla="*/ 287858 h 1866625"/>
                <a:gd name="connsiteX8" fmla="*/ 1455400 w 1455401"/>
                <a:gd name="connsiteY8" fmla="*/ 287858 h 1866625"/>
                <a:gd name="connsiteX9" fmla="*/ 1455400 w 1455401"/>
                <a:gd name="connsiteY9" fmla="*/ 296838 h 1866625"/>
                <a:gd name="connsiteX10" fmla="*/ 1455401 w 1455401"/>
                <a:gd name="connsiteY10" fmla="*/ 1017423 h 1866625"/>
                <a:gd name="connsiteX11" fmla="*/ 1439767 w 1455401"/>
                <a:gd name="connsiteY11" fmla="*/ 1030526 h 1866625"/>
                <a:gd name="connsiteX12" fmla="*/ 1434352 w 1455401"/>
                <a:gd name="connsiteY12" fmla="*/ 1033050 h 1866625"/>
                <a:gd name="connsiteX13" fmla="*/ 1434352 w 1455401"/>
                <a:gd name="connsiteY13" fmla="*/ 1143359 h 1866625"/>
                <a:gd name="connsiteX14" fmla="*/ 1439768 w 1455401"/>
                <a:gd name="connsiteY14" fmla="*/ 1140834 h 1866625"/>
                <a:gd name="connsiteX15" fmla="*/ 1455401 w 1455401"/>
                <a:gd name="connsiteY15" fmla="*/ 1127732 h 1866625"/>
                <a:gd name="connsiteX16" fmla="*/ 1455401 w 1455401"/>
                <a:gd name="connsiteY16" fmla="*/ 1569784 h 1866625"/>
                <a:gd name="connsiteX17" fmla="*/ 1455401 w 1455401"/>
                <a:gd name="connsiteY17" fmla="*/ 1569787 h 1866625"/>
                <a:gd name="connsiteX18" fmla="*/ 1455401 w 1455401"/>
                <a:gd name="connsiteY18" fmla="*/ 1569790 h 1866625"/>
                <a:gd name="connsiteX19" fmla="*/ 1455401 w 1455401"/>
                <a:gd name="connsiteY19" fmla="*/ 1578767 h 1866625"/>
                <a:gd name="connsiteX20" fmla="*/ 1454289 w 1455401"/>
                <a:gd name="connsiteY20" fmla="*/ 1578767 h 1866625"/>
                <a:gd name="connsiteX21" fmla="*/ 1451644 w 1455401"/>
                <a:gd name="connsiteY21" fmla="*/ 1600137 h 1866625"/>
                <a:gd name="connsiteX22" fmla="*/ 727701 w 1455401"/>
                <a:gd name="connsiteY22" fmla="*/ 1866625 h 1866625"/>
                <a:gd name="connsiteX23" fmla="*/ 3758 w 1455401"/>
                <a:gd name="connsiteY23" fmla="*/ 1600137 h 1866625"/>
                <a:gd name="connsiteX24" fmla="*/ 1113 w 1455401"/>
                <a:gd name="connsiteY24" fmla="*/ 1578767 h 1866625"/>
                <a:gd name="connsiteX25" fmla="*/ 1 w 1455401"/>
                <a:gd name="connsiteY25" fmla="*/ 1578767 h 1866625"/>
                <a:gd name="connsiteX26" fmla="*/ 1 w 1455401"/>
                <a:gd name="connsiteY26" fmla="*/ 1569787 h 1866625"/>
                <a:gd name="connsiteX27" fmla="*/ 1 w 1455401"/>
                <a:gd name="connsiteY27" fmla="*/ 1127733 h 1866625"/>
                <a:gd name="connsiteX28" fmla="*/ 0 w 1455401"/>
                <a:gd name="connsiteY28" fmla="*/ 1017423 h 1866625"/>
                <a:gd name="connsiteX29" fmla="*/ 1 w 1455401"/>
                <a:gd name="connsiteY29" fmla="*/ 296841 h 1866625"/>
                <a:gd name="connsiteX30" fmla="*/ 0 w 1455401"/>
                <a:gd name="connsiteY30" fmla="*/ 296838 h 1866625"/>
                <a:gd name="connsiteX31" fmla="*/ 1 w 1455401"/>
                <a:gd name="connsiteY31" fmla="*/ 296835 h 1866625"/>
                <a:gd name="connsiteX32" fmla="*/ 3758 w 1455401"/>
                <a:gd name="connsiteY32" fmla="*/ 266488 h 1866625"/>
                <a:gd name="connsiteX33" fmla="*/ 727700 w 1455401"/>
                <a:gd name="connsiteY33" fmla="*/ 0 h 1866625"/>
                <a:gd name="connsiteX0" fmla="*/ 727701 w 1455401"/>
                <a:gd name="connsiteY0" fmla="*/ 107085 h 1866625"/>
                <a:gd name="connsiteX1" fmla="*/ 225411 w 1455401"/>
                <a:gd name="connsiteY1" fmla="*/ 254506 h 1866625"/>
                <a:gd name="connsiteX2" fmla="*/ 727701 w 1455401"/>
                <a:gd name="connsiteY2" fmla="*/ 401926 h 1866625"/>
                <a:gd name="connsiteX3" fmla="*/ 1229991 w 1455401"/>
                <a:gd name="connsiteY3" fmla="*/ 254506 h 1866625"/>
                <a:gd name="connsiteX4" fmla="*/ 727701 w 1455401"/>
                <a:gd name="connsiteY4" fmla="*/ 107085 h 1866625"/>
                <a:gd name="connsiteX5" fmla="*/ 727700 w 1455401"/>
                <a:gd name="connsiteY5" fmla="*/ 0 h 1866625"/>
                <a:gd name="connsiteX6" fmla="*/ 1451644 w 1455401"/>
                <a:gd name="connsiteY6" fmla="*/ 266488 h 1866625"/>
                <a:gd name="connsiteX7" fmla="*/ 1454289 w 1455401"/>
                <a:gd name="connsiteY7" fmla="*/ 287858 h 1866625"/>
                <a:gd name="connsiteX8" fmla="*/ 1455400 w 1455401"/>
                <a:gd name="connsiteY8" fmla="*/ 287858 h 1866625"/>
                <a:gd name="connsiteX9" fmla="*/ 1455400 w 1455401"/>
                <a:gd name="connsiteY9" fmla="*/ 296838 h 1866625"/>
                <a:gd name="connsiteX10" fmla="*/ 1455401 w 1455401"/>
                <a:gd name="connsiteY10" fmla="*/ 1017423 h 1866625"/>
                <a:gd name="connsiteX11" fmla="*/ 1439767 w 1455401"/>
                <a:gd name="connsiteY11" fmla="*/ 1030526 h 1866625"/>
                <a:gd name="connsiteX12" fmla="*/ 1434352 w 1455401"/>
                <a:gd name="connsiteY12" fmla="*/ 1033050 h 1866625"/>
                <a:gd name="connsiteX13" fmla="*/ 1434352 w 1455401"/>
                <a:gd name="connsiteY13" fmla="*/ 1143359 h 1866625"/>
                <a:gd name="connsiteX14" fmla="*/ 1439768 w 1455401"/>
                <a:gd name="connsiteY14" fmla="*/ 1140834 h 1866625"/>
                <a:gd name="connsiteX15" fmla="*/ 1455401 w 1455401"/>
                <a:gd name="connsiteY15" fmla="*/ 1127732 h 1866625"/>
                <a:gd name="connsiteX16" fmla="*/ 1455401 w 1455401"/>
                <a:gd name="connsiteY16" fmla="*/ 1569784 h 1866625"/>
                <a:gd name="connsiteX17" fmla="*/ 1455401 w 1455401"/>
                <a:gd name="connsiteY17" fmla="*/ 1569787 h 1866625"/>
                <a:gd name="connsiteX18" fmla="*/ 1455401 w 1455401"/>
                <a:gd name="connsiteY18" fmla="*/ 1569790 h 1866625"/>
                <a:gd name="connsiteX19" fmla="*/ 1455401 w 1455401"/>
                <a:gd name="connsiteY19" fmla="*/ 1578767 h 1866625"/>
                <a:gd name="connsiteX20" fmla="*/ 1454289 w 1455401"/>
                <a:gd name="connsiteY20" fmla="*/ 1578767 h 1866625"/>
                <a:gd name="connsiteX21" fmla="*/ 1451644 w 1455401"/>
                <a:gd name="connsiteY21" fmla="*/ 1600137 h 1866625"/>
                <a:gd name="connsiteX22" fmla="*/ 727701 w 1455401"/>
                <a:gd name="connsiteY22" fmla="*/ 1866625 h 1866625"/>
                <a:gd name="connsiteX23" fmla="*/ 3758 w 1455401"/>
                <a:gd name="connsiteY23" fmla="*/ 1600137 h 1866625"/>
                <a:gd name="connsiteX24" fmla="*/ 1113 w 1455401"/>
                <a:gd name="connsiteY24" fmla="*/ 1578767 h 1866625"/>
                <a:gd name="connsiteX25" fmla="*/ 1 w 1455401"/>
                <a:gd name="connsiteY25" fmla="*/ 1578767 h 1866625"/>
                <a:gd name="connsiteX26" fmla="*/ 1 w 1455401"/>
                <a:gd name="connsiteY26" fmla="*/ 1569787 h 1866625"/>
                <a:gd name="connsiteX27" fmla="*/ 1 w 1455401"/>
                <a:gd name="connsiteY27" fmla="*/ 1127733 h 1866625"/>
                <a:gd name="connsiteX28" fmla="*/ 1 w 1455401"/>
                <a:gd name="connsiteY28" fmla="*/ 296841 h 1866625"/>
                <a:gd name="connsiteX29" fmla="*/ 0 w 1455401"/>
                <a:gd name="connsiteY29" fmla="*/ 296838 h 1866625"/>
                <a:gd name="connsiteX30" fmla="*/ 1 w 1455401"/>
                <a:gd name="connsiteY30" fmla="*/ 296835 h 1866625"/>
                <a:gd name="connsiteX31" fmla="*/ 3758 w 1455401"/>
                <a:gd name="connsiteY31" fmla="*/ 266488 h 1866625"/>
                <a:gd name="connsiteX32" fmla="*/ 727700 w 1455401"/>
                <a:gd name="connsiteY32" fmla="*/ 0 h 1866625"/>
                <a:gd name="connsiteX0" fmla="*/ 727701 w 1455401"/>
                <a:gd name="connsiteY0" fmla="*/ 107085 h 1866625"/>
                <a:gd name="connsiteX1" fmla="*/ 225411 w 1455401"/>
                <a:gd name="connsiteY1" fmla="*/ 254506 h 1866625"/>
                <a:gd name="connsiteX2" fmla="*/ 727701 w 1455401"/>
                <a:gd name="connsiteY2" fmla="*/ 401926 h 1866625"/>
                <a:gd name="connsiteX3" fmla="*/ 1229991 w 1455401"/>
                <a:gd name="connsiteY3" fmla="*/ 254506 h 1866625"/>
                <a:gd name="connsiteX4" fmla="*/ 727701 w 1455401"/>
                <a:gd name="connsiteY4" fmla="*/ 107085 h 1866625"/>
                <a:gd name="connsiteX5" fmla="*/ 727700 w 1455401"/>
                <a:gd name="connsiteY5" fmla="*/ 0 h 1866625"/>
                <a:gd name="connsiteX6" fmla="*/ 1451644 w 1455401"/>
                <a:gd name="connsiteY6" fmla="*/ 266488 h 1866625"/>
                <a:gd name="connsiteX7" fmla="*/ 1454289 w 1455401"/>
                <a:gd name="connsiteY7" fmla="*/ 287858 h 1866625"/>
                <a:gd name="connsiteX8" fmla="*/ 1455400 w 1455401"/>
                <a:gd name="connsiteY8" fmla="*/ 287858 h 1866625"/>
                <a:gd name="connsiteX9" fmla="*/ 1455400 w 1455401"/>
                <a:gd name="connsiteY9" fmla="*/ 296838 h 1866625"/>
                <a:gd name="connsiteX10" fmla="*/ 1455401 w 1455401"/>
                <a:gd name="connsiteY10" fmla="*/ 1017423 h 1866625"/>
                <a:gd name="connsiteX11" fmla="*/ 1439767 w 1455401"/>
                <a:gd name="connsiteY11" fmla="*/ 1030526 h 1866625"/>
                <a:gd name="connsiteX12" fmla="*/ 1434352 w 1455401"/>
                <a:gd name="connsiteY12" fmla="*/ 1033050 h 1866625"/>
                <a:gd name="connsiteX13" fmla="*/ 1434352 w 1455401"/>
                <a:gd name="connsiteY13" fmla="*/ 1143359 h 1866625"/>
                <a:gd name="connsiteX14" fmla="*/ 1439768 w 1455401"/>
                <a:gd name="connsiteY14" fmla="*/ 1140834 h 1866625"/>
                <a:gd name="connsiteX15" fmla="*/ 1455401 w 1455401"/>
                <a:gd name="connsiteY15" fmla="*/ 1127732 h 1866625"/>
                <a:gd name="connsiteX16" fmla="*/ 1455401 w 1455401"/>
                <a:gd name="connsiteY16" fmla="*/ 1569784 h 1866625"/>
                <a:gd name="connsiteX17" fmla="*/ 1455401 w 1455401"/>
                <a:gd name="connsiteY17" fmla="*/ 1569787 h 1866625"/>
                <a:gd name="connsiteX18" fmla="*/ 1455401 w 1455401"/>
                <a:gd name="connsiteY18" fmla="*/ 1569790 h 1866625"/>
                <a:gd name="connsiteX19" fmla="*/ 1455401 w 1455401"/>
                <a:gd name="connsiteY19" fmla="*/ 1578767 h 1866625"/>
                <a:gd name="connsiteX20" fmla="*/ 1454289 w 1455401"/>
                <a:gd name="connsiteY20" fmla="*/ 1578767 h 1866625"/>
                <a:gd name="connsiteX21" fmla="*/ 1451644 w 1455401"/>
                <a:gd name="connsiteY21" fmla="*/ 1600137 h 1866625"/>
                <a:gd name="connsiteX22" fmla="*/ 727701 w 1455401"/>
                <a:gd name="connsiteY22" fmla="*/ 1866625 h 1866625"/>
                <a:gd name="connsiteX23" fmla="*/ 3758 w 1455401"/>
                <a:gd name="connsiteY23" fmla="*/ 1600137 h 1866625"/>
                <a:gd name="connsiteX24" fmla="*/ 1113 w 1455401"/>
                <a:gd name="connsiteY24" fmla="*/ 1578767 h 1866625"/>
                <a:gd name="connsiteX25" fmla="*/ 1 w 1455401"/>
                <a:gd name="connsiteY25" fmla="*/ 1578767 h 1866625"/>
                <a:gd name="connsiteX26" fmla="*/ 1 w 1455401"/>
                <a:gd name="connsiteY26" fmla="*/ 1569787 h 1866625"/>
                <a:gd name="connsiteX27" fmla="*/ 1 w 1455401"/>
                <a:gd name="connsiteY27" fmla="*/ 296841 h 1866625"/>
                <a:gd name="connsiteX28" fmla="*/ 0 w 1455401"/>
                <a:gd name="connsiteY28" fmla="*/ 296838 h 1866625"/>
                <a:gd name="connsiteX29" fmla="*/ 1 w 1455401"/>
                <a:gd name="connsiteY29" fmla="*/ 296835 h 1866625"/>
                <a:gd name="connsiteX30" fmla="*/ 3758 w 1455401"/>
                <a:gd name="connsiteY30" fmla="*/ 266488 h 1866625"/>
                <a:gd name="connsiteX31" fmla="*/ 727700 w 1455401"/>
                <a:gd name="connsiteY31" fmla="*/ 0 h 1866625"/>
                <a:gd name="connsiteX0" fmla="*/ 727701 w 1455401"/>
                <a:gd name="connsiteY0" fmla="*/ 107085 h 1866625"/>
                <a:gd name="connsiteX1" fmla="*/ 225411 w 1455401"/>
                <a:gd name="connsiteY1" fmla="*/ 254506 h 1866625"/>
                <a:gd name="connsiteX2" fmla="*/ 727701 w 1455401"/>
                <a:gd name="connsiteY2" fmla="*/ 401926 h 1866625"/>
                <a:gd name="connsiteX3" fmla="*/ 1229991 w 1455401"/>
                <a:gd name="connsiteY3" fmla="*/ 254506 h 1866625"/>
                <a:gd name="connsiteX4" fmla="*/ 727701 w 1455401"/>
                <a:gd name="connsiteY4" fmla="*/ 107085 h 1866625"/>
                <a:gd name="connsiteX5" fmla="*/ 727700 w 1455401"/>
                <a:gd name="connsiteY5" fmla="*/ 0 h 1866625"/>
                <a:gd name="connsiteX6" fmla="*/ 1451644 w 1455401"/>
                <a:gd name="connsiteY6" fmla="*/ 266488 h 1866625"/>
                <a:gd name="connsiteX7" fmla="*/ 1454289 w 1455401"/>
                <a:gd name="connsiteY7" fmla="*/ 287858 h 1866625"/>
                <a:gd name="connsiteX8" fmla="*/ 1455400 w 1455401"/>
                <a:gd name="connsiteY8" fmla="*/ 287858 h 1866625"/>
                <a:gd name="connsiteX9" fmla="*/ 1455400 w 1455401"/>
                <a:gd name="connsiteY9" fmla="*/ 296838 h 1866625"/>
                <a:gd name="connsiteX10" fmla="*/ 1455401 w 1455401"/>
                <a:gd name="connsiteY10" fmla="*/ 1017423 h 1866625"/>
                <a:gd name="connsiteX11" fmla="*/ 1439767 w 1455401"/>
                <a:gd name="connsiteY11" fmla="*/ 1030526 h 1866625"/>
                <a:gd name="connsiteX12" fmla="*/ 1434352 w 1455401"/>
                <a:gd name="connsiteY12" fmla="*/ 1143359 h 1866625"/>
                <a:gd name="connsiteX13" fmla="*/ 1439768 w 1455401"/>
                <a:gd name="connsiteY13" fmla="*/ 1140834 h 1866625"/>
                <a:gd name="connsiteX14" fmla="*/ 1455401 w 1455401"/>
                <a:gd name="connsiteY14" fmla="*/ 1127732 h 1866625"/>
                <a:gd name="connsiteX15" fmla="*/ 1455401 w 1455401"/>
                <a:gd name="connsiteY15" fmla="*/ 1569784 h 1866625"/>
                <a:gd name="connsiteX16" fmla="*/ 1455401 w 1455401"/>
                <a:gd name="connsiteY16" fmla="*/ 1569787 h 1866625"/>
                <a:gd name="connsiteX17" fmla="*/ 1455401 w 1455401"/>
                <a:gd name="connsiteY17" fmla="*/ 1569790 h 1866625"/>
                <a:gd name="connsiteX18" fmla="*/ 1455401 w 1455401"/>
                <a:gd name="connsiteY18" fmla="*/ 1578767 h 1866625"/>
                <a:gd name="connsiteX19" fmla="*/ 1454289 w 1455401"/>
                <a:gd name="connsiteY19" fmla="*/ 1578767 h 1866625"/>
                <a:gd name="connsiteX20" fmla="*/ 1451644 w 1455401"/>
                <a:gd name="connsiteY20" fmla="*/ 1600137 h 1866625"/>
                <a:gd name="connsiteX21" fmla="*/ 727701 w 1455401"/>
                <a:gd name="connsiteY21" fmla="*/ 1866625 h 1866625"/>
                <a:gd name="connsiteX22" fmla="*/ 3758 w 1455401"/>
                <a:gd name="connsiteY22" fmla="*/ 1600137 h 1866625"/>
                <a:gd name="connsiteX23" fmla="*/ 1113 w 1455401"/>
                <a:gd name="connsiteY23" fmla="*/ 1578767 h 1866625"/>
                <a:gd name="connsiteX24" fmla="*/ 1 w 1455401"/>
                <a:gd name="connsiteY24" fmla="*/ 1578767 h 1866625"/>
                <a:gd name="connsiteX25" fmla="*/ 1 w 1455401"/>
                <a:gd name="connsiteY25" fmla="*/ 1569787 h 1866625"/>
                <a:gd name="connsiteX26" fmla="*/ 1 w 1455401"/>
                <a:gd name="connsiteY26" fmla="*/ 296841 h 1866625"/>
                <a:gd name="connsiteX27" fmla="*/ 0 w 1455401"/>
                <a:gd name="connsiteY27" fmla="*/ 296838 h 1866625"/>
                <a:gd name="connsiteX28" fmla="*/ 1 w 1455401"/>
                <a:gd name="connsiteY28" fmla="*/ 296835 h 1866625"/>
                <a:gd name="connsiteX29" fmla="*/ 3758 w 1455401"/>
                <a:gd name="connsiteY29" fmla="*/ 266488 h 1866625"/>
                <a:gd name="connsiteX30" fmla="*/ 727700 w 1455401"/>
                <a:gd name="connsiteY30" fmla="*/ 0 h 1866625"/>
                <a:gd name="connsiteX0" fmla="*/ 727701 w 1455401"/>
                <a:gd name="connsiteY0" fmla="*/ 107085 h 1866625"/>
                <a:gd name="connsiteX1" fmla="*/ 225411 w 1455401"/>
                <a:gd name="connsiteY1" fmla="*/ 254506 h 1866625"/>
                <a:gd name="connsiteX2" fmla="*/ 727701 w 1455401"/>
                <a:gd name="connsiteY2" fmla="*/ 401926 h 1866625"/>
                <a:gd name="connsiteX3" fmla="*/ 1229991 w 1455401"/>
                <a:gd name="connsiteY3" fmla="*/ 254506 h 1866625"/>
                <a:gd name="connsiteX4" fmla="*/ 727701 w 1455401"/>
                <a:gd name="connsiteY4" fmla="*/ 107085 h 1866625"/>
                <a:gd name="connsiteX5" fmla="*/ 727700 w 1455401"/>
                <a:gd name="connsiteY5" fmla="*/ 0 h 1866625"/>
                <a:gd name="connsiteX6" fmla="*/ 1451644 w 1455401"/>
                <a:gd name="connsiteY6" fmla="*/ 266488 h 1866625"/>
                <a:gd name="connsiteX7" fmla="*/ 1454289 w 1455401"/>
                <a:gd name="connsiteY7" fmla="*/ 287858 h 1866625"/>
                <a:gd name="connsiteX8" fmla="*/ 1455400 w 1455401"/>
                <a:gd name="connsiteY8" fmla="*/ 287858 h 1866625"/>
                <a:gd name="connsiteX9" fmla="*/ 1455400 w 1455401"/>
                <a:gd name="connsiteY9" fmla="*/ 296838 h 1866625"/>
                <a:gd name="connsiteX10" fmla="*/ 1455401 w 1455401"/>
                <a:gd name="connsiteY10" fmla="*/ 1017423 h 1866625"/>
                <a:gd name="connsiteX11" fmla="*/ 1434352 w 1455401"/>
                <a:gd name="connsiteY11" fmla="*/ 1143359 h 1866625"/>
                <a:gd name="connsiteX12" fmla="*/ 1439768 w 1455401"/>
                <a:gd name="connsiteY12" fmla="*/ 1140834 h 1866625"/>
                <a:gd name="connsiteX13" fmla="*/ 1455401 w 1455401"/>
                <a:gd name="connsiteY13" fmla="*/ 1127732 h 1866625"/>
                <a:gd name="connsiteX14" fmla="*/ 1455401 w 1455401"/>
                <a:gd name="connsiteY14" fmla="*/ 1569784 h 1866625"/>
                <a:gd name="connsiteX15" fmla="*/ 1455401 w 1455401"/>
                <a:gd name="connsiteY15" fmla="*/ 1569787 h 1866625"/>
                <a:gd name="connsiteX16" fmla="*/ 1455401 w 1455401"/>
                <a:gd name="connsiteY16" fmla="*/ 1569790 h 1866625"/>
                <a:gd name="connsiteX17" fmla="*/ 1455401 w 1455401"/>
                <a:gd name="connsiteY17" fmla="*/ 1578767 h 1866625"/>
                <a:gd name="connsiteX18" fmla="*/ 1454289 w 1455401"/>
                <a:gd name="connsiteY18" fmla="*/ 1578767 h 1866625"/>
                <a:gd name="connsiteX19" fmla="*/ 1451644 w 1455401"/>
                <a:gd name="connsiteY19" fmla="*/ 1600137 h 1866625"/>
                <a:gd name="connsiteX20" fmla="*/ 727701 w 1455401"/>
                <a:gd name="connsiteY20" fmla="*/ 1866625 h 1866625"/>
                <a:gd name="connsiteX21" fmla="*/ 3758 w 1455401"/>
                <a:gd name="connsiteY21" fmla="*/ 1600137 h 1866625"/>
                <a:gd name="connsiteX22" fmla="*/ 1113 w 1455401"/>
                <a:gd name="connsiteY22" fmla="*/ 1578767 h 1866625"/>
                <a:gd name="connsiteX23" fmla="*/ 1 w 1455401"/>
                <a:gd name="connsiteY23" fmla="*/ 1578767 h 1866625"/>
                <a:gd name="connsiteX24" fmla="*/ 1 w 1455401"/>
                <a:gd name="connsiteY24" fmla="*/ 1569787 h 1866625"/>
                <a:gd name="connsiteX25" fmla="*/ 1 w 1455401"/>
                <a:gd name="connsiteY25" fmla="*/ 296841 h 1866625"/>
                <a:gd name="connsiteX26" fmla="*/ 0 w 1455401"/>
                <a:gd name="connsiteY26" fmla="*/ 296838 h 1866625"/>
                <a:gd name="connsiteX27" fmla="*/ 1 w 1455401"/>
                <a:gd name="connsiteY27" fmla="*/ 296835 h 1866625"/>
                <a:gd name="connsiteX28" fmla="*/ 3758 w 1455401"/>
                <a:gd name="connsiteY28" fmla="*/ 266488 h 1866625"/>
                <a:gd name="connsiteX29" fmla="*/ 727700 w 1455401"/>
                <a:gd name="connsiteY29" fmla="*/ 0 h 1866625"/>
                <a:gd name="connsiteX0" fmla="*/ 727701 w 1455401"/>
                <a:gd name="connsiteY0" fmla="*/ 107085 h 1866625"/>
                <a:gd name="connsiteX1" fmla="*/ 225411 w 1455401"/>
                <a:gd name="connsiteY1" fmla="*/ 254506 h 1866625"/>
                <a:gd name="connsiteX2" fmla="*/ 727701 w 1455401"/>
                <a:gd name="connsiteY2" fmla="*/ 401926 h 1866625"/>
                <a:gd name="connsiteX3" fmla="*/ 1229991 w 1455401"/>
                <a:gd name="connsiteY3" fmla="*/ 254506 h 1866625"/>
                <a:gd name="connsiteX4" fmla="*/ 727701 w 1455401"/>
                <a:gd name="connsiteY4" fmla="*/ 107085 h 1866625"/>
                <a:gd name="connsiteX5" fmla="*/ 727700 w 1455401"/>
                <a:gd name="connsiteY5" fmla="*/ 0 h 1866625"/>
                <a:gd name="connsiteX6" fmla="*/ 1451644 w 1455401"/>
                <a:gd name="connsiteY6" fmla="*/ 266488 h 1866625"/>
                <a:gd name="connsiteX7" fmla="*/ 1454289 w 1455401"/>
                <a:gd name="connsiteY7" fmla="*/ 287858 h 1866625"/>
                <a:gd name="connsiteX8" fmla="*/ 1455400 w 1455401"/>
                <a:gd name="connsiteY8" fmla="*/ 287858 h 1866625"/>
                <a:gd name="connsiteX9" fmla="*/ 1455400 w 1455401"/>
                <a:gd name="connsiteY9" fmla="*/ 296838 h 1866625"/>
                <a:gd name="connsiteX10" fmla="*/ 1434352 w 1455401"/>
                <a:gd name="connsiteY10" fmla="*/ 1143359 h 1866625"/>
                <a:gd name="connsiteX11" fmla="*/ 1439768 w 1455401"/>
                <a:gd name="connsiteY11" fmla="*/ 1140834 h 1866625"/>
                <a:gd name="connsiteX12" fmla="*/ 1455401 w 1455401"/>
                <a:gd name="connsiteY12" fmla="*/ 1127732 h 1866625"/>
                <a:gd name="connsiteX13" fmla="*/ 1455401 w 1455401"/>
                <a:gd name="connsiteY13" fmla="*/ 1569784 h 1866625"/>
                <a:gd name="connsiteX14" fmla="*/ 1455401 w 1455401"/>
                <a:gd name="connsiteY14" fmla="*/ 1569787 h 1866625"/>
                <a:gd name="connsiteX15" fmla="*/ 1455401 w 1455401"/>
                <a:gd name="connsiteY15" fmla="*/ 1569790 h 1866625"/>
                <a:gd name="connsiteX16" fmla="*/ 1455401 w 1455401"/>
                <a:gd name="connsiteY16" fmla="*/ 1578767 h 1866625"/>
                <a:gd name="connsiteX17" fmla="*/ 1454289 w 1455401"/>
                <a:gd name="connsiteY17" fmla="*/ 1578767 h 1866625"/>
                <a:gd name="connsiteX18" fmla="*/ 1451644 w 1455401"/>
                <a:gd name="connsiteY18" fmla="*/ 1600137 h 1866625"/>
                <a:gd name="connsiteX19" fmla="*/ 727701 w 1455401"/>
                <a:gd name="connsiteY19" fmla="*/ 1866625 h 1866625"/>
                <a:gd name="connsiteX20" fmla="*/ 3758 w 1455401"/>
                <a:gd name="connsiteY20" fmla="*/ 1600137 h 1866625"/>
                <a:gd name="connsiteX21" fmla="*/ 1113 w 1455401"/>
                <a:gd name="connsiteY21" fmla="*/ 1578767 h 1866625"/>
                <a:gd name="connsiteX22" fmla="*/ 1 w 1455401"/>
                <a:gd name="connsiteY22" fmla="*/ 1578767 h 1866625"/>
                <a:gd name="connsiteX23" fmla="*/ 1 w 1455401"/>
                <a:gd name="connsiteY23" fmla="*/ 1569787 h 1866625"/>
                <a:gd name="connsiteX24" fmla="*/ 1 w 1455401"/>
                <a:gd name="connsiteY24" fmla="*/ 296841 h 1866625"/>
                <a:gd name="connsiteX25" fmla="*/ 0 w 1455401"/>
                <a:gd name="connsiteY25" fmla="*/ 296838 h 1866625"/>
                <a:gd name="connsiteX26" fmla="*/ 1 w 1455401"/>
                <a:gd name="connsiteY26" fmla="*/ 296835 h 1866625"/>
                <a:gd name="connsiteX27" fmla="*/ 3758 w 1455401"/>
                <a:gd name="connsiteY27" fmla="*/ 266488 h 1866625"/>
                <a:gd name="connsiteX28" fmla="*/ 727700 w 1455401"/>
                <a:gd name="connsiteY28" fmla="*/ 0 h 1866625"/>
                <a:gd name="connsiteX0" fmla="*/ 727701 w 1455401"/>
                <a:gd name="connsiteY0" fmla="*/ 107085 h 1866625"/>
                <a:gd name="connsiteX1" fmla="*/ 225411 w 1455401"/>
                <a:gd name="connsiteY1" fmla="*/ 254506 h 1866625"/>
                <a:gd name="connsiteX2" fmla="*/ 727701 w 1455401"/>
                <a:gd name="connsiteY2" fmla="*/ 401926 h 1866625"/>
                <a:gd name="connsiteX3" fmla="*/ 1229991 w 1455401"/>
                <a:gd name="connsiteY3" fmla="*/ 254506 h 1866625"/>
                <a:gd name="connsiteX4" fmla="*/ 727701 w 1455401"/>
                <a:gd name="connsiteY4" fmla="*/ 107085 h 1866625"/>
                <a:gd name="connsiteX5" fmla="*/ 727700 w 1455401"/>
                <a:gd name="connsiteY5" fmla="*/ 0 h 1866625"/>
                <a:gd name="connsiteX6" fmla="*/ 1451644 w 1455401"/>
                <a:gd name="connsiteY6" fmla="*/ 266488 h 1866625"/>
                <a:gd name="connsiteX7" fmla="*/ 1454289 w 1455401"/>
                <a:gd name="connsiteY7" fmla="*/ 287858 h 1866625"/>
                <a:gd name="connsiteX8" fmla="*/ 1455400 w 1455401"/>
                <a:gd name="connsiteY8" fmla="*/ 287858 h 1866625"/>
                <a:gd name="connsiteX9" fmla="*/ 1455400 w 1455401"/>
                <a:gd name="connsiteY9" fmla="*/ 296838 h 1866625"/>
                <a:gd name="connsiteX10" fmla="*/ 1434352 w 1455401"/>
                <a:gd name="connsiteY10" fmla="*/ 1143359 h 1866625"/>
                <a:gd name="connsiteX11" fmla="*/ 1439768 w 1455401"/>
                <a:gd name="connsiteY11" fmla="*/ 1140834 h 1866625"/>
                <a:gd name="connsiteX12" fmla="*/ 1455401 w 1455401"/>
                <a:gd name="connsiteY12" fmla="*/ 1569784 h 1866625"/>
                <a:gd name="connsiteX13" fmla="*/ 1455401 w 1455401"/>
                <a:gd name="connsiteY13" fmla="*/ 1569787 h 1866625"/>
                <a:gd name="connsiteX14" fmla="*/ 1455401 w 1455401"/>
                <a:gd name="connsiteY14" fmla="*/ 1569790 h 1866625"/>
                <a:gd name="connsiteX15" fmla="*/ 1455401 w 1455401"/>
                <a:gd name="connsiteY15" fmla="*/ 1578767 h 1866625"/>
                <a:gd name="connsiteX16" fmla="*/ 1454289 w 1455401"/>
                <a:gd name="connsiteY16" fmla="*/ 1578767 h 1866625"/>
                <a:gd name="connsiteX17" fmla="*/ 1451644 w 1455401"/>
                <a:gd name="connsiteY17" fmla="*/ 1600137 h 1866625"/>
                <a:gd name="connsiteX18" fmla="*/ 727701 w 1455401"/>
                <a:gd name="connsiteY18" fmla="*/ 1866625 h 1866625"/>
                <a:gd name="connsiteX19" fmla="*/ 3758 w 1455401"/>
                <a:gd name="connsiteY19" fmla="*/ 1600137 h 1866625"/>
                <a:gd name="connsiteX20" fmla="*/ 1113 w 1455401"/>
                <a:gd name="connsiteY20" fmla="*/ 1578767 h 1866625"/>
                <a:gd name="connsiteX21" fmla="*/ 1 w 1455401"/>
                <a:gd name="connsiteY21" fmla="*/ 1578767 h 1866625"/>
                <a:gd name="connsiteX22" fmla="*/ 1 w 1455401"/>
                <a:gd name="connsiteY22" fmla="*/ 1569787 h 1866625"/>
                <a:gd name="connsiteX23" fmla="*/ 1 w 1455401"/>
                <a:gd name="connsiteY23" fmla="*/ 296841 h 1866625"/>
                <a:gd name="connsiteX24" fmla="*/ 0 w 1455401"/>
                <a:gd name="connsiteY24" fmla="*/ 296838 h 1866625"/>
                <a:gd name="connsiteX25" fmla="*/ 1 w 1455401"/>
                <a:gd name="connsiteY25" fmla="*/ 296835 h 1866625"/>
                <a:gd name="connsiteX26" fmla="*/ 3758 w 1455401"/>
                <a:gd name="connsiteY26" fmla="*/ 266488 h 1866625"/>
                <a:gd name="connsiteX27" fmla="*/ 727700 w 1455401"/>
                <a:gd name="connsiteY27" fmla="*/ 0 h 1866625"/>
                <a:gd name="connsiteX0" fmla="*/ 727701 w 1455401"/>
                <a:gd name="connsiteY0" fmla="*/ 107085 h 1866625"/>
                <a:gd name="connsiteX1" fmla="*/ 225411 w 1455401"/>
                <a:gd name="connsiteY1" fmla="*/ 254506 h 1866625"/>
                <a:gd name="connsiteX2" fmla="*/ 727701 w 1455401"/>
                <a:gd name="connsiteY2" fmla="*/ 401926 h 1866625"/>
                <a:gd name="connsiteX3" fmla="*/ 1229991 w 1455401"/>
                <a:gd name="connsiteY3" fmla="*/ 254506 h 1866625"/>
                <a:gd name="connsiteX4" fmla="*/ 727701 w 1455401"/>
                <a:gd name="connsiteY4" fmla="*/ 107085 h 1866625"/>
                <a:gd name="connsiteX5" fmla="*/ 727700 w 1455401"/>
                <a:gd name="connsiteY5" fmla="*/ 0 h 1866625"/>
                <a:gd name="connsiteX6" fmla="*/ 1451644 w 1455401"/>
                <a:gd name="connsiteY6" fmla="*/ 266488 h 1866625"/>
                <a:gd name="connsiteX7" fmla="*/ 1454289 w 1455401"/>
                <a:gd name="connsiteY7" fmla="*/ 287858 h 1866625"/>
                <a:gd name="connsiteX8" fmla="*/ 1455400 w 1455401"/>
                <a:gd name="connsiteY8" fmla="*/ 287858 h 1866625"/>
                <a:gd name="connsiteX9" fmla="*/ 1455400 w 1455401"/>
                <a:gd name="connsiteY9" fmla="*/ 296838 h 1866625"/>
                <a:gd name="connsiteX10" fmla="*/ 1434352 w 1455401"/>
                <a:gd name="connsiteY10" fmla="*/ 1143359 h 1866625"/>
                <a:gd name="connsiteX11" fmla="*/ 1455401 w 1455401"/>
                <a:gd name="connsiteY11" fmla="*/ 1569784 h 1866625"/>
                <a:gd name="connsiteX12" fmla="*/ 1455401 w 1455401"/>
                <a:gd name="connsiteY12" fmla="*/ 1569787 h 1866625"/>
                <a:gd name="connsiteX13" fmla="*/ 1455401 w 1455401"/>
                <a:gd name="connsiteY13" fmla="*/ 1569790 h 1866625"/>
                <a:gd name="connsiteX14" fmla="*/ 1455401 w 1455401"/>
                <a:gd name="connsiteY14" fmla="*/ 1578767 h 1866625"/>
                <a:gd name="connsiteX15" fmla="*/ 1454289 w 1455401"/>
                <a:gd name="connsiteY15" fmla="*/ 1578767 h 1866625"/>
                <a:gd name="connsiteX16" fmla="*/ 1451644 w 1455401"/>
                <a:gd name="connsiteY16" fmla="*/ 1600137 h 1866625"/>
                <a:gd name="connsiteX17" fmla="*/ 727701 w 1455401"/>
                <a:gd name="connsiteY17" fmla="*/ 1866625 h 1866625"/>
                <a:gd name="connsiteX18" fmla="*/ 3758 w 1455401"/>
                <a:gd name="connsiteY18" fmla="*/ 1600137 h 1866625"/>
                <a:gd name="connsiteX19" fmla="*/ 1113 w 1455401"/>
                <a:gd name="connsiteY19" fmla="*/ 1578767 h 1866625"/>
                <a:gd name="connsiteX20" fmla="*/ 1 w 1455401"/>
                <a:gd name="connsiteY20" fmla="*/ 1578767 h 1866625"/>
                <a:gd name="connsiteX21" fmla="*/ 1 w 1455401"/>
                <a:gd name="connsiteY21" fmla="*/ 1569787 h 1866625"/>
                <a:gd name="connsiteX22" fmla="*/ 1 w 1455401"/>
                <a:gd name="connsiteY22" fmla="*/ 296841 h 1866625"/>
                <a:gd name="connsiteX23" fmla="*/ 0 w 1455401"/>
                <a:gd name="connsiteY23" fmla="*/ 296838 h 1866625"/>
                <a:gd name="connsiteX24" fmla="*/ 1 w 1455401"/>
                <a:gd name="connsiteY24" fmla="*/ 296835 h 1866625"/>
                <a:gd name="connsiteX25" fmla="*/ 3758 w 1455401"/>
                <a:gd name="connsiteY25" fmla="*/ 266488 h 1866625"/>
                <a:gd name="connsiteX26" fmla="*/ 727700 w 1455401"/>
                <a:gd name="connsiteY26" fmla="*/ 0 h 1866625"/>
                <a:gd name="connsiteX0" fmla="*/ 727701 w 1455401"/>
                <a:gd name="connsiteY0" fmla="*/ 107085 h 1866625"/>
                <a:gd name="connsiteX1" fmla="*/ 225411 w 1455401"/>
                <a:gd name="connsiteY1" fmla="*/ 254506 h 1866625"/>
                <a:gd name="connsiteX2" fmla="*/ 727701 w 1455401"/>
                <a:gd name="connsiteY2" fmla="*/ 401926 h 1866625"/>
                <a:gd name="connsiteX3" fmla="*/ 1229991 w 1455401"/>
                <a:gd name="connsiteY3" fmla="*/ 254506 h 1866625"/>
                <a:gd name="connsiteX4" fmla="*/ 727701 w 1455401"/>
                <a:gd name="connsiteY4" fmla="*/ 107085 h 1866625"/>
                <a:gd name="connsiteX5" fmla="*/ 727700 w 1455401"/>
                <a:gd name="connsiteY5" fmla="*/ 0 h 1866625"/>
                <a:gd name="connsiteX6" fmla="*/ 1451644 w 1455401"/>
                <a:gd name="connsiteY6" fmla="*/ 266488 h 1866625"/>
                <a:gd name="connsiteX7" fmla="*/ 1454289 w 1455401"/>
                <a:gd name="connsiteY7" fmla="*/ 287858 h 1866625"/>
                <a:gd name="connsiteX8" fmla="*/ 1455400 w 1455401"/>
                <a:gd name="connsiteY8" fmla="*/ 287858 h 1866625"/>
                <a:gd name="connsiteX9" fmla="*/ 1455400 w 1455401"/>
                <a:gd name="connsiteY9" fmla="*/ 296838 h 1866625"/>
                <a:gd name="connsiteX10" fmla="*/ 1455401 w 1455401"/>
                <a:gd name="connsiteY10" fmla="*/ 1569784 h 1866625"/>
                <a:gd name="connsiteX11" fmla="*/ 1455401 w 1455401"/>
                <a:gd name="connsiteY11" fmla="*/ 1569787 h 1866625"/>
                <a:gd name="connsiteX12" fmla="*/ 1455401 w 1455401"/>
                <a:gd name="connsiteY12" fmla="*/ 1569790 h 1866625"/>
                <a:gd name="connsiteX13" fmla="*/ 1455401 w 1455401"/>
                <a:gd name="connsiteY13" fmla="*/ 1578767 h 1866625"/>
                <a:gd name="connsiteX14" fmla="*/ 1454289 w 1455401"/>
                <a:gd name="connsiteY14" fmla="*/ 1578767 h 1866625"/>
                <a:gd name="connsiteX15" fmla="*/ 1451644 w 1455401"/>
                <a:gd name="connsiteY15" fmla="*/ 1600137 h 1866625"/>
                <a:gd name="connsiteX16" fmla="*/ 727701 w 1455401"/>
                <a:gd name="connsiteY16" fmla="*/ 1866625 h 1866625"/>
                <a:gd name="connsiteX17" fmla="*/ 3758 w 1455401"/>
                <a:gd name="connsiteY17" fmla="*/ 1600137 h 1866625"/>
                <a:gd name="connsiteX18" fmla="*/ 1113 w 1455401"/>
                <a:gd name="connsiteY18" fmla="*/ 1578767 h 1866625"/>
                <a:gd name="connsiteX19" fmla="*/ 1 w 1455401"/>
                <a:gd name="connsiteY19" fmla="*/ 1578767 h 1866625"/>
                <a:gd name="connsiteX20" fmla="*/ 1 w 1455401"/>
                <a:gd name="connsiteY20" fmla="*/ 1569787 h 1866625"/>
                <a:gd name="connsiteX21" fmla="*/ 1 w 1455401"/>
                <a:gd name="connsiteY21" fmla="*/ 296841 h 1866625"/>
                <a:gd name="connsiteX22" fmla="*/ 0 w 1455401"/>
                <a:gd name="connsiteY22" fmla="*/ 296838 h 1866625"/>
                <a:gd name="connsiteX23" fmla="*/ 1 w 1455401"/>
                <a:gd name="connsiteY23" fmla="*/ 296835 h 1866625"/>
                <a:gd name="connsiteX24" fmla="*/ 3758 w 1455401"/>
                <a:gd name="connsiteY24" fmla="*/ 266488 h 1866625"/>
                <a:gd name="connsiteX25" fmla="*/ 727700 w 1455401"/>
                <a:gd name="connsiteY25" fmla="*/ 0 h 1866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55401" h="1866625">
                  <a:moveTo>
                    <a:pt x="727701" y="107085"/>
                  </a:moveTo>
                  <a:cubicBezTo>
                    <a:pt x="450294" y="107085"/>
                    <a:pt x="225411" y="173087"/>
                    <a:pt x="225411" y="254506"/>
                  </a:cubicBezTo>
                  <a:cubicBezTo>
                    <a:pt x="225411" y="335924"/>
                    <a:pt x="450294" y="401926"/>
                    <a:pt x="727701" y="401926"/>
                  </a:cubicBezTo>
                  <a:cubicBezTo>
                    <a:pt x="1005108" y="401926"/>
                    <a:pt x="1229991" y="335924"/>
                    <a:pt x="1229991" y="254506"/>
                  </a:cubicBezTo>
                  <a:cubicBezTo>
                    <a:pt x="1229991" y="173087"/>
                    <a:pt x="1005108" y="107085"/>
                    <a:pt x="727701" y="107085"/>
                  </a:cubicBezTo>
                  <a:close/>
                  <a:moveTo>
                    <a:pt x="727700" y="0"/>
                  </a:moveTo>
                  <a:cubicBezTo>
                    <a:pt x="1104479" y="0"/>
                    <a:pt x="1414378" y="116806"/>
                    <a:pt x="1451644" y="266488"/>
                  </a:cubicBezTo>
                  <a:lnTo>
                    <a:pt x="1454289" y="287858"/>
                  </a:lnTo>
                  <a:lnTo>
                    <a:pt x="1455400" y="287858"/>
                  </a:lnTo>
                  <a:lnTo>
                    <a:pt x="1455400" y="296838"/>
                  </a:lnTo>
                  <a:cubicBezTo>
                    <a:pt x="1455400" y="510492"/>
                    <a:pt x="1455401" y="1357626"/>
                    <a:pt x="1455401" y="1569784"/>
                  </a:cubicBezTo>
                  <a:lnTo>
                    <a:pt x="1455401" y="1569787"/>
                  </a:lnTo>
                  <a:lnTo>
                    <a:pt x="1455401" y="1569790"/>
                  </a:lnTo>
                  <a:lnTo>
                    <a:pt x="1455401" y="1578767"/>
                  </a:lnTo>
                  <a:lnTo>
                    <a:pt x="1454289" y="1578767"/>
                  </a:lnTo>
                  <a:lnTo>
                    <a:pt x="1451644" y="1600137"/>
                  </a:lnTo>
                  <a:cubicBezTo>
                    <a:pt x="1414379" y="1749819"/>
                    <a:pt x="1104480" y="1866625"/>
                    <a:pt x="727701" y="1866625"/>
                  </a:cubicBezTo>
                  <a:cubicBezTo>
                    <a:pt x="350922" y="1866625"/>
                    <a:pt x="41024" y="1749819"/>
                    <a:pt x="3758" y="1600137"/>
                  </a:cubicBezTo>
                  <a:lnTo>
                    <a:pt x="1113" y="1578767"/>
                  </a:lnTo>
                  <a:lnTo>
                    <a:pt x="1" y="1578767"/>
                  </a:lnTo>
                  <a:lnTo>
                    <a:pt x="1" y="1569787"/>
                  </a:lnTo>
                  <a:lnTo>
                    <a:pt x="1" y="296841"/>
                  </a:lnTo>
                  <a:cubicBezTo>
                    <a:pt x="1" y="158359"/>
                    <a:pt x="0" y="296839"/>
                    <a:pt x="0" y="296838"/>
                  </a:cubicBezTo>
                  <a:cubicBezTo>
                    <a:pt x="0" y="296837"/>
                    <a:pt x="1" y="296836"/>
                    <a:pt x="1" y="296835"/>
                  </a:cubicBezTo>
                  <a:lnTo>
                    <a:pt x="3758" y="266488"/>
                  </a:lnTo>
                  <a:cubicBezTo>
                    <a:pt x="41023" y="116806"/>
                    <a:pt x="350921" y="0"/>
                    <a:pt x="727700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BF84FCB6-D697-B582-D9A9-01A2AC31E111}"/>
                </a:ext>
              </a:extLst>
            </p:cNvPr>
            <p:cNvGrpSpPr/>
            <p:nvPr/>
          </p:nvGrpSpPr>
          <p:grpSpPr>
            <a:xfrm>
              <a:off x="9838759" y="2185706"/>
              <a:ext cx="69932" cy="113568"/>
              <a:chOff x="6675672" y="2470169"/>
              <a:chExt cx="284918" cy="439588"/>
            </a:xfrm>
            <a:gradFill flip="none" rotWithShape="1">
              <a:gsLst>
                <a:gs pos="71000">
                  <a:schemeClr val="accent1"/>
                </a:gs>
                <a:gs pos="4023">
                  <a:srgbClr val="F65567"/>
                </a:gs>
                <a:gs pos="35000">
                  <a:srgbClr val="AC35AF"/>
                </a:gs>
                <a:gs pos="100000">
                  <a:srgbClr val="318581"/>
                </a:gs>
              </a:gsLst>
              <a:path path="circle">
                <a:fillToRect l="100000" t="100000"/>
              </a:path>
              <a:tileRect r="-100000" b="-100000"/>
            </a:gradFill>
          </p:grpSpPr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EF935454-B22D-0473-0AD7-A54DE55B1C0A}"/>
                  </a:ext>
                </a:extLst>
              </p:cNvPr>
              <p:cNvSpPr/>
              <p:nvPr/>
            </p:nvSpPr>
            <p:spPr>
              <a:xfrm>
                <a:off x="6675672" y="2470169"/>
                <a:ext cx="284918" cy="345972"/>
              </a:xfrm>
              <a:custGeom>
                <a:avLst/>
                <a:gdLst>
                  <a:gd name="connsiteX0" fmla="*/ 190284 w 284917"/>
                  <a:gd name="connsiteY0" fmla="*/ 346311 h 345971"/>
                  <a:gd name="connsiteX1" fmla="*/ 206565 w 284917"/>
                  <a:gd name="connsiteY1" fmla="*/ 289327 h 345971"/>
                  <a:gd name="connsiteX2" fmla="*/ 241162 w 284917"/>
                  <a:gd name="connsiteY2" fmla="*/ 241841 h 345971"/>
                  <a:gd name="connsiteX3" fmla="*/ 272368 w 284917"/>
                  <a:gd name="connsiteY3" fmla="*/ 197068 h 345971"/>
                  <a:gd name="connsiteX4" fmla="*/ 283222 w 284917"/>
                  <a:gd name="connsiteY4" fmla="*/ 144155 h 345971"/>
                  <a:gd name="connsiteX5" fmla="*/ 272368 w 284917"/>
                  <a:gd name="connsiteY5" fmla="*/ 89885 h 345971"/>
                  <a:gd name="connsiteX6" fmla="*/ 242519 w 284917"/>
                  <a:gd name="connsiteY6" fmla="*/ 45790 h 345971"/>
                  <a:gd name="connsiteX7" fmla="*/ 198425 w 284917"/>
                  <a:gd name="connsiteY7" fmla="*/ 15942 h 345971"/>
                  <a:gd name="connsiteX8" fmla="*/ 144155 w 284917"/>
                  <a:gd name="connsiteY8" fmla="*/ 5088 h 345971"/>
                  <a:gd name="connsiteX9" fmla="*/ 89885 w 284917"/>
                  <a:gd name="connsiteY9" fmla="*/ 15942 h 345971"/>
                  <a:gd name="connsiteX10" fmla="*/ 45790 w 284917"/>
                  <a:gd name="connsiteY10" fmla="*/ 45790 h 345971"/>
                  <a:gd name="connsiteX11" fmla="*/ 15942 w 284917"/>
                  <a:gd name="connsiteY11" fmla="*/ 89885 h 345971"/>
                  <a:gd name="connsiteX12" fmla="*/ 5088 w 284917"/>
                  <a:gd name="connsiteY12" fmla="*/ 144155 h 345971"/>
                  <a:gd name="connsiteX13" fmla="*/ 15942 w 284917"/>
                  <a:gd name="connsiteY13" fmla="*/ 197068 h 345971"/>
                  <a:gd name="connsiteX14" fmla="*/ 47147 w 284917"/>
                  <a:gd name="connsiteY14" fmla="*/ 241841 h 345971"/>
                  <a:gd name="connsiteX15" fmla="*/ 81744 w 284917"/>
                  <a:gd name="connsiteY15" fmla="*/ 289327 h 345971"/>
                  <a:gd name="connsiteX16" fmla="*/ 98025 w 284917"/>
                  <a:gd name="connsiteY16" fmla="*/ 346311 h 345971"/>
                  <a:gd name="connsiteX17" fmla="*/ 190284 w 284917"/>
                  <a:gd name="connsiteY17" fmla="*/ 346311 h 345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84917" h="345971">
                    <a:moveTo>
                      <a:pt x="190284" y="346311"/>
                    </a:moveTo>
                    <a:cubicBezTo>
                      <a:pt x="192319" y="325281"/>
                      <a:pt x="197746" y="306287"/>
                      <a:pt x="206565" y="289327"/>
                    </a:cubicBezTo>
                    <a:cubicBezTo>
                      <a:pt x="215384" y="272368"/>
                      <a:pt x="226917" y="256765"/>
                      <a:pt x="241162" y="241841"/>
                    </a:cubicBezTo>
                    <a:cubicBezTo>
                      <a:pt x="254730" y="228273"/>
                      <a:pt x="264906" y="213349"/>
                      <a:pt x="272368" y="197068"/>
                    </a:cubicBezTo>
                    <a:cubicBezTo>
                      <a:pt x="279830" y="180787"/>
                      <a:pt x="283222" y="163149"/>
                      <a:pt x="283222" y="144155"/>
                    </a:cubicBezTo>
                    <a:cubicBezTo>
                      <a:pt x="283222" y="125160"/>
                      <a:pt x="279830" y="106844"/>
                      <a:pt x="272368" y="89885"/>
                    </a:cubicBezTo>
                    <a:cubicBezTo>
                      <a:pt x="264906" y="72925"/>
                      <a:pt x="254730" y="58001"/>
                      <a:pt x="242519" y="45790"/>
                    </a:cubicBezTo>
                    <a:cubicBezTo>
                      <a:pt x="229630" y="32901"/>
                      <a:pt x="215384" y="23404"/>
                      <a:pt x="198425" y="15942"/>
                    </a:cubicBezTo>
                    <a:cubicBezTo>
                      <a:pt x="181466" y="8480"/>
                      <a:pt x="163149" y="5088"/>
                      <a:pt x="144155" y="5088"/>
                    </a:cubicBezTo>
                    <a:cubicBezTo>
                      <a:pt x="125160" y="5088"/>
                      <a:pt x="106844" y="8480"/>
                      <a:pt x="89885" y="15942"/>
                    </a:cubicBezTo>
                    <a:cubicBezTo>
                      <a:pt x="72925" y="23404"/>
                      <a:pt x="58001" y="33580"/>
                      <a:pt x="45790" y="45790"/>
                    </a:cubicBezTo>
                    <a:cubicBezTo>
                      <a:pt x="32901" y="58679"/>
                      <a:pt x="23404" y="72925"/>
                      <a:pt x="15942" y="89885"/>
                    </a:cubicBezTo>
                    <a:cubicBezTo>
                      <a:pt x="8480" y="106844"/>
                      <a:pt x="5088" y="125160"/>
                      <a:pt x="5088" y="144155"/>
                    </a:cubicBezTo>
                    <a:cubicBezTo>
                      <a:pt x="5088" y="163149"/>
                      <a:pt x="8480" y="180787"/>
                      <a:pt x="15942" y="197068"/>
                    </a:cubicBezTo>
                    <a:cubicBezTo>
                      <a:pt x="23404" y="213349"/>
                      <a:pt x="33580" y="228273"/>
                      <a:pt x="47147" y="241841"/>
                    </a:cubicBezTo>
                    <a:cubicBezTo>
                      <a:pt x="61393" y="256765"/>
                      <a:pt x="72925" y="272368"/>
                      <a:pt x="81744" y="289327"/>
                    </a:cubicBezTo>
                    <a:cubicBezTo>
                      <a:pt x="90563" y="306287"/>
                      <a:pt x="95312" y="325281"/>
                      <a:pt x="98025" y="346311"/>
                    </a:cubicBezTo>
                    <a:lnTo>
                      <a:pt x="190284" y="346311"/>
                    </a:lnTo>
                    <a:close/>
                  </a:path>
                </a:pathLst>
              </a:custGeom>
              <a:solidFill>
                <a:srgbClr val="8DC8E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84497A9D-997F-7C53-AA59-898DD4DBFB85}"/>
                  </a:ext>
                </a:extLst>
              </p:cNvPr>
              <p:cNvSpPr/>
              <p:nvPr/>
            </p:nvSpPr>
            <p:spPr>
              <a:xfrm>
                <a:off x="6767253" y="2841919"/>
                <a:ext cx="101756" cy="67838"/>
              </a:xfrm>
              <a:custGeom>
                <a:avLst/>
                <a:gdLst>
                  <a:gd name="connsiteX0" fmla="*/ 82422 w 101756"/>
                  <a:gd name="connsiteY0" fmla="*/ 67498 h 67837"/>
                  <a:gd name="connsiteX1" fmla="*/ 93277 w 101756"/>
                  <a:gd name="connsiteY1" fmla="*/ 62750 h 67837"/>
                  <a:gd name="connsiteX2" fmla="*/ 98025 w 101756"/>
                  <a:gd name="connsiteY2" fmla="*/ 51896 h 67837"/>
                  <a:gd name="connsiteX3" fmla="*/ 98025 w 101756"/>
                  <a:gd name="connsiteY3" fmla="*/ 5088 h 67837"/>
                  <a:gd name="connsiteX4" fmla="*/ 5088 w 101756"/>
                  <a:gd name="connsiteY4" fmla="*/ 5088 h 67837"/>
                  <a:gd name="connsiteX5" fmla="*/ 5088 w 101756"/>
                  <a:gd name="connsiteY5" fmla="*/ 51896 h 67837"/>
                  <a:gd name="connsiteX6" fmla="*/ 9837 w 101756"/>
                  <a:gd name="connsiteY6" fmla="*/ 62750 h 67837"/>
                  <a:gd name="connsiteX7" fmla="*/ 20690 w 101756"/>
                  <a:gd name="connsiteY7" fmla="*/ 67498 h 67837"/>
                  <a:gd name="connsiteX8" fmla="*/ 82422 w 101756"/>
                  <a:gd name="connsiteY8" fmla="*/ 67498 h 6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1756" h="67837">
                    <a:moveTo>
                      <a:pt x="82422" y="67498"/>
                    </a:moveTo>
                    <a:cubicBezTo>
                      <a:pt x="86493" y="67498"/>
                      <a:pt x="90563" y="66142"/>
                      <a:pt x="93277" y="62750"/>
                    </a:cubicBezTo>
                    <a:cubicBezTo>
                      <a:pt x="96669" y="59358"/>
                      <a:pt x="98025" y="55966"/>
                      <a:pt x="98025" y="51896"/>
                    </a:cubicBezTo>
                    <a:lnTo>
                      <a:pt x="98025" y="5088"/>
                    </a:lnTo>
                    <a:lnTo>
                      <a:pt x="5088" y="5088"/>
                    </a:lnTo>
                    <a:lnTo>
                      <a:pt x="5088" y="51896"/>
                    </a:lnTo>
                    <a:cubicBezTo>
                      <a:pt x="5088" y="55966"/>
                      <a:pt x="6445" y="60036"/>
                      <a:pt x="9837" y="62750"/>
                    </a:cubicBezTo>
                    <a:cubicBezTo>
                      <a:pt x="13228" y="66142"/>
                      <a:pt x="16620" y="67498"/>
                      <a:pt x="20690" y="67498"/>
                    </a:cubicBezTo>
                    <a:lnTo>
                      <a:pt x="82422" y="67498"/>
                    </a:lnTo>
                    <a:close/>
                  </a:path>
                </a:pathLst>
              </a:custGeom>
              <a:solidFill>
                <a:srgbClr val="8DC8E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</p:grp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C4032FD9-232F-A397-3D48-316B54F55EA3}"/>
                </a:ext>
              </a:extLst>
            </p:cNvPr>
            <p:cNvSpPr/>
            <p:nvPr/>
          </p:nvSpPr>
          <p:spPr>
            <a:xfrm>
              <a:off x="10144679" y="2139101"/>
              <a:ext cx="202526" cy="188102"/>
            </a:xfrm>
            <a:custGeom>
              <a:avLst/>
              <a:gdLst>
                <a:gd name="connsiteX0" fmla="*/ 30932 w 155880"/>
                <a:gd name="connsiteY0" fmla="*/ 128876 h 144778"/>
                <a:gd name="connsiteX1" fmla="*/ 36509 w 155880"/>
                <a:gd name="connsiteY1" fmla="*/ 129098 h 144778"/>
                <a:gd name="connsiteX2" fmla="*/ 36504 w 155880"/>
                <a:gd name="connsiteY2" fmla="*/ 134751 h 144778"/>
                <a:gd name="connsiteX3" fmla="*/ 28140 w 155880"/>
                <a:gd name="connsiteY3" fmla="*/ 143563 h 144778"/>
                <a:gd name="connsiteX4" fmla="*/ 25350 w 155880"/>
                <a:gd name="connsiteY4" fmla="*/ 144778 h 144778"/>
                <a:gd name="connsiteX5" fmla="*/ 21402 w 155880"/>
                <a:gd name="connsiteY5" fmla="*/ 140626 h 144778"/>
                <a:gd name="connsiteX6" fmla="*/ 22559 w 155880"/>
                <a:gd name="connsiteY6" fmla="*/ 137686 h 144778"/>
                <a:gd name="connsiteX7" fmla="*/ 14763 w 155880"/>
                <a:gd name="connsiteY7" fmla="*/ 100661 h 144778"/>
                <a:gd name="connsiteX8" fmla="*/ 19993 w 155880"/>
                <a:gd name="connsiteY8" fmla="*/ 102712 h 144778"/>
                <a:gd name="connsiteX9" fmla="*/ 18044 w 155880"/>
                <a:gd name="connsiteY9" fmla="*/ 108217 h 144778"/>
                <a:gd name="connsiteX10" fmla="*/ 7569 w 155880"/>
                <a:gd name="connsiteY10" fmla="*/ 113253 h 144778"/>
                <a:gd name="connsiteX11" fmla="*/ 5931 w 155880"/>
                <a:gd name="connsiteY11" fmla="*/ 113629 h 144778"/>
                <a:gd name="connsiteX12" fmla="*/ 1979 w 155880"/>
                <a:gd name="connsiteY12" fmla="*/ 109481 h 144778"/>
                <a:gd name="connsiteX13" fmla="*/ 4289 w 155880"/>
                <a:gd name="connsiteY13" fmla="*/ 105695 h 144778"/>
                <a:gd name="connsiteX14" fmla="*/ 52656 w 155880"/>
                <a:gd name="connsiteY14" fmla="*/ 71759 h 144778"/>
                <a:gd name="connsiteX15" fmla="*/ 49396 w 155880"/>
                <a:gd name="connsiteY15" fmla="*/ 72798 h 144778"/>
                <a:gd name="connsiteX16" fmla="*/ 48834 w 155880"/>
                <a:gd name="connsiteY16" fmla="*/ 76283 h 144778"/>
                <a:gd name="connsiteX17" fmla="*/ 46606 w 155880"/>
                <a:gd name="connsiteY17" fmla="*/ 78191 h 144778"/>
                <a:gd name="connsiteX18" fmla="*/ 43236 w 155880"/>
                <a:gd name="connsiteY18" fmla="*/ 78089 h 144778"/>
                <a:gd name="connsiteX19" fmla="*/ 41618 w 155880"/>
                <a:gd name="connsiteY19" fmla="*/ 81257 h 144778"/>
                <a:gd name="connsiteX20" fmla="*/ 43542 w 155880"/>
                <a:gd name="connsiteY20" fmla="*/ 84162 h 144778"/>
                <a:gd name="connsiteX21" fmla="*/ 43282 w 155880"/>
                <a:gd name="connsiteY21" fmla="*/ 87186 h 144778"/>
                <a:gd name="connsiteX22" fmla="*/ 40825 w 155880"/>
                <a:gd name="connsiteY22" fmla="*/ 89585 h 144778"/>
                <a:gd name="connsiteX23" fmla="*/ 41812 w 155880"/>
                <a:gd name="connsiteY23" fmla="*/ 93016 h 144778"/>
                <a:gd name="connsiteX24" fmla="*/ 45125 w 155880"/>
                <a:gd name="connsiteY24" fmla="*/ 93622 h 144778"/>
                <a:gd name="connsiteX25" fmla="*/ 46922 w 155880"/>
                <a:gd name="connsiteY25" fmla="*/ 95986 h 144778"/>
                <a:gd name="connsiteX26" fmla="*/ 46845 w 155880"/>
                <a:gd name="connsiteY26" fmla="*/ 99517 h 144778"/>
                <a:gd name="connsiteX27" fmla="*/ 49838 w 155880"/>
                <a:gd name="connsiteY27" fmla="*/ 101211 h 144778"/>
                <a:gd name="connsiteX28" fmla="*/ 52601 w 155880"/>
                <a:gd name="connsiteY28" fmla="*/ 99193 h 144778"/>
                <a:gd name="connsiteX29" fmla="*/ 55458 w 155880"/>
                <a:gd name="connsiteY29" fmla="*/ 99494 h 144778"/>
                <a:gd name="connsiteX30" fmla="*/ 57759 w 155880"/>
                <a:gd name="connsiteY30" fmla="*/ 102050 h 144778"/>
                <a:gd name="connsiteX31" fmla="*/ 61018 w 155880"/>
                <a:gd name="connsiteY31" fmla="*/ 101012 h 144778"/>
                <a:gd name="connsiteX32" fmla="*/ 61581 w 155880"/>
                <a:gd name="connsiteY32" fmla="*/ 97527 h 144778"/>
                <a:gd name="connsiteX33" fmla="*/ 63832 w 155880"/>
                <a:gd name="connsiteY33" fmla="*/ 95633 h 144778"/>
                <a:gd name="connsiteX34" fmla="*/ 67186 w 155880"/>
                <a:gd name="connsiteY34" fmla="*/ 95739 h 144778"/>
                <a:gd name="connsiteX35" fmla="*/ 68804 w 155880"/>
                <a:gd name="connsiteY35" fmla="*/ 92565 h 144778"/>
                <a:gd name="connsiteX36" fmla="*/ 66867 w 155880"/>
                <a:gd name="connsiteY36" fmla="*/ 89664 h 144778"/>
                <a:gd name="connsiteX37" fmla="*/ 67153 w 155880"/>
                <a:gd name="connsiteY37" fmla="*/ 86657 h 144778"/>
                <a:gd name="connsiteX38" fmla="*/ 69610 w 155880"/>
                <a:gd name="connsiteY38" fmla="*/ 84218 h 144778"/>
                <a:gd name="connsiteX39" fmla="*/ 68623 w 155880"/>
                <a:gd name="connsiteY39" fmla="*/ 80787 h 144778"/>
                <a:gd name="connsiteX40" fmla="*/ 65312 w 155880"/>
                <a:gd name="connsiteY40" fmla="*/ 80197 h 144778"/>
                <a:gd name="connsiteX41" fmla="*/ 63493 w 155880"/>
                <a:gd name="connsiteY41" fmla="*/ 77832 h 144778"/>
                <a:gd name="connsiteX42" fmla="*/ 63593 w 155880"/>
                <a:gd name="connsiteY42" fmla="*/ 74301 h 144778"/>
                <a:gd name="connsiteX43" fmla="*/ 60584 w 155880"/>
                <a:gd name="connsiteY43" fmla="*/ 72596 h 144778"/>
                <a:gd name="connsiteX44" fmla="*/ 57840 w 155880"/>
                <a:gd name="connsiteY44" fmla="*/ 74631 h 144778"/>
                <a:gd name="connsiteX45" fmla="*/ 54961 w 155880"/>
                <a:gd name="connsiteY45" fmla="*/ 74337 h 144778"/>
                <a:gd name="connsiteX46" fmla="*/ 3946 w 155880"/>
                <a:gd name="connsiteY46" fmla="*/ 67618 h 144778"/>
                <a:gd name="connsiteX47" fmla="*/ 14874 w 155880"/>
                <a:gd name="connsiteY47" fmla="*/ 67618 h 144778"/>
                <a:gd name="connsiteX48" fmla="*/ 18820 w 155880"/>
                <a:gd name="connsiteY48" fmla="*/ 71772 h 144778"/>
                <a:gd name="connsiteX49" fmla="*/ 14874 w 155880"/>
                <a:gd name="connsiteY49" fmla="*/ 75926 h 144778"/>
                <a:gd name="connsiteX50" fmla="*/ 3946 w 155880"/>
                <a:gd name="connsiteY50" fmla="*/ 75926 h 144778"/>
                <a:gd name="connsiteX51" fmla="*/ 0 w 155880"/>
                <a:gd name="connsiteY51" fmla="*/ 71772 h 144778"/>
                <a:gd name="connsiteX52" fmla="*/ 3946 w 155880"/>
                <a:gd name="connsiteY52" fmla="*/ 67618 h 144778"/>
                <a:gd name="connsiteX53" fmla="*/ 60267 w 155880"/>
                <a:gd name="connsiteY53" fmla="*/ 40729 h 144778"/>
                <a:gd name="connsiteX54" fmla="*/ 57007 w 155880"/>
                <a:gd name="connsiteY54" fmla="*/ 41767 h 144778"/>
                <a:gd name="connsiteX55" fmla="*/ 56431 w 155880"/>
                <a:gd name="connsiteY55" fmla="*/ 45256 h 144778"/>
                <a:gd name="connsiteX56" fmla="*/ 54185 w 155880"/>
                <a:gd name="connsiteY56" fmla="*/ 47148 h 144778"/>
                <a:gd name="connsiteX57" fmla="*/ 50831 w 155880"/>
                <a:gd name="connsiteY57" fmla="*/ 47042 h 144778"/>
                <a:gd name="connsiteX58" fmla="*/ 49187 w 155880"/>
                <a:gd name="connsiteY58" fmla="*/ 50224 h 144778"/>
                <a:gd name="connsiteX59" fmla="*/ 51151 w 155880"/>
                <a:gd name="connsiteY59" fmla="*/ 53119 h 144778"/>
                <a:gd name="connsiteX60" fmla="*/ 50870 w 155880"/>
                <a:gd name="connsiteY60" fmla="*/ 56126 h 144778"/>
                <a:gd name="connsiteX61" fmla="*/ 48422 w 155880"/>
                <a:gd name="connsiteY61" fmla="*/ 58554 h 144778"/>
                <a:gd name="connsiteX62" fmla="*/ 49408 w 155880"/>
                <a:gd name="connsiteY62" fmla="*/ 61985 h 144778"/>
                <a:gd name="connsiteX63" fmla="*/ 52717 w 155880"/>
                <a:gd name="connsiteY63" fmla="*/ 62575 h 144778"/>
                <a:gd name="connsiteX64" fmla="*/ 54531 w 155880"/>
                <a:gd name="connsiteY64" fmla="*/ 64920 h 144778"/>
                <a:gd name="connsiteX65" fmla="*/ 54406 w 155880"/>
                <a:gd name="connsiteY65" fmla="*/ 68490 h 144778"/>
                <a:gd name="connsiteX66" fmla="*/ 57415 w 155880"/>
                <a:gd name="connsiteY66" fmla="*/ 70195 h 144778"/>
                <a:gd name="connsiteX67" fmla="*/ 60160 w 155880"/>
                <a:gd name="connsiteY67" fmla="*/ 68160 h 144778"/>
                <a:gd name="connsiteX68" fmla="*/ 63019 w 155880"/>
                <a:gd name="connsiteY68" fmla="*/ 68461 h 144778"/>
                <a:gd name="connsiteX69" fmla="*/ 65324 w 155880"/>
                <a:gd name="connsiteY69" fmla="*/ 71038 h 144778"/>
                <a:gd name="connsiteX70" fmla="*/ 68583 w 155880"/>
                <a:gd name="connsiteY70" fmla="*/ 70000 h 144778"/>
                <a:gd name="connsiteX71" fmla="*/ 69160 w 155880"/>
                <a:gd name="connsiteY71" fmla="*/ 66511 h 144778"/>
                <a:gd name="connsiteX72" fmla="*/ 71389 w 155880"/>
                <a:gd name="connsiteY72" fmla="*/ 64588 h 144778"/>
                <a:gd name="connsiteX73" fmla="*/ 74744 w 155880"/>
                <a:gd name="connsiteY73" fmla="*/ 64694 h 144778"/>
                <a:gd name="connsiteX74" fmla="*/ 76362 w 155880"/>
                <a:gd name="connsiteY74" fmla="*/ 61526 h 144778"/>
                <a:gd name="connsiteX75" fmla="*/ 74428 w 155880"/>
                <a:gd name="connsiteY75" fmla="*/ 58652 h 144778"/>
                <a:gd name="connsiteX76" fmla="*/ 74740 w 155880"/>
                <a:gd name="connsiteY76" fmla="*/ 55605 h 144778"/>
                <a:gd name="connsiteX77" fmla="*/ 77188 w 155880"/>
                <a:gd name="connsiteY77" fmla="*/ 53179 h 144778"/>
                <a:gd name="connsiteX78" fmla="*/ 76202 w 155880"/>
                <a:gd name="connsiteY78" fmla="*/ 49746 h 144778"/>
                <a:gd name="connsiteX79" fmla="*/ 72891 w 155880"/>
                <a:gd name="connsiteY79" fmla="*/ 49156 h 144778"/>
                <a:gd name="connsiteX80" fmla="*/ 71078 w 155880"/>
                <a:gd name="connsiteY80" fmla="*/ 46812 h 144778"/>
                <a:gd name="connsiteX81" fmla="*/ 71180 w 155880"/>
                <a:gd name="connsiteY81" fmla="*/ 43262 h 144778"/>
                <a:gd name="connsiteX82" fmla="*/ 68171 w 155880"/>
                <a:gd name="connsiteY82" fmla="*/ 41559 h 144778"/>
                <a:gd name="connsiteX83" fmla="*/ 65424 w 155880"/>
                <a:gd name="connsiteY83" fmla="*/ 43586 h 144778"/>
                <a:gd name="connsiteX84" fmla="*/ 62567 w 155880"/>
                <a:gd name="connsiteY84" fmla="*/ 43285 h 144778"/>
                <a:gd name="connsiteX85" fmla="*/ 10491 w 155880"/>
                <a:gd name="connsiteY85" fmla="*/ 31563 h 144778"/>
                <a:gd name="connsiteX86" fmla="*/ 22867 w 155880"/>
                <a:gd name="connsiteY86" fmla="*/ 37071 h 144778"/>
                <a:gd name="connsiteX87" fmla="*/ 24964 w 155880"/>
                <a:gd name="connsiteY87" fmla="*/ 42514 h 144778"/>
                <a:gd name="connsiteX88" fmla="*/ 21328 w 155880"/>
                <a:gd name="connsiteY88" fmla="*/ 45050 h 144778"/>
                <a:gd name="connsiteX89" fmla="*/ 19791 w 155880"/>
                <a:gd name="connsiteY89" fmla="*/ 44722 h 144778"/>
                <a:gd name="connsiteX90" fmla="*/ 7417 w 155880"/>
                <a:gd name="connsiteY90" fmla="*/ 39214 h 144778"/>
                <a:gd name="connsiteX91" fmla="*/ 5355 w 155880"/>
                <a:gd name="connsiteY91" fmla="*/ 33755 h 144778"/>
                <a:gd name="connsiteX92" fmla="*/ 10491 w 155880"/>
                <a:gd name="connsiteY92" fmla="*/ 31563 h 144778"/>
                <a:gd name="connsiteX93" fmla="*/ 111035 w 155880"/>
                <a:gd name="connsiteY93" fmla="*/ 3977 h 144778"/>
                <a:gd name="connsiteX94" fmla="*/ 129607 w 155880"/>
                <a:gd name="connsiteY94" fmla="*/ 21118 h 144778"/>
                <a:gd name="connsiteX95" fmla="*/ 130057 w 155880"/>
                <a:gd name="connsiteY95" fmla="*/ 21252 h 144778"/>
                <a:gd name="connsiteX96" fmla="*/ 141206 w 155880"/>
                <a:gd name="connsiteY96" fmla="*/ 42955 h 144778"/>
                <a:gd name="connsiteX97" fmla="*/ 142683 w 155880"/>
                <a:gd name="connsiteY97" fmla="*/ 43804 h 144778"/>
                <a:gd name="connsiteX98" fmla="*/ 149517 w 155880"/>
                <a:gd name="connsiteY98" fmla="*/ 72741 h 144778"/>
                <a:gd name="connsiteX99" fmla="*/ 155880 w 155880"/>
                <a:gd name="connsiteY99" fmla="*/ 88563 h 144778"/>
                <a:gd name="connsiteX100" fmla="*/ 143647 w 155880"/>
                <a:gd name="connsiteY100" fmla="*/ 108615 h 144778"/>
                <a:gd name="connsiteX101" fmla="*/ 143647 w 155880"/>
                <a:gd name="connsiteY101" fmla="*/ 108798 h 144778"/>
                <a:gd name="connsiteX102" fmla="*/ 143201 w 155880"/>
                <a:gd name="connsiteY102" fmla="*/ 113151 h 144778"/>
                <a:gd name="connsiteX103" fmla="*/ 120330 w 155880"/>
                <a:gd name="connsiteY103" fmla="*/ 128563 h 144778"/>
                <a:gd name="connsiteX104" fmla="*/ 107825 w 155880"/>
                <a:gd name="connsiteY104" fmla="*/ 138229 h 144778"/>
                <a:gd name="connsiteX105" fmla="*/ 94712 w 155880"/>
                <a:gd name="connsiteY105" fmla="*/ 124435 h 144778"/>
                <a:gd name="connsiteX106" fmla="*/ 94712 w 155880"/>
                <a:gd name="connsiteY106" fmla="*/ 22342 h 144778"/>
                <a:gd name="connsiteX107" fmla="*/ 111035 w 155880"/>
                <a:gd name="connsiteY107" fmla="*/ 3977 h 144778"/>
                <a:gd name="connsiteX108" fmla="*/ 69343 w 155880"/>
                <a:gd name="connsiteY108" fmla="*/ 3945 h 144778"/>
                <a:gd name="connsiteX109" fmla="*/ 69345 w 155880"/>
                <a:gd name="connsiteY109" fmla="*/ 3945 h 144778"/>
                <a:gd name="connsiteX110" fmla="*/ 86820 w 155880"/>
                <a:gd name="connsiteY110" fmla="*/ 22342 h 144778"/>
                <a:gd name="connsiteX111" fmla="*/ 86820 w 155880"/>
                <a:gd name="connsiteY111" fmla="*/ 124435 h 144778"/>
                <a:gd name="connsiteX112" fmla="*/ 77663 w 155880"/>
                <a:gd name="connsiteY112" fmla="*/ 137560 h 144778"/>
                <a:gd name="connsiteX113" fmla="*/ 61214 w 155880"/>
                <a:gd name="connsiteY113" fmla="*/ 128564 h 144778"/>
                <a:gd name="connsiteX114" fmla="*/ 57080 w 155880"/>
                <a:gd name="connsiteY114" fmla="*/ 129033 h 144778"/>
                <a:gd name="connsiteX115" fmla="*/ 37895 w 155880"/>
                <a:gd name="connsiteY115" fmla="*/ 108798 h 144778"/>
                <a:gd name="connsiteX116" fmla="*/ 37895 w 155880"/>
                <a:gd name="connsiteY116" fmla="*/ 108615 h 144778"/>
                <a:gd name="connsiteX117" fmla="*/ 31557 w 155880"/>
                <a:gd name="connsiteY117" fmla="*/ 103907 h 144778"/>
                <a:gd name="connsiteX118" fmla="*/ 32017 w 155880"/>
                <a:gd name="connsiteY118" fmla="*/ 72741 h 144778"/>
                <a:gd name="connsiteX119" fmla="*/ 31206 w 155880"/>
                <a:gd name="connsiteY119" fmla="*/ 71179 h 144778"/>
                <a:gd name="connsiteX120" fmla="*/ 40326 w 155880"/>
                <a:gd name="connsiteY120" fmla="*/ 42955 h 144778"/>
                <a:gd name="connsiteX121" fmla="*/ 40198 w 155880"/>
                <a:gd name="connsiteY121" fmla="*/ 42478 h 144778"/>
                <a:gd name="connsiteX122" fmla="*/ 51926 w 155880"/>
                <a:gd name="connsiteY122" fmla="*/ 21117 h 144778"/>
                <a:gd name="connsiteX123" fmla="*/ 69343 w 155880"/>
                <a:gd name="connsiteY123" fmla="*/ 3945 h 144778"/>
                <a:gd name="connsiteX124" fmla="*/ 29270 w 155880"/>
                <a:gd name="connsiteY124" fmla="*/ 1166 h 144778"/>
                <a:gd name="connsiteX125" fmla="*/ 29367 w 155880"/>
                <a:gd name="connsiteY125" fmla="*/ 1268 h 144778"/>
                <a:gd name="connsiteX126" fmla="*/ 37737 w 155880"/>
                <a:gd name="connsiteY126" fmla="*/ 10080 h 144778"/>
                <a:gd name="connsiteX127" fmla="*/ 37736 w 155880"/>
                <a:gd name="connsiteY127" fmla="*/ 15955 h 144778"/>
                <a:gd name="connsiteX128" fmla="*/ 34947 w 155880"/>
                <a:gd name="connsiteY128" fmla="*/ 17171 h 144778"/>
                <a:gd name="connsiteX129" fmla="*/ 32157 w 155880"/>
                <a:gd name="connsiteY129" fmla="*/ 15954 h 144778"/>
                <a:gd name="connsiteX130" fmla="*/ 23787 w 155880"/>
                <a:gd name="connsiteY130" fmla="*/ 7141 h 144778"/>
                <a:gd name="connsiteX131" fmla="*/ 23690 w 155880"/>
                <a:gd name="connsiteY131" fmla="*/ 1268 h 144778"/>
                <a:gd name="connsiteX132" fmla="*/ 29270 w 155880"/>
                <a:gd name="connsiteY132" fmla="*/ 1166 h 1447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</a:cxnLst>
              <a:rect l="l" t="t" r="r" b="b"/>
              <a:pathLst>
                <a:path w="155880" h="144778">
                  <a:moveTo>
                    <a:pt x="30932" y="128876"/>
                  </a:moveTo>
                  <a:cubicBezTo>
                    <a:pt x="32530" y="127316"/>
                    <a:pt x="35027" y="127415"/>
                    <a:pt x="36509" y="129098"/>
                  </a:cubicBezTo>
                  <a:cubicBezTo>
                    <a:pt x="37914" y="130693"/>
                    <a:pt x="37911" y="133159"/>
                    <a:pt x="36504" y="134751"/>
                  </a:cubicBezTo>
                  <a:lnTo>
                    <a:pt x="28140" y="143563"/>
                  </a:lnTo>
                  <a:cubicBezTo>
                    <a:pt x="27400" y="144343"/>
                    <a:pt x="26396" y="144780"/>
                    <a:pt x="25350" y="144778"/>
                  </a:cubicBezTo>
                  <a:cubicBezTo>
                    <a:pt x="23170" y="144779"/>
                    <a:pt x="21403" y="142920"/>
                    <a:pt x="21402" y="140626"/>
                  </a:cubicBezTo>
                  <a:cubicBezTo>
                    <a:pt x="21402" y="139523"/>
                    <a:pt x="21818" y="138465"/>
                    <a:pt x="22559" y="137686"/>
                  </a:cubicBezTo>
                  <a:close/>
                  <a:moveTo>
                    <a:pt x="14763" y="100661"/>
                  </a:moveTo>
                  <a:cubicBezTo>
                    <a:pt x="16745" y="99707"/>
                    <a:pt x="19087" y="100625"/>
                    <a:pt x="19993" y="102712"/>
                  </a:cubicBezTo>
                  <a:cubicBezTo>
                    <a:pt x="20899" y="104798"/>
                    <a:pt x="20026" y="107263"/>
                    <a:pt x="18044" y="108217"/>
                  </a:cubicBezTo>
                  <a:lnTo>
                    <a:pt x="7569" y="113253"/>
                  </a:lnTo>
                  <a:cubicBezTo>
                    <a:pt x="7055" y="113500"/>
                    <a:pt x="6496" y="113629"/>
                    <a:pt x="5931" y="113629"/>
                  </a:cubicBezTo>
                  <a:cubicBezTo>
                    <a:pt x="3751" y="113632"/>
                    <a:pt x="1982" y="111775"/>
                    <a:pt x="1979" y="109481"/>
                  </a:cubicBezTo>
                  <a:cubicBezTo>
                    <a:pt x="1977" y="107851"/>
                    <a:pt x="2880" y="106371"/>
                    <a:pt x="4289" y="105695"/>
                  </a:cubicBezTo>
                  <a:close/>
                  <a:moveTo>
                    <a:pt x="52656" y="71759"/>
                  </a:moveTo>
                  <a:lnTo>
                    <a:pt x="49396" y="72798"/>
                  </a:lnTo>
                  <a:lnTo>
                    <a:pt x="48834" y="76283"/>
                  </a:lnTo>
                  <a:cubicBezTo>
                    <a:pt x="48021" y="76821"/>
                    <a:pt x="47273" y="77462"/>
                    <a:pt x="46606" y="78191"/>
                  </a:cubicBezTo>
                  <a:lnTo>
                    <a:pt x="43236" y="78089"/>
                  </a:lnTo>
                  <a:lnTo>
                    <a:pt x="41618" y="81257"/>
                  </a:lnTo>
                  <a:lnTo>
                    <a:pt x="43542" y="84162"/>
                  </a:lnTo>
                  <a:cubicBezTo>
                    <a:pt x="43339" y="85155"/>
                    <a:pt x="43252" y="86171"/>
                    <a:pt x="43282" y="87186"/>
                  </a:cubicBezTo>
                  <a:lnTo>
                    <a:pt x="40825" y="89585"/>
                  </a:lnTo>
                  <a:lnTo>
                    <a:pt x="41812" y="93016"/>
                  </a:lnTo>
                  <a:lnTo>
                    <a:pt x="45125" y="93622"/>
                  </a:lnTo>
                  <a:cubicBezTo>
                    <a:pt x="45631" y="94484"/>
                    <a:pt x="46234" y="95278"/>
                    <a:pt x="46922" y="95986"/>
                  </a:cubicBezTo>
                  <a:lnTo>
                    <a:pt x="46845" y="99517"/>
                  </a:lnTo>
                  <a:lnTo>
                    <a:pt x="49838" y="101211"/>
                  </a:lnTo>
                  <a:lnTo>
                    <a:pt x="52601" y="99193"/>
                  </a:lnTo>
                  <a:cubicBezTo>
                    <a:pt x="53538" y="99414"/>
                    <a:pt x="54497" y="99515"/>
                    <a:pt x="55458" y="99494"/>
                  </a:cubicBezTo>
                  <a:lnTo>
                    <a:pt x="57759" y="102050"/>
                  </a:lnTo>
                  <a:lnTo>
                    <a:pt x="61018" y="101012"/>
                  </a:lnTo>
                  <a:lnTo>
                    <a:pt x="61581" y="97527"/>
                  </a:lnTo>
                  <a:cubicBezTo>
                    <a:pt x="62402" y="96994"/>
                    <a:pt x="63158" y="96358"/>
                    <a:pt x="63832" y="95633"/>
                  </a:cubicBezTo>
                  <a:lnTo>
                    <a:pt x="67186" y="95739"/>
                  </a:lnTo>
                  <a:lnTo>
                    <a:pt x="68804" y="92565"/>
                  </a:lnTo>
                  <a:lnTo>
                    <a:pt x="66867" y="89664"/>
                  </a:lnTo>
                  <a:cubicBezTo>
                    <a:pt x="67078" y="88677"/>
                    <a:pt x="67174" y="87668"/>
                    <a:pt x="67153" y="86657"/>
                  </a:cubicBezTo>
                  <a:lnTo>
                    <a:pt x="69610" y="84218"/>
                  </a:lnTo>
                  <a:lnTo>
                    <a:pt x="68623" y="80787"/>
                  </a:lnTo>
                  <a:lnTo>
                    <a:pt x="65312" y="80197"/>
                  </a:lnTo>
                  <a:cubicBezTo>
                    <a:pt x="64801" y="79333"/>
                    <a:pt x="64189" y="78538"/>
                    <a:pt x="63493" y="77832"/>
                  </a:cubicBezTo>
                  <a:lnTo>
                    <a:pt x="63593" y="74301"/>
                  </a:lnTo>
                  <a:lnTo>
                    <a:pt x="60584" y="72596"/>
                  </a:lnTo>
                  <a:lnTo>
                    <a:pt x="57840" y="74631"/>
                  </a:lnTo>
                  <a:cubicBezTo>
                    <a:pt x="56895" y="74410"/>
                    <a:pt x="55928" y="74311"/>
                    <a:pt x="54961" y="74337"/>
                  </a:cubicBezTo>
                  <a:close/>
                  <a:moveTo>
                    <a:pt x="3946" y="67618"/>
                  </a:moveTo>
                  <a:lnTo>
                    <a:pt x="14874" y="67618"/>
                  </a:lnTo>
                  <a:cubicBezTo>
                    <a:pt x="17053" y="67618"/>
                    <a:pt x="18820" y="69478"/>
                    <a:pt x="18820" y="71772"/>
                  </a:cubicBezTo>
                  <a:cubicBezTo>
                    <a:pt x="18820" y="74066"/>
                    <a:pt x="17053" y="75926"/>
                    <a:pt x="14874" y="75926"/>
                  </a:cubicBezTo>
                  <a:lnTo>
                    <a:pt x="3946" y="75926"/>
                  </a:lnTo>
                  <a:cubicBezTo>
                    <a:pt x="1767" y="75926"/>
                    <a:pt x="0" y="74066"/>
                    <a:pt x="0" y="71772"/>
                  </a:cubicBezTo>
                  <a:cubicBezTo>
                    <a:pt x="0" y="69478"/>
                    <a:pt x="1767" y="67618"/>
                    <a:pt x="3946" y="67618"/>
                  </a:cubicBezTo>
                  <a:close/>
                  <a:moveTo>
                    <a:pt x="60267" y="40729"/>
                  </a:moveTo>
                  <a:lnTo>
                    <a:pt x="57007" y="41767"/>
                  </a:lnTo>
                  <a:lnTo>
                    <a:pt x="56431" y="45256"/>
                  </a:lnTo>
                  <a:cubicBezTo>
                    <a:pt x="55612" y="45788"/>
                    <a:pt x="54858" y="46424"/>
                    <a:pt x="54185" y="47148"/>
                  </a:cubicBezTo>
                  <a:lnTo>
                    <a:pt x="50831" y="47042"/>
                  </a:lnTo>
                  <a:lnTo>
                    <a:pt x="49187" y="50224"/>
                  </a:lnTo>
                  <a:lnTo>
                    <a:pt x="51151" y="53119"/>
                  </a:lnTo>
                  <a:cubicBezTo>
                    <a:pt x="50943" y="54106"/>
                    <a:pt x="50849" y="55116"/>
                    <a:pt x="50870" y="56126"/>
                  </a:cubicBezTo>
                  <a:lnTo>
                    <a:pt x="48422" y="58554"/>
                  </a:lnTo>
                  <a:lnTo>
                    <a:pt x="49408" y="61985"/>
                  </a:lnTo>
                  <a:lnTo>
                    <a:pt x="52717" y="62575"/>
                  </a:lnTo>
                  <a:cubicBezTo>
                    <a:pt x="53229" y="63431"/>
                    <a:pt x="53838" y="64219"/>
                    <a:pt x="54531" y="64920"/>
                  </a:cubicBezTo>
                  <a:lnTo>
                    <a:pt x="54406" y="68490"/>
                  </a:lnTo>
                  <a:lnTo>
                    <a:pt x="57415" y="70195"/>
                  </a:lnTo>
                  <a:lnTo>
                    <a:pt x="60160" y="68160"/>
                  </a:lnTo>
                  <a:cubicBezTo>
                    <a:pt x="61098" y="68383"/>
                    <a:pt x="62058" y="68484"/>
                    <a:pt x="63019" y="68461"/>
                  </a:cubicBezTo>
                  <a:lnTo>
                    <a:pt x="65324" y="71038"/>
                  </a:lnTo>
                  <a:lnTo>
                    <a:pt x="68583" y="70000"/>
                  </a:lnTo>
                  <a:lnTo>
                    <a:pt x="69160" y="66511"/>
                  </a:lnTo>
                  <a:cubicBezTo>
                    <a:pt x="69975" y="65968"/>
                    <a:pt x="70723" y="65322"/>
                    <a:pt x="71389" y="64588"/>
                  </a:cubicBezTo>
                  <a:lnTo>
                    <a:pt x="74744" y="64694"/>
                  </a:lnTo>
                  <a:lnTo>
                    <a:pt x="76362" y="61526"/>
                  </a:lnTo>
                  <a:lnTo>
                    <a:pt x="74428" y="58652"/>
                  </a:lnTo>
                  <a:cubicBezTo>
                    <a:pt x="74651" y="57654"/>
                    <a:pt x="74756" y="56630"/>
                    <a:pt x="74740" y="55605"/>
                  </a:cubicBezTo>
                  <a:lnTo>
                    <a:pt x="77188" y="53179"/>
                  </a:lnTo>
                  <a:lnTo>
                    <a:pt x="76202" y="49746"/>
                  </a:lnTo>
                  <a:lnTo>
                    <a:pt x="72891" y="49156"/>
                  </a:lnTo>
                  <a:cubicBezTo>
                    <a:pt x="72379" y="48300"/>
                    <a:pt x="71771" y="47513"/>
                    <a:pt x="71078" y="46812"/>
                  </a:cubicBezTo>
                  <a:lnTo>
                    <a:pt x="71180" y="43262"/>
                  </a:lnTo>
                  <a:lnTo>
                    <a:pt x="68171" y="41559"/>
                  </a:lnTo>
                  <a:lnTo>
                    <a:pt x="65424" y="43586"/>
                  </a:lnTo>
                  <a:cubicBezTo>
                    <a:pt x="64487" y="43365"/>
                    <a:pt x="63528" y="43264"/>
                    <a:pt x="62567" y="43285"/>
                  </a:cubicBezTo>
                  <a:close/>
                  <a:moveTo>
                    <a:pt x="10491" y="31563"/>
                  </a:moveTo>
                  <a:lnTo>
                    <a:pt x="22867" y="37071"/>
                  </a:lnTo>
                  <a:cubicBezTo>
                    <a:pt x="24874" y="37964"/>
                    <a:pt x="25813" y="40402"/>
                    <a:pt x="24964" y="42514"/>
                  </a:cubicBezTo>
                  <a:cubicBezTo>
                    <a:pt x="24346" y="44052"/>
                    <a:pt x="22914" y="45051"/>
                    <a:pt x="21328" y="45050"/>
                  </a:cubicBezTo>
                  <a:cubicBezTo>
                    <a:pt x="20800" y="45051"/>
                    <a:pt x="20277" y="44939"/>
                    <a:pt x="19791" y="44722"/>
                  </a:cubicBezTo>
                  <a:lnTo>
                    <a:pt x="7417" y="39214"/>
                  </a:lnTo>
                  <a:cubicBezTo>
                    <a:pt x="5415" y="38306"/>
                    <a:pt x="4493" y="35862"/>
                    <a:pt x="5355" y="33755"/>
                  </a:cubicBezTo>
                  <a:cubicBezTo>
                    <a:pt x="6210" y="31669"/>
                    <a:pt x="8498" y="30693"/>
                    <a:pt x="10491" y="31563"/>
                  </a:cubicBezTo>
                  <a:close/>
                  <a:moveTo>
                    <a:pt x="111035" y="3977"/>
                  </a:moveTo>
                  <a:cubicBezTo>
                    <a:pt x="120661" y="3312"/>
                    <a:pt x="128976" y="10987"/>
                    <a:pt x="129607" y="21118"/>
                  </a:cubicBezTo>
                  <a:cubicBezTo>
                    <a:pt x="129758" y="21161"/>
                    <a:pt x="129908" y="21205"/>
                    <a:pt x="130057" y="21252"/>
                  </a:cubicBezTo>
                  <a:cubicBezTo>
                    <a:pt x="138829" y="24005"/>
                    <a:pt x="143821" y="33721"/>
                    <a:pt x="141206" y="42955"/>
                  </a:cubicBezTo>
                  <a:cubicBezTo>
                    <a:pt x="141709" y="43216"/>
                    <a:pt x="142202" y="43499"/>
                    <a:pt x="142683" y="43804"/>
                  </a:cubicBezTo>
                  <a:cubicBezTo>
                    <a:pt x="152162" y="49809"/>
                    <a:pt x="155222" y="62764"/>
                    <a:pt x="149517" y="72741"/>
                  </a:cubicBezTo>
                  <a:cubicBezTo>
                    <a:pt x="153588" y="76889"/>
                    <a:pt x="155884" y="82599"/>
                    <a:pt x="155880" y="88563"/>
                  </a:cubicBezTo>
                  <a:cubicBezTo>
                    <a:pt x="155879" y="97190"/>
                    <a:pt x="151099" y="105024"/>
                    <a:pt x="143647" y="108615"/>
                  </a:cubicBezTo>
                  <a:cubicBezTo>
                    <a:pt x="143647" y="108677"/>
                    <a:pt x="143647" y="108738"/>
                    <a:pt x="143647" y="108798"/>
                  </a:cubicBezTo>
                  <a:cubicBezTo>
                    <a:pt x="143648" y="110262"/>
                    <a:pt x="143499" y="111721"/>
                    <a:pt x="143201" y="113151"/>
                  </a:cubicBezTo>
                  <a:cubicBezTo>
                    <a:pt x="140929" y="124055"/>
                    <a:pt x="130689" y="130955"/>
                    <a:pt x="120330" y="128563"/>
                  </a:cubicBezTo>
                  <a:cubicBezTo>
                    <a:pt x="118615" y="134314"/>
                    <a:pt x="113552" y="138228"/>
                    <a:pt x="107825" y="138229"/>
                  </a:cubicBezTo>
                  <a:cubicBezTo>
                    <a:pt x="100585" y="138232"/>
                    <a:pt x="94714" y="132056"/>
                    <a:pt x="94712" y="124435"/>
                  </a:cubicBezTo>
                  <a:lnTo>
                    <a:pt x="94712" y="22342"/>
                  </a:lnTo>
                  <a:cubicBezTo>
                    <a:pt x="94702" y="12648"/>
                    <a:pt x="101845" y="4612"/>
                    <a:pt x="111035" y="3977"/>
                  </a:cubicBezTo>
                  <a:close/>
                  <a:moveTo>
                    <a:pt x="69343" y="3945"/>
                  </a:moveTo>
                  <a:cubicBezTo>
                    <a:pt x="69344" y="3945"/>
                    <a:pt x="69345" y="3945"/>
                    <a:pt x="69345" y="3945"/>
                  </a:cubicBezTo>
                  <a:cubicBezTo>
                    <a:pt x="78997" y="3946"/>
                    <a:pt x="86821" y="12183"/>
                    <a:pt x="86820" y="22342"/>
                  </a:cubicBezTo>
                  <a:lnTo>
                    <a:pt x="86820" y="124435"/>
                  </a:lnTo>
                  <a:cubicBezTo>
                    <a:pt x="86807" y="130441"/>
                    <a:pt x="83104" y="135749"/>
                    <a:pt x="77663" y="137560"/>
                  </a:cubicBezTo>
                  <a:cubicBezTo>
                    <a:pt x="70760" y="139857"/>
                    <a:pt x="63396" y="135829"/>
                    <a:pt x="61214" y="128564"/>
                  </a:cubicBezTo>
                  <a:cubicBezTo>
                    <a:pt x="59856" y="128877"/>
                    <a:pt x="58470" y="129035"/>
                    <a:pt x="57080" y="129033"/>
                  </a:cubicBezTo>
                  <a:cubicBezTo>
                    <a:pt x="46474" y="129021"/>
                    <a:pt x="37884" y="119962"/>
                    <a:pt x="37895" y="108798"/>
                  </a:cubicBezTo>
                  <a:cubicBezTo>
                    <a:pt x="37895" y="108738"/>
                    <a:pt x="37895" y="108678"/>
                    <a:pt x="37895" y="108615"/>
                  </a:cubicBezTo>
                  <a:cubicBezTo>
                    <a:pt x="35522" y="107475"/>
                    <a:pt x="33372" y="105878"/>
                    <a:pt x="31557" y="103907"/>
                  </a:cubicBezTo>
                  <a:cubicBezTo>
                    <a:pt x="23507" y="95167"/>
                    <a:pt x="23713" y="81214"/>
                    <a:pt x="32017" y="72741"/>
                  </a:cubicBezTo>
                  <a:cubicBezTo>
                    <a:pt x="31726" y="72233"/>
                    <a:pt x="31456" y="71712"/>
                    <a:pt x="31206" y="71179"/>
                  </a:cubicBezTo>
                  <a:cubicBezTo>
                    <a:pt x="26320" y="60735"/>
                    <a:pt x="30403" y="48098"/>
                    <a:pt x="40326" y="42955"/>
                  </a:cubicBezTo>
                  <a:cubicBezTo>
                    <a:pt x="40281" y="42797"/>
                    <a:pt x="40238" y="42638"/>
                    <a:pt x="40198" y="42478"/>
                  </a:cubicBezTo>
                  <a:cubicBezTo>
                    <a:pt x="37832" y="33170"/>
                    <a:pt x="43083" y="23607"/>
                    <a:pt x="51926" y="21117"/>
                  </a:cubicBezTo>
                  <a:cubicBezTo>
                    <a:pt x="52531" y="11459"/>
                    <a:pt x="60148" y="3949"/>
                    <a:pt x="69343" y="3945"/>
                  </a:cubicBezTo>
                  <a:close/>
                  <a:moveTo>
                    <a:pt x="29270" y="1166"/>
                  </a:moveTo>
                  <a:cubicBezTo>
                    <a:pt x="29303" y="1199"/>
                    <a:pt x="29335" y="1233"/>
                    <a:pt x="29367" y="1268"/>
                  </a:cubicBezTo>
                  <a:lnTo>
                    <a:pt x="37737" y="10080"/>
                  </a:lnTo>
                  <a:cubicBezTo>
                    <a:pt x="39278" y="11703"/>
                    <a:pt x="39278" y="14333"/>
                    <a:pt x="37736" y="15955"/>
                  </a:cubicBezTo>
                  <a:cubicBezTo>
                    <a:pt x="36996" y="16733"/>
                    <a:pt x="35993" y="17171"/>
                    <a:pt x="34947" y="17171"/>
                  </a:cubicBezTo>
                  <a:cubicBezTo>
                    <a:pt x="33900" y="17172"/>
                    <a:pt x="32896" y="16734"/>
                    <a:pt x="32157" y="15954"/>
                  </a:cubicBezTo>
                  <a:lnTo>
                    <a:pt x="23787" y="7141"/>
                  </a:lnTo>
                  <a:cubicBezTo>
                    <a:pt x="22219" y="5548"/>
                    <a:pt x="22176" y="2918"/>
                    <a:pt x="23690" y="1268"/>
                  </a:cubicBezTo>
                  <a:cubicBezTo>
                    <a:pt x="25204" y="-382"/>
                    <a:pt x="27702" y="-428"/>
                    <a:pt x="29270" y="1166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+mn-ea"/>
                <a:cs typeface="Segoe UI" pitchFamily="34" charset="0"/>
              </a:endParaRPr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1BD25F10-2846-FA0C-425F-66B59614358D}"/>
                </a:ext>
              </a:extLst>
            </p:cNvPr>
            <p:cNvSpPr/>
            <p:nvPr/>
          </p:nvSpPr>
          <p:spPr>
            <a:xfrm>
              <a:off x="10219636" y="2204684"/>
              <a:ext cx="13303" cy="14003"/>
            </a:xfrm>
            <a:custGeom>
              <a:avLst/>
              <a:gdLst>
                <a:gd name="connsiteX0" fmla="*/ 3646 w 10239"/>
                <a:gd name="connsiteY0" fmla="*/ 230 h 10778"/>
                <a:gd name="connsiteX1" fmla="*/ 218 w 10239"/>
                <a:gd name="connsiteY1" fmla="*/ 6940 h 10778"/>
                <a:gd name="connsiteX2" fmla="*/ 6593 w 10239"/>
                <a:gd name="connsiteY2" fmla="*/ 10549 h 10778"/>
                <a:gd name="connsiteX3" fmla="*/ 10022 w 10239"/>
                <a:gd name="connsiteY3" fmla="*/ 3840 h 10778"/>
                <a:gd name="connsiteX4" fmla="*/ 3651 w 10239"/>
                <a:gd name="connsiteY4" fmla="*/ 228 h 10778"/>
                <a:gd name="connsiteX5" fmla="*/ 3646 w 10239"/>
                <a:gd name="connsiteY5" fmla="*/ 230 h 107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239" h="10778">
                  <a:moveTo>
                    <a:pt x="3646" y="230"/>
                  </a:moveTo>
                  <a:cubicBezTo>
                    <a:pt x="939" y="1086"/>
                    <a:pt x="-596" y="4091"/>
                    <a:pt x="218" y="6940"/>
                  </a:cubicBezTo>
                  <a:cubicBezTo>
                    <a:pt x="1032" y="9790"/>
                    <a:pt x="3886" y="11405"/>
                    <a:pt x="6593" y="10549"/>
                  </a:cubicBezTo>
                  <a:cubicBezTo>
                    <a:pt x="9300" y="9692"/>
                    <a:pt x="10835" y="6689"/>
                    <a:pt x="10022" y="3840"/>
                  </a:cubicBezTo>
                  <a:cubicBezTo>
                    <a:pt x="9210" y="991"/>
                    <a:pt x="6358" y="-626"/>
                    <a:pt x="3651" y="228"/>
                  </a:cubicBezTo>
                  <a:cubicBezTo>
                    <a:pt x="3650" y="229"/>
                    <a:pt x="3648" y="229"/>
                    <a:pt x="3646" y="230"/>
                  </a:cubicBezTo>
                  <a:close/>
                </a:path>
              </a:pathLst>
            </a:custGeom>
            <a:solidFill>
              <a:schemeClr val="tx1"/>
            </a:solidFill>
            <a:ln w="188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8C94B3FD-97EF-E1F7-6C75-8912D6F2B07F}"/>
                </a:ext>
              </a:extLst>
            </p:cNvPr>
            <p:cNvSpPr/>
            <p:nvPr/>
          </p:nvSpPr>
          <p:spPr>
            <a:xfrm>
              <a:off x="10209771" y="2245006"/>
              <a:ext cx="13303" cy="14003"/>
            </a:xfrm>
            <a:custGeom>
              <a:avLst/>
              <a:gdLst>
                <a:gd name="connsiteX0" fmla="*/ 3646 w 10239"/>
                <a:gd name="connsiteY0" fmla="*/ 230 h 10778"/>
                <a:gd name="connsiteX1" fmla="*/ 218 w 10239"/>
                <a:gd name="connsiteY1" fmla="*/ 6940 h 10778"/>
                <a:gd name="connsiteX2" fmla="*/ 6593 w 10239"/>
                <a:gd name="connsiteY2" fmla="*/ 10549 h 10778"/>
                <a:gd name="connsiteX3" fmla="*/ 10022 w 10239"/>
                <a:gd name="connsiteY3" fmla="*/ 3839 h 10778"/>
                <a:gd name="connsiteX4" fmla="*/ 3651 w 10239"/>
                <a:gd name="connsiteY4" fmla="*/ 228 h 10778"/>
                <a:gd name="connsiteX5" fmla="*/ 3646 w 10239"/>
                <a:gd name="connsiteY5" fmla="*/ 230 h 107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239" h="10778">
                  <a:moveTo>
                    <a:pt x="3646" y="230"/>
                  </a:moveTo>
                  <a:cubicBezTo>
                    <a:pt x="939" y="1086"/>
                    <a:pt x="-596" y="4091"/>
                    <a:pt x="218" y="6940"/>
                  </a:cubicBezTo>
                  <a:cubicBezTo>
                    <a:pt x="1032" y="9790"/>
                    <a:pt x="3886" y="11405"/>
                    <a:pt x="6593" y="10549"/>
                  </a:cubicBezTo>
                  <a:cubicBezTo>
                    <a:pt x="9300" y="9692"/>
                    <a:pt x="10835" y="6689"/>
                    <a:pt x="10022" y="3839"/>
                  </a:cubicBezTo>
                  <a:cubicBezTo>
                    <a:pt x="9210" y="991"/>
                    <a:pt x="6358" y="-626"/>
                    <a:pt x="3651" y="228"/>
                  </a:cubicBezTo>
                  <a:cubicBezTo>
                    <a:pt x="3650" y="229"/>
                    <a:pt x="3648" y="229"/>
                    <a:pt x="3646" y="230"/>
                  </a:cubicBezTo>
                  <a:close/>
                </a:path>
              </a:pathLst>
            </a:custGeom>
            <a:solidFill>
              <a:schemeClr val="tx1"/>
            </a:solidFill>
            <a:ln w="188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sp>
        <p:nvSpPr>
          <p:cNvPr id="64" name="Oval 63">
            <a:extLst>
              <a:ext uri="{FF2B5EF4-FFF2-40B4-BE49-F238E27FC236}">
                <a16:creationId xmlns:a16="http://schemas.microsoft.com/office/drawing/2014/main" id="{4408245F-5DE6-4FE1-B53D-F325939122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10512531" y="1725009"/>
            <a:ext cx="721308" cy="721308"/>
          </a:xfrm>
          <a:prstGeom prst="ellipse">
            <a:avLst/>
          </a:prstGeom>
          <a:gradFill flip="none" rotWithShape="1">
            <a:gsLst>
              <a:gs pos="80000">
                <a:srgbClr val="A9D5ED"/>
              </a:gs>
              <a:gs pos="0">
                <a:srgbClr val="FFC6CC"/>
              </a:gs>
            </a:gsLst>
            <a:path path="circle">
              <a:fillToRect l="100000" t="100000"/>
            </a:path>
            <a:tileRect r="-100000" b="-100000"/>
          </a:gradFill>
          <a:ln w="19050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61257" tIns="209006" rIns="261257" bIns="20900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04917" fontAlgn="base">
              <a:spcBef>
                <a:spcPts val="317"/>
              </a:spcBef>
              <a:spcAft>
                <a:spcPct val="0"/>
              </a:spcAft>
              <a:tabLst>
                <a:tab pos="1487158" algn="l"/>
              </a:tabLst>
            </a:pPr>
            <a:endParaRPr lang="en-US" sz="2800" b="1">
              <a:ln w="3175">
                <a:noFill/>
              </a:ln>
              <a:gradFill flip="none" rotWithShape="1">
                <a:gsLst>
                  <a:gs pos="20183">
                    <a:srgbClr val="FFFFFF"/>
                  </a:gs>
                  <a:gs pos="42000">
                    <a:srgbClr val="FFFFFF"/>
                  </a:gs>
                </a:gsLst>
                <a:lin ang="2700000" scaled="0"/>
                <a:tileRect/>
              </a:gradFill>
              <a:latin typeface="Segoe UI Variable Display Semibold" pitchFamily="2" charset="0"/>
              <a:cs typeface="Segoe Sans Display Semibold" pitchFamily="2" charset="0"/>
            </a:endParaRPr>
          </a:p>
        </p:txBody>
      </p:sp>
      <p:pic>
        <p:nvPicPr>
          <p:cNvPr id="66" name="Picture 65">
            <a:extLst>
              <a:ext uri="{FF2B5EF4-FFF2-40B4-BE49-F238E27FC236}">
                <a16:creationId xmlns:a16="http://schemas.microsoft.com/office/drawing/2014/main" id="{08FADCEC-A2D4-820D-D367-A31609FB5C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biLevel thresh="2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93000"/>
                    </a14:imgEffect>
                    <a14:imgEffect>
                      <a14:brightnessContrast bright="-10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6851" y="1898286"/>
            <a:ext cx="552668" cy="374755"/>
          </a:xfrm>
          <a:prstGeom prst="rect">
            <a:avLst/>
          </a:prstGeom>
          <a:noFill/>
        </p:spPr>
      </p:pic>
      <p:sp>
        <p:nvSpPr>
          <p:cNvPr id="68" name="Rectangle 67">
            <a:extLst>
              <a:ext uri="{FF2B5EF4-FFF2-40B4-BE49-F238E27FC236}">
                <a16:creationId xmlns:a16="http://schemas.microsoft.com/office/drawing/2014/main" id="{06C720AA-39F7-5C9A-63C8-94E18E16929D}"/>
              </a:ext>
            </a:extLst>
          </p:cNvPr>
          <p:cNvSpPr/>
          <p:nvPr/>
        </p:nvSpPr>
        <p:spPr>
          <a:xfrm>
            <a:off x="8339134" y="2747467"/>
            <a:ext cx="3072790" cy="29084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spcFirstLastPara="0" vert="horz" wrap="square" lIns="0" tIns="45720" rIns="91440" bIns="45720" numCol="1" spcCol="1270" anchor="t" anchorCtr="0">
            <a:spAutoFit/>
          </a:bodyPr>
          <a:lstStyle/>
          <a:p>
            <a:pPr marR="0" lvl="0" indent="0" algn="ctr" defTabSz="2275850" fontAlgn="base">
              <a:spcBef>
                <a:spcPct val="0"/>
              </a:spcBef>
              <a:spcAft>
                <a:spcPts val="2987"/>
              </a:spcAft>
              <a:buClrTx/>
              <a:buSzTx/>
              <a:tabLst>
                <a:tab pos="1371600" algn="l"/>
              </a:tabLst>
              <a:defRPr/>
            </a:pPr>
            <a:r>
              <a:rPr lang="en-US" sz="2800" b="1">
                <a:ln w="3175">
                  <a:noFill/>
                </a:ln>
                <a:gradFill flip="none" rotWithShape="1">
                  <a:gsLst>
                    <a:gs pos="0">
                      <a:srgbClr val="73262F"/>
                    </a:gs>
                    <a:gs pos="80000">
                      <a:srgbClr val="2A446F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latin typeface="Segoe UI Variable Display Semibold" pitchFamily="2" charset="0"/>
                <a:cs typeface="Segoe UI" pitchFamily="34" charset="0"/>
              </a:rPr>
              <a:t>SQL Server 2022</a:t>
            </a:r>
          </a:p>
          <a:p>
            <a:pPr marL="0" marR="0" lvl="1" indent="0" algn="ctr" defTabSz="8001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Cloud Connected</a:t>
            </a:r>
          </a:p>
          <a:p>
            <a:pPr marL="0" marR="0" lvl="1" indent="0" algn="ctr" defTabSz="8001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IQP NextGen</a:t>
            </a:r>
          </a:p>
          <a:p>
            <a:pPr marL="0" marR="0" lvl="1" indent="0" algn="ctr" defTabSz="8001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Ledger</a:t>
            </a:r>
          </a:p>
          <a:p>
            <a:pPr marL="0" marR="0" lvl="1" indent="0" algn="ctr" defTabSz="8001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Data Lakes</a:t>
            </a:r>
          </a:p>
          <a:p>
            <a:pPr marL="0" marR="0" lvl="1" indent="0" algn="ctr" defTabSz="8001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T-SQL enhancements</a:t>
            </a:r>
          </a:p>
        </p:txBody>
      </p:sp>
    </p:spTree>
    <p:extLst>
      <p:ext uri="{BB962C8B-B14F-4D97-AF65-F5344CB8AC3E}">
        <p14:creationId xmlns:p14="http://schemas.microsoft.com/office/powerpoint/2010/main" val="265638363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2.22222E-6 L 0 0.03542 " pathEditMode="relative" rAng="0" ptsTypes="AA">
                                      <p:cBhvr>
                                        <p:cTn id="9" dur="700" spd="-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82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2.91667E-6 2.59259E-6 L 2.91667E-6 0.03541 " pathEditMode="relative" rAng="0" ptsTypes="AA">
                                      <p:cBhvr>
                                        <p:cTn id="14" dur="700" spd="-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2.91667E-6 2.59259E-6 L 2.91667E-6 0.03541 " pathEditMode="relative" rAng="0" ptsTypes="AA">
                                      <p:cBhvr>
                                        <p:cTn id="19" dur="700" spd="-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path" presetSubtype="0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2.91667E-6 2.59259E-6 L 2.91667E-6 0.03541 " pathEditMode="relative" rAng="0" ptsTypes="AA">
                                      <p:cBhvr>
                                        <p:cTn id="24" dur="700" spd="-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path" presetSubtype="0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2.91667E-6 2.59259E-6 L 2.91667E-6 0.03541 " pathEditMode="relative" rAng="0" ptsTypes="AA">
                                      <p:cBhvr>
                                        <p:cTn id="29" dur="700" spd="-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path" presetSubtype="0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2.91667E-6 2.59259E-6 L 2.91667E-6 0.03541 " pathEditMode="relative" rAng="0" ptsTypes="AA">
                                      <p:cBhvr>
                                        <p:cTn id="34" dur="700" spd="-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2" presetClass="path" presetSubtype="0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2.91667E-6 2.59259E-6 L 2.91667E-6 0.03541 " pathEditMode="relative" rAng="0" ptsTypes="AA">
                                      <p:cBhvr>
                                        <p:cTn id="39" dur="700" spd="-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42" presetClass="path" presetSubtype="0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2.70833E-6 3.33333E-6 L 2.70833E-6 0.03541 " pathEditMode="relative" rAng="0" ptsTypes="AA">
                                      <p:cBhvr>
                                        <p:cTn id="47" dur="700" spd="-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42" presetClass="path" presetSubtype="0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2.59259E-6 L 0 0.03541 " pathEditMode="relative" rAng="0" ptsTypes="AA">
                                      <p:cBhvr>
                                        <p:cTn id="52" dur="700" spd="-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42" presetClass="path" presetSubtype="0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2.59259E-6 L 0 0.03541 " pathEditMode="relative" rAng="0" ptsTypes="AA">
                                      <p:cBhvr>
                                        <p:cTn id="57" dur="700" spd="-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42" presetClass="path" presetSubtype="0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2.59259E-6 L 0 0.03541 " pathEditMode="relative" rAng="0" ptsTypes="AA">
                                      <p:cBhvr>
                                        <p:cTn id="62" dur="700" spd="-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42" presetClass="path" presetSubtype="0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2.59259E-6 L 0 0.03541 " pathEditMode="relative" rAng="0" ptsTypes="AA">
                                      <p:cBhvr>
                                        <p:cTn id="67" dur="700" spd="-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2" presetClass="path" presetSubtype="0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2.59259E-6 L 0 0.03541 " pathEditMode="relative" rAng="0" ptsTypes="AA">
                                      <p:cBhvr>
                                        <p:cTn id="72" dur="700" spd="-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42" presetClass="path" presetSubtype="0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2.59259E-6 L 0 0.03541 " pathEditMode="relative" rAng="0" ptsTypes="AA">
                                      <p:cBhvr>
                                        <p:cTn id="77" dur="700" spd="-100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42" presetClass="path" presetSubtype="0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-2.08333E-7 3.33333E-6 L -2.08333E-7 0.03541 " pathEditMode="relative" rAng="0" ptsTypes="AA">
                                      <p:cBhvr>
                                        <p:cTn id="82" dur="700" spd="-100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42" presetClass="path" presetSubtype="0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2.59259E-6 L 0 0.03541 " pathEditMode="relative" rAng="0" ptsTypes="AA">
                                      <p:cBhvr>
                                        <p:cTn id="87" dur="700" spd="-100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42" presetClass="path" presetSubtype="0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2.59259E-6 L 0 0.03541 " pathEditMode="relative" rAng="0" ptsTypes="AA">
                                      <p:cBhvr>
                                        <p:cTn id="92" dur="700" spd="-100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42" presetClass="path" presetSubtype="0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2.59259E-6 L 0 0.03541 " pathEditMode="relative" rAng="0" ptsTypes="AA">
                                      <p:cBhvr>
                                        <p:cTn id="97" dur="700" spd="-100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42" presetClass="path" presetSubtype="0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2.59259E-6 L 0 0.03541 " pathEditMode="relative" rAng="0" ptsTypes="AA">
                                      <p:cBhvr>
                                        <p:cTn id="102" dur="700" spd="-100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42" presetClass="path" presetSubtype="0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2.59259E-6 L 0 0.03541 " pathEditMode="relative" rAng="0" ptsTypes="AA">
                                      <p:cBhvr>
                                        <p:cTn id="107" dur="700" spd="-100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42" presetClass="path" presetSubtype="0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2.59259E-6 L 0 0.03541 " pathEditMode="relative" rAng="0" ptsTypes="AA">
                                      <p:cBhvr>
                                        <p:cTn id="112" dur="700" spd="-100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42" presetClass="path" presetSubtype="0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-2.08333E-7 3.33333E-6 L -2.08333E-7 0.03541 " pathEditMode="relative" rAng="0" ptsTypes="AA">
                                      <p:cBhvr>
                                        <p:cTn id="123" dur="700" spd="-100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 animBg="1"/>
      <p:bldP spid="71" grpId="0" animBg="1"/>
      <p:bldP spid="4" grpId="0" animBg="1"/>
      <p:bldP spid="6" grpId="0"/>
      <p:bldP spid="6" grpId="1"/>
      <p:bldP spid="10" grpId="0" animBg="1"/>
      <p:bldP spid="10" grpId="1" animBg="1"/>
      <p:bldP spid="17" grpId="0" animBg="1"/>
      <p:bldP spid="17" grpId="1" animBg="1"/>
      <p:bldP spid="19" grpId="0" animBg="1"/>
      <p:bldP spid="19" grpId="1" animBg="1"/>
      <p:bldP spid="21" grpId="0" animBg="1"/>
      <p:bldP spid="21" grpId="1" animBg="1"/>
      <p:bldP spid="27" grpId="0"/>
      <p:bldP spid="27" grpId="1"/>
      <p:bldP spid="31" grpId="0" animBg="1"/>
      <p:bldP spid="31" grpId="1" animBg="1"/>
      <p:bldP spid="33" grpId="0" animBg="1"/>
      <p:bldP spid="33" grpId="1" animBg="1"/>
      <p:bldP spid="35" grpId="0" animBg="1"/>
      <p:bldP spid="35" grpId="1" animBg="1"/>
      <p:bldP spid="37" grpId="0" animBg="1"/>
      <p:bldP spid="37" grpId="1" animBg="1"/>
      <p:bldP spid="39" grpId="0" animBg="1"/>
      <p:bldP spid="39" grpId="1" animBg="1"/>
      <p:bldP spid="41" grpId="0" animBg="1"/>
      <p:bldP spid="41" grpId="1" animBg="1"/>
      <p:bldP spid="43" grpId="0"/>
      <p:bldP spid="43" grpId="1"/>
      <p:bldP spid="47" grpId="0" animBg="1"/>
      <p:bldP spid="47" grpId="1" animBg="1"/>
      <p:bldP spid="51" grpId="0" animBg="1"/>
      <p:bldP spid="51" grpId="1" animBg="1"/>
      <p:bldP spid="64" grpId="0" animBg="1"/>
      <p:bldP spid="64" grpId="1" animBg="1"/>
      <p:bldP spid="68" grpId="0"/>
      <p:bldP spid="68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547DDC-DCA4-7F06-80CD-A2CC35EB8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6995"/>
            <a:ext cx="10515600" cy="1133693"/>
          </a:xfrm>
        </p:spPr>
        <p:txBody>
          <a:bodyPr>
            <a:normAutofit/>
          </a:bodyPr>
          <a:lstStyle/>
          <a:p>
            <a:r>
              <a:rPr lang="en-US" sz="5200"/>
              <a:t>Things You Need to Do	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B493C83-202D-6B65-2EBE-EB7DADB607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5449441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039406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790BB1-0440-926B-CDD5-ED3BAE200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US" sz="5400"/>
              <a:t>SQL Server 2025 — Areas of Innovation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0E58E22-A077-468F-FDD3-9481B334276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61060270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046643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8DED6BC-9A3E-48D4-AD7C-A56D63F54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B6E033A-DB2E-49B8-B600-B38E0C280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3235" y="1371600"/>
            <a:ext cx="4529312" cy="3589977"/>
          </a:xfrm>
          <a:custGeom>
            <a:avLst/>
            <a:gdLst>
              <a:gd name="connsiteX0" fmla="*/ 5462602 w 5470628"/>
              <a:gd name="connsiteY0" fmla="*/ 1413608 h 3193741"/>
              <a:gd name="connsiteX1" fmla="*/ 5465724 w 5470628"/>
              <a:gd name="connsiteY1" fmla="*/ 1421881 h 3193741"/>
              <a:gd name="connsiteX2" fmla="*/ 5465025 w 5470628"/>
              <a:gd name="connsiteY2" fmla="*/ 1466556 h 3193741"/>
              <a:gd name="connsiteX3" fmla="*/ 5463208 w 5470628"/>
              <a:gd name="connsiteY3" fmla="*/ 1466226 h 3193741"/>
              <a:gd name="connsiteX4" fmla="*/ 5463242 w 5470628"/>
              <a:gd name="connsiteY4" fmla="*/ 1451866 h 3193741"/>
              <a:gd name="connsiteX5" fmla="*/ 5462894 w 5470628"/>
              <a:gd name="connsiteY5" fmla="*/ 1423194 h 3193741"/>
              <a:gd name="connsiteX6" fmla="*/ 5461417 w 5470628"/>
              <a:gd name="connsiteY6" fmla="*/ 1391849 h 3193741"/>
              <a:gd name="connsiteX7" fmla="*/ 5462246 w 5470628"/>
              <a:gd name="connsiteY7" fmla="*/ 1401944 h 3193741"/>
              <a:gd name="connsiteX8" fmla="*/ 5462602 w 5470628"/>
              <a:gd name="connsiteY8" fmla="*/ 1413608 h 3193741"/>
              <a:gd name="connsiteX9" fmla="*/ 5459078 w 5470628"/>
              <a:gd name="connsiteY9" fmla="*/ 1404268 h 3193741"/>
              <a:gd name="connsiteX10" fmla="*/ 5460137 w 5470628"/>
              <a:gd name="connsiteY10" fmla="*/ 1393780 h 3193741"/>
              <a:gd name="connsiteX11" fmla="*/ 5461417 w 5470628"/>
              <a:gd name="connsiteY11" fmla="*/ 1391849 h 3193741"/>
              <a:gd name="connsiteX12" fmla="*/ 614271 w 5470628"/>
              <a:gd name="connsiteY12" fmla="*/ 1052206 h 3193741"/>
              <a:gd name="connsiteX13" fmla="*/ 611497 w 5470628"/>
              <a:gd name="connsiteY13" fmla="*/ 1055389 h 3193741"/>
              <a:gd name="connsiteX14" fmla="*/ 630277 w 5470628"/>
              <a:gd name="connsiteY14" fmla="*/ 1065215 h 3193741"/>
              <a:gd name="connsiteX15" fmla="*/ 651856 w 5470628"/>
              <a:gd name="connsiteY15" fmla="*/ 1067584 h 3193741"/>
              <a:gd name="connsiteX16" fmla="*/ 614271 w 5470628"/>
              <a:gd name="connsiteY16" fmla="*/ 1052206 h 3193741"/>
              <a:gd name="connsiteX17" fmla="*/ 810628 w 5470628"/>
              <a:gd name="connsiteY17" fmla="*/ 695550 h 3193741"/>
              <a:gd name="connsiteX18" fmla="*/ 1033084 w 5470628"/>
              <a:gd name="connsiteY18" fmla="*/ 791270 h 3193741"/>
              <a:gd name="connsiteX19" fmla="*/ 1036153 w 5470628"/>
              <a:gd name="connsiteY19" fmla="*/ 788050 h 3193741"/>
              <a:gd name="connsiteX20" fmla="*/ 810628 w 5470628"/>
              <a:gd name="connsiteY20" fmla="*/ 695550 h 3193741"/>
              <a:gd name="connsiteX21" fmla="*/ 4850908 w 5470628"/>
              <a:gd name="connsiteY21" fmla="*/ 727 h 3193741"/>
              <a:gd name="connsiteX22" fmla="*/ 4858584 w 5470628"/>
              <a:gd name="connsiteY22" fmla="*/ 13795 h 3193741"/>
              <a:gd name="connsiteX23" fmla="*/ 4843408 w 5470628"/>
              <a:gd name="connsiteY23" fmla="*/ 37224 h 3193741"/>
              <a:gd name="connsiteX24" fmla="*/ 4871062 w 5470628"/>
              <a:gd name="connsiteY24" fmla="*/ 78954 h 3193741"/>
              <a:gd name="connsiteX25" fmla="*/ 4989038 w 5470628"/>
              <a:gd name="connsiteY25" fmla="*/ 66799 h 3193741"/>
              <a:gd name="connsiteX26" fmla="*/ 5002636 w 5470628"/>
              <a:gd name="connsiteY26" fmla="*/ 79388 h 3193741"/>
              <a:gd name="connsiteX27" fmla="*/ 5008332 w 5470628"/>
              <a:gd name="connsiteY27" fmla="*/ 140859 h 3193741"/>
              <a:gd name="connsiteX28" fmla="*/ 5014326 w 5470628"/>
              <a:gd name="connsiteY28" fmla="*/ 155555 h 3193741"/>
              <a:gd name="connsiteX29" fmla="*/ 5030704 w 5470628"/>
              <a:gd name="connsiteY29" fmla="*/ 221190 h 3193741"/>
              <a:gd name="connsiteX30" fmla="*/ 5097262 w 5470628"/>
              <a:gd name="connsiteY30" fmla="*/ 317759 h 3193741"/>
              <a:gd name="connsiteX31" fmla="*/ 5165084 w 5470628"/>
              <a:gd name="connsiteY31" fmla="*/ 373367 h 3193741"/>
              <a:gd name="connsiteX32" fmla="*/ 5174137 w 5470628"/>
              <a:gd name="connsiteY32" fmla="*/ 389353 h 3193741"/>
              <a:gd name="connsiteX33" fmla="*/ 5192507 w 5470628"/>
              <a:gd name="connsiteY33" fmla="*/ 453561 h 3193741"/>
              <a:gd name="connsiteX34" fmla="*/ 5187160 w 5470628"/>
              <a:gd name="connsiteY34" fmla="*/ 467732 h 3193741"/>
              <a:gd name="connsiteX35" fmla="*/ 5160106 w 5470628"/>
              <a:gd name="connsiteY35" fmla="*/ 486904 h 3193741"/>
              <a:gd name="connsiteX36" fmla="*/ 5138948 w 5470628"/>
              <a:gd name="connsiteY36" fmla="*/ 528614 h 3193741"/>
              <a:gd name="connsiteX37" fmla="*/ 5097016 w 5470628"/>
              <a:gd name="connsiteY37" fmla="*/ 589923 h 3193741"/>
              <a:gd name="connsiteX38" fmla="*/ 5075869 w 5470628"/>
              <a:gd name="connsiteY38" fmla="*/ 608381 h 3193741"/>
              <a:gd name="connsiteX39" fmla="*/ 5093172 w 5470628"/>
              <a:gd name="connsiteY39" fmla="*/ 618385 h 3193741"/>
              <a:gd name="connsiteX40" fmla="*/ 5153518 w 5470628"/>
              <a:gd name="connsiteY40" fmla="*/ 687474 h 3193741"/>
              <a:gd name="connsiteX41" fmla="*/ 5074984 w 5470628"/>
              <a:gd name="connsiteY41" fmla="*/ 776941 h 3193741"/>
              <a:gd name="connsiteX42" fmla="*/ 5033348 w 5470628"/>
              <a:gd name="connsiteY42" fmla="*/ 805473 h 3193741"/>
              <a:gd name="connsiteX43" fmla="*/ 5116847 w 5470628"/>
              <a:gd name="connsiteY43" fmla="*/ 803426 h 3193741"/>
              <a:gd name="connsiteX44" fmla="*/ 5147902 w 5470628"/>
              <a:gd name="connsiteY44" fmla="*/ 833118 h 3193741"/>
              <a:gd name="connsiteX45" fmla="*/ 5161665 w 5470628"/>
              <a:gd name="connsiteY45" fmla="*/ 848297 h 3193741"/>
              <a:gd name="connsiteX46" fmla="*/ 5246520 w 5470628"/>
              <a:gd name="connsiteY46" fmla="*/ 942412 h 3193741"/>
              <a:gd name="connsiteX47" fmla="*/ 5235368 w 5470628"/>
              <a:gd name="connsiteY47" fmla="*/ 972946 h 3193741"/>
              <a:gd name="connsiteX48" fmla="*/ 5113739 w 5470628"/>
              <a:gd name="connsiteY48" fmla="*/ 1128845 h 3193741"/>
              <a:gd name="connsiteX49" fmla="*/ 5255034 w 5470628"/>
              <a:gd name="connsiteY49" fmla="*/ 1151117 h 3193741"/>
              <a:gd name="connsiteX50" fmla="*/ 5267513 w 5470628"/>
              <a:gd name="connsiteY50" fmla="*/ 1216275 h 3193741"/>
              <a:gd name="connsiteX51" fmla="*/ 5343113 w 5470628"/>
              <a:gd name="connsiteY51" fmla="*/ 1281854 h 3193741"/>
              <a:gd name="connsiteX52" fmla="*/ 5452014 w 5470628"/>
              <a:gd name="connsiteY52" fmla="*/ 1385543 h 3193741"/>
              <a:gd name="connsiteX53" fmla="*/ 5459078 w 5470628"/>
              <a:gd name="connsiteY53" fmla="*/ 1404268 h 3193741"/>
              <a:gd name="connsiteX54" fmla="*/ 5458838 w 5470628"/>
              <a:gd name="connsiteY54" fmla="*/ 1406644 h 3193741"/>
              <a:gd name="connsiteX55" fmla="*/ 5455752 w 5470628"/>
              <a:gd name="connsiteY55" fmla="*/ 1450751 h 3193741"/>
              <a:gd name="connsiteX56" fmla="*/ 5454594 w 5470628"/>
              <a:gd name="connsiteY56" fmla="*/ 1464662 h 3193741"/>
              <a:gd name="connsiteX57" fmla="*/ 5447215 w 5470628"/>
              <a:gd name="connsiteY57" fmla="*/ 1463321 h 3193741"/>
              <a:gd name="connsiteX58" fmla="*/ 5433934 w 5470628"/>
              <a:gd name="connsiteY58" fmla="*/ 1458428 h 3193741"/>
              <a:gd name="connsiteX59" fmla="*/ 5424276 w 5470628"/>
              <a:gd name="connsiteY59" fmla="*/ 1477014 h 3193741"/>
              <a:gd name="connsiteX60" fmla="*/ 5444628 w 5470628"/>
              <a:gd name="connsiteY60" fmla="*/ 1511562 h 3193741"/>
              <a:gd name="connsiteX61" fmla="*/ 5453752 w 5470628"/>
              <a:gd name="connsiteY61" fmla="*/ 1474786 h 3193741"/>
              <a:gd name="connsiteX62" fmla="*/ 5454594 w 5470628"/>
              <a:gd name="connsiteY62" fmla="*/ 1464662 h 3193741"/>
              <a:gd name="connsiteX63" fmla="*/ 5463208 w 5470628"/>
              <a:gd name="connsiteY63" fmla="*/ 1466226 h 3193741"/>
              <a:gd name="connsiteX64" fmla="*/ 5463164 w 5470628"/>
              <a:gd name="connsiteY64" fmla="*/ 1484226 h 3193741"/>
              <a:gd name="connsiteX65" fmla="*/ 5456160 w 5470628"/>
              <a:gd name="connsiteY65" fmla="*/ 1575885 h 3193741"/>
              <a:gd name="connsiteX66" fmla="*/ 5345636 w 5470628"/>
              <a:gd name="connsiteY66" fmla="*/ 1714543 h 3193741"/>
              <a:gd name="connsiteX67" fmla="*/ 5251319 w 5470628"/>
              <a:gd name="connsiteY67" fmla="*/ 1775792 h 3193741"/>
              <a:gd name="connsiteX68" fmla="*/ 5043512 w 5470628"/>
              <a:gd name="connsiteY68" fmla="*/ 2027305 h 3193741"/>
              <a:gd name="connsiteX69" fmla="*/ 4978144 w 5470628"/>
              <a:gd name="connsiteY69" fmla="*/ 2108535 h 3193741"/>
              <a:gd name="connsiteX70" fmla="*/ 5031476 w 5470628"/>
              <a:gd name="connsiteY70" fmla="*/ 2128173 h 3193741"/>
              <a:gd name="connsiteX71" fmla="*/ 4937389 w 5470628"/>
              <a:gd name="connsiteY71" fmla="*/ 2216441 h 3193741"/>
              <a:gd name="connsiteX72" fmla="*/ 4826122 w 5470628"/>
              <a:gd name="connsiteY72" fmla="*/ 2315331 h 3193741"/>
              <a:gd name="connsiteX73" fmla="*/ 2544647 w 5470628"/>
              <a:gd name="connsiteY73" fmla="*/ 3190975 h 3193741"/>
              <a:gd name="connsiteX74" fmla="*/ 1328257 w 5470628"/>
              <a:gd name="connsiteY74" fmla="*/ 3153006 h 3193741"/>
              <a:gd name="connsiteX75" fmla="*/ 977943 w 5470628"/>
              <a:gd name="connsiteY75" fmla="*/ 3082502 h 3193741"/>
              <a:gd name="connsiteX76" fmla="*/ 854473 w 5470628"/>
              <a:gd name="connsiteY76" fmla="*/ 2994250 h 3193741"/>
              <a:gd name="connsiteX77" fmla="*/ 811593 w 5470628"/>
              <a:gd name="connsiteY77" fmla="*/ 2970498 h 3193741"/>
              <a:gd name="connsiteX78" fmla="*/ 707024 w 5470628"/>
              <a:gd name="connsiteY78" fmla="*/ 2945439 h 3193741"/>
              <a:gd name="connsiteX79" fmla="*/ 523487 w 5470628"/>
              <a:gd name="connsiteY79" fmla="*/ 2886053 h 3193741"/>
              <a:gd name="connsiteX80" fmla="*/ 587884 w 5470628"/>
              <a:gd name="connsiteY80" fmla="*/ 2859746 h 3193741"/>
              <a:gd name="connsiteX81" fmla="*/ 779426 w 5470628"/>
              <a:gd name="connsiteY81" fmla="*/ 2885897 h 3193741"/>
              <a:gd name="connsiteX82" fmla="*/ 917288 w 5470628"/>
              <a:gd name="connsiteY82" fmla="*/ 2882248 h 3193741"/>
              <a:gd name="connsiteX83" fmla="*/ 718684 w 5470628"/>
              <a:gd name="connsiteY83" fmla="*/ 2819941 h 3193741"/>
              <a:gd name="connsiteX84" fmla="*/ 524650 w 5470628"/>
              <a:gd name="connsiteY84" fmla="*/ 2731220 h 3193741"/>
              <a:gd name="connsiteX85" fmla="*/ 670138 w 5470628"/>
              <a:gd name="connsiteY85" fmla="*/ 2735189 h 3193741"/>
              <a:gd name="connsiteX86" fmla="*/ 675382 w 5470628"/>
              <a:gd name="connsiteY86" fmla="*/ 2719369 h 3193741"/>
              <a:gd name="connsiteX87" fmla="*/ 542021 w 5470628"/>
              <a:gd name="connsiteY87" fmla="*/ 2601946 h 3193741"/>
              <a:gd name="connsiteX88" fmla="*/ 476895 w 5470628"/>
              <a:gd name="connsiteY88" fmla="*/ 2555976 h 3193741"/>
              <a:gd name="connsiteX89" fmla="*/ 188751 w 5470628"/>
              <a:gd name="connsiteY89" fmla="*/ 2428830 h 3193741"/>
              <a:gd name="connsiteX90" fmla="*/ 456762 w 5470628"/>
              <a:gd name="connsiteY90" fmla="*/ 2468731 h 3193741"/>
              <a:gd name="connsiteX91" fmla="*/ 174514 w 5470628"/>
              <a:gd name="connsiteY91" fmla="*/ 2345378 h 3193741"/>
              <a:gd name="connsiteX92" fmla="*/ 38827 w 5470628"/>
              <a:gd name="connsiteY92" fmla="*/ 2303685 h 3193741"/>
              <a:gd name="connsiteX93" fmla="*/ 3281 w 5470628"/>
              <a:gd name="connsiteY93" fmla="*/ 2273587 h 3193741"/>
              <a:gd name="connsiteX94" fmla="*/ 61590 w 5470628"/>
              <a:gd name="connsiteY94" fmla="*/ 2259170 h 3193741"/>
              <a:gd name="connsiteX95" fmla="*/ 242291 w 5470628"/>
              <a:gd name="connsiteY95" fmla="*/ 2250569 h 3193741"/>
              <a:gd name="connsiteX96" fmla="*/ 13205 w 5470628"/>
              <a:gd name="connsiteY96" fmla="*/ 2172263 h 3193741"/>
              <a:gd name="connsiteX97" fmla="*/ 180810 w 5470628"/>
              <a:gd name="connsiteY97" fmla="*/ 2168333 h 3193741"/>
              <a:gd name="connsiteX98" fmla="*/ 226020 w 5470628"/>
              <a:gd name="connsiteY98" fmla="*/ 2121100 h 3193741"/>
              <a:gd name="connsiteX99" fmla="*/ 299145 w 5470628"/>
              <a:gd name="connsiteY99" fmla="*/ 2044862 h 3193741"/>
              <a:gd name="connsiteX100" fmla="*/ 350236 w 5470628"/>
              <a:gd name="connsiteY100" fmla="*/ 2001187 h 3193741"/>
              <a:gd name="connsiteX101" fmla="*/ 365223 w 5470628"/>
              <a:gd name="connsiteY101" fmla="*/ 1881218 h 3193741"/>
              <a:gd name="connsiteX102" fmla="*/ 310707 w 5470628"/>
              <a:gd name="connsiteY102" fmla="*/ 1758752 h 3193741"/>
              <a:gd name="connsiteX103" fmla="*/ 181659 w 5470628"/>
              <a:gd name="connsiteY103" fmla="*/ 1709137 h 3193741"/>
              <a:gd name="connsiteX104" fmla="*/ 213063 w 5470628"/>
              <a:gd name="connsiteY104" fmla="*/ 1632021 h 3193741"/>
              <a:gd name="connsiteX105" fmla="*/ 481390 w 5470628"/>
              <a:gd name="connsiteY105" fmla="*/ 1644125 h 3193741"/>
              <a:gd name="connsiteX106" fmla="*/ 68930 w 5470628"/>
              <a:gd name="connsiteY106" fmla="*/ 1457537 h 3193741"/>
              <a:gd name="connsiteX107" fmla="*/ 135138 w 5470628"/>
              <a:gd name="connsiteY107" fmla="*/ 1440976 h 3193741"/>
              <a:gd name="connsiteX108" fmla="*/ 131611 w 5470628"/>
              <a:gd name="connsiteY108" fmla="*/ 1427642 h 3193741"/>
              <a:gd name="connsiteX109" fmla="*/ 130443 w 5470628"/>
              <a:gd name="connsiteY109" fmla="*/ 1343795 h 3193741"/>
              <a:gd name="connsiteX110" fmla="*/ 138930 w 5470628"/>
              <a:gd name="connsiteY110" fmla="*/ 1304094 h 3193741"/>
              <a:gd name="connsiteX111" fmla="*/ 118409 w 5470628"/>
              <a:gd name="connsiteY111" fmla="*/ 1262212 h 3193741"/>
              <a:gd name="connsiteX112" fmla="*/ 421410 w 5470628"/>
              <a:gd name="connsiteY112" fmla="*/ 1304757 h 3193741"/>
              <a:gd name="connsiteX113" fmla="*/ 655702 w 5470628"/>
              <a:gd name="connsiteY113" fmla="*/ 1291801 h 3193741"/>
              <a:gd name="connsiteX114" fmla="*/ 648299 w 5470628"/>
              <a:gd name="connsiteY114" fmla="*/ 1287715 h 3193741"/>
              <a:gd name="connsiteX115" fmla="*/ 531027 w 5470628"/>
              <a:gd name="connsiteY115" fmla="*/ 1193967 h 3193741"/>
              <a:gd name="connsiteX116" fmla="*/ 526433 w 5470628"/>
              <a:gd name="connsiteY116" fmla="*/ 1191913 h 3193741"/>
              <a:gd name="connsiteX117" fmla="*/ 504666 w 5470628"/>
              <a:gd name="connsiteY117" fmla="*/ 1177230 h 3193741"/>
              <a:gd name="connsiteX118" fmla="*/ 482307 w 5470628"/>
              <a:gd name="connsiteY118" fmla="*/ 1162618 h 3193741"/>
              <a:gd name="connsiteX119" fmla="*/ 479029 w 5470628"/>
              <a:gd name="connsiteY119" fmla="*/ 1162540 h 3193741"/>
              <a:gd name="connsiteX120" fmla="*/ 447663 w 5470628"/>
              <a:gd name="connsiteY120" fmla="*/ 1132649 h 3193741"/>
              <a:gd name="connsiteX121" fmla="*/ 438547 w 5470628"/>
              <a:gd name="connsiteY121" fmla="*/ 1110977 h 3193741"/>
              <a:gd name="connsiteX122" fmla="*/ 405343 w 5470628"/>
              <a:gd name="connsiteY122" fmla="*/ 1089612 h 3193741"/>
              <a:gd name="connsiteX123" fmla="*/ 371373 w 5470628"/>
              <a:gd name="connsiteY123" fmla="*/ 1070238 h 3193741"/>
              <a:gd name="connsiteX124" fmla="*/ 290358 w 5470628"/>
              <a:gd name="connsiteY124" fmla="*/ 1059884 h 3193741"/>
              <a:gd name="connsiteX125" fmla="*/ 235140 w 5470628"/>
              <a:gd name="connsiteY125" fmla="*/ 1029322 h 3193741"/>
              <a:gd name="connsiteX126" fmla="*/ 300494 w 5470628"/>
              <a:gd name="connsiteY126" fmla="*/ 1032083 h 3193741"/>
              <a:gd name="connsiteX127" fmla="*/ 239661 w 5470628"/>
              <a:gd name="connsiteY127" fmla="*/ 997457 h 3193741"/>
              <a:gd name="connsiteX128" fmla="*/ 204788 w 5470628"/>
              <a:gd name="connsiteY128" fmla="*/ 959211 h 3193741"/>
              <a:gd name="connsiteX129" fmla="*/ 207583 w 5470628"/>
              <a:gd name="connsiteY129" fmla="*/ 947009 h 3193741"/>
              <a:gd name="connsiteX130" fmla="*/ 223061 w 5470628"/>
              <a:gd name="connsiteY130" fmla="*/ 947033 h 3193741"/>
              <a:gd name="connsiteX131" fmla="*/ 280015 w 5470628"/>
              <a:gd name="connsiteY131" fmla="*/ 972164 h 3193741"/>
              <a:gd name="connsiteX132" fmla="*/ 353948 w 5470628"/>
              <a:gd name="connsiteY132" fmla="*/ 1006865 h 3193741"/>
              <a:gd name="connsiteX133" fmla="*/ 240466 w 5470628"/>
              <a:gd name="connsiteY133" fmla="*/ 939943 h 3193741"/>
              <a:gd name="connsiteX134" fmla="*/ 158812 w 5470628"/>
              <a:gd name="connsiteY134" fmla="*/ 891467 h 3193741"/>
              <a:gd name="connsiteX135" fmla="*/ 139551 w 5470628"/>
              <a:gd name="connsiteY135" fmla="*/ 855364 h 3193741"/>
              <a:gd name="connsiteX136" fmla="*/ 145731 w 5470628"/>
              <a:gd name="connsiteY136" fmla="*/ 844888 h 3193741"/>
              <a:gd name="connsiteX137" fmla="*/ 158154 w 5470628"/>
              <a:gd name="connsiteY137" fmla="*/ 848366 h 3193741"/>
              <a:gd name="connsiteX138" fmla="*/ 169370 w 5470628"/>
              <a:gd name="connsiteY138" fmla="*/ 856260 h 3193741"/>
              <a:gd name="connsiteX139" fmla="*/ 288295 w 5470628"/>
              <a:gd name="connsiteY139" fmla="*/ 915169 h 3193741"/>
              <a:gd name="connsiteX140" fmla="*/ 462694 w 5470628"/>
              <a:gd name="connsiteY140" fmla="*/ 994643 h 3193741"/>
              <a:gd name="connsiteX141" fmla="*/ 531910 w 5470628"/>
              <a:gd name="connsiteY141" fmla="*/ 1006664 h 3193741"/>
              <a:gd name="connsiteX142" fmla="*/ 333940 w 5470628"/>
              <a:gd name="connsiteY142" fmla="*/ 893507 h 3193741"/>
              <a:gd name="connsiteX143" fmla="*/ 181443 w 5470628"/>
              <a:gd name="connsiteY143" fmla="*/ 746608 h 3193741"/>
              <a:gd name="connsiteX144" fmla="*/ 162678 w 5470628"/>
              <a:gd name="connsiteY144" fmla="*/ 737018 h 3193741"/>
              <a:gd name="connsiteX145" fmla="*/ 156307 w 5470628"/>
              <a:gd name="connsiteY145" fmla="*/ 730435 h 3193741"/>
              <a:gd name="connsiteX146" fmla="*/ 117227 w 5470628"/>
              <a:gd name="connsiteY146" fmla="*/ 677515 h 3193741"/>
              <a:gd name="connsiteX147" fmla="*/ 113655 w 5470628"/>
              <a:gd name="connsiteY147" fmla="*/ 663474 h 3193741"/>
              <a:gd name="connsiteX148" fmla="*/ 115226 w 5470628"/>
              <a:gd name="connsiteY148" fmla="*/ 636712 h 3193741"/>
              <a:gd name="connsiteX149" fmla="*/ 105067 w 5470628"/>
              <a:gd name="connsiteY149" fmla="*/ 622046 h 3193741"/>
              <a:gd name="connsiteX150" fmla="*/ 104113 w 5470628"/>
              <a:gd name="connsiteY150" fmla="*/ 611722 h 3193741"/>
              <a:gd name="connsiteX151" fmla="*/ 118895 w 5470628"/>
              <a:gd name="connsiteY151" fmla="*/ 610169 h 3193741"/>
              <a:gd name="connsiteX152" fmla="*/ 163095 w 5470628"/>
              <a:gd name="connsiteY152" fmla="*/ 640642 h 3193741"/>
              <a:gd name="connsiteX153" fmla="*/ 185766 w 5470628"/>
              <a:gd name="connsiteY153" fmla="*/ 641454 h 3193741"/>
              <a:gd name="connsiteX154" fmla="*/ 212892 w 5470628"/>
              <a:gd name="connsiteY154" fmla="*/ 637457 h 3193741"/>
              <a:gd name="connsiteX155" fmla="*/ 223932 w 5470628"/>
              <a:gd name="connsiteY155" fmla="*/ 647271 h 3193741"/>
              <a:gd name="connsiteX156" fmla="*/ 287167 w 5470628"/>
              <a:gd name="connsiteY156" fmla="*/ 691571 h 3193741"/>
              <a:gd name="connsiteX157" fmla="*/ 330380 w 5470628"/>
              <a:gd name="connsiteY157" fmla="*/ 692506 h 3193741"/>
              <a:gd name="connsiteX158" fmla="*/ 296172 w 5470628"/>
              <a:gd name="connsiteY158" fmla="*/ 688108 h 3193741"/>
              <a:gd name="connsiteX159" fmla="*/ 286974 w 5470628"/>
              <a:gd name="connsiteY159" fmla="*/ 674512 h 3193741"/>
              <a:gd name="connsiteX160" fmla="*/ 286166 w 5470628"/>
              <a:gd name="connsiteY160" fmla="*/ 661798 h 3193741"/>
              <a:gd name="connsiteX161" fmla="*/ 236268 w 5470628"/>
              <a:gd name="connsiteY161" fmla="*/ 635338 h 3193741"/>
              <a:gd name="connsiteX162" fmla="*/ 231734 w 5470628"/>
              <a:gd name="connsiteY162" fmla="*/ 634225 h 3193741"/>
              <a:gd name="connsiteX163" fmla="*/ 221253 w 5470628"/>
              <a:gd name="connsiteY163" fmla="*/ 623870 h 3193741"/>
              <a:gd name="connsiteX164" fmla="*/ 237564 w 5470628"/>
              <a:gd name="connsiteY164" fmla="*/ 613590 h 3193741"/>
              <a:gd name="connsiteX165" fmla="*/ 282259 w 5470628"/>
              <a:gd name="connsiteY165" fmla="*/ 619091 h 3193741"/>
              <a:gd name="connsiteX166" fmla="*/ 370630 w 5470628"/>
              <a:gd name="connsiteY166" fmla="*/ 665566 h 3193741"/>
              <a:gd name="connsiteX167" fmla="*/ 498017 w 5470628"/>
              <a:gd name="connsiteY167" fmla="*/ 740532 h 3193741"/>
              <a:gd name="connsiteX168" fmla="*/ 918036 w 5470628"/>
              <a:gd name="connsiteY168" fmla="*/ 924307 h 3193741"/>
              <a:gd name="connsiteX169" fmla="*/ 1079304 w 5470628"/>
              <a:gd name="connsiteY169" fmla="*/ 984494 h 3193741"/>
              <a:gd name="connsiteX170" fmla="*/ 1079935 w 5470628"/>
              <a:gd name="connsiteY170" fmla="*/ 980383 h 3193741"/>
              <a:gd name="connsiteX171" fmla="*/ 1079695 w 5470628"/>
              <a:gd name="connsiteY171" fmla="*/ 976616 h 3193741"/>
              <a:gd name="connsiteX172" fmla="*/ 966178 w 5470628"/>
              <a:gd name="connsiteY172" fmla="*/ 937219 h 3193741"/>
              <a:gd name="connsiteX173" fmla="*/ 720106 w 5470628"/>
              <a:gd name="connsiteY173" fmla="*/ 807112 h 3193741"/>
              <a:gd name="connsiteX174" fmla="*/ 698823 w 5470628"/>
              <a:gd name="connsiteY174" fmla="*/ 804708 h 3193741"/>
              <a:gd name="connsiteX175" fmla="*/ 664513 w 5470628"/>
              <a:gd name="connsiteY175" fmla="*/ 784663 h 3193741"/>
              <a:gd name="connsiteX176" fmla="*/ 660380 w 5470628"/>
              <a:gd name="connsiteY176" fmla="*/ 771165 h 3193741"/>
              <a:gd name="connsiteX177" fmla="*/ 584959 w 5470628"/>
              <a:gd name="connsiteY177" fmla="*/ 722409 h 3193741"/>
              <a:gd name="connsiteX178" fmla="*/ 435649 w 5470628"/>
              <a:gd name="connsiteY178" fmla="*/ 639659 h 3193741"/>
              <a:gd name="connsiteX179" fmla="*/ 404944 w 5470628"/>
              <a:gd name="connsiteY179" fmla="*/ 606128 h 3193741"/>
              <a:gd name="connsiteX180" fmla="*/ 408476 w 5470628"/>
              <a:gd name="connsiteY180" fmla="*/ 591466 h 3193741"/>
              <a:gd name="connsiteX181" fmla="*/ 425225 w 5470628"/>
              <a:gd name="connsiteY181" fmla="*/ 592759 h 3193741"/>
              <a:gd name="connsiteX182" fmla="*/ 487115 w 5470628"/>
              <a:gd name="connsiteY182" fmla="*/ 620614 h 3193741"/>
              <a:gd name="connsiteX183" fmla="*/ 550277 w 5470628"/>
              <a:gd name="connsiteY183" fmla="*/ 649738 h 3193741"/>
              <a:gd name="connsiteX184" fmla="*/ 544421 w 5470628"/>
              <a:gd name="connsiteY184" fmla="*/ 641907 h 3193741"/>
              <a:gd name="connsiteX185" fmla="*/ 431905 w 5470628"/>
              <a:gd name="connsiteY185" fmla="*/ 580799 h 3193741"/>
              <a:gd name="connsiteX186" fmla="*/ 351177 w 5470628"/>
              <a:gd name="connsiteY186" fmla="*/ 528177 h 3193741"/>
              <a:gd name="connsiteX187" fmla="*/ 339749 w 5470628"/>
              <a:gd name="connsiteY187" fmla="*/ 498244 h 3193741"/>
              <a:gd name="connsiteX188" fmla="*/ 346313 w 5470628"/>
              <a:gd name="connsiteY188" fmla="*/ 489145 h 3193741"/>
              <a:gd name="connsiteX189" fmla="*/ 356579 w 5470628"/>
              <a:gd name="connsiteY189" fmla="*/ 491460 h 3193741"/>
              <a:gd name="connsiteX190" fmla="*/ 371505 w 5470628"/>
              <a:gd name="connsiteY190" fmla="*/ 501516 h 3193741"/>
              <a:gd name="connsiteX191" fmla="*/ 476275 w 5470628"/>
              <a:gd name="connsiteY191" fmla="*/ 553122 h 3193741"/>
              <a:gd name="connsiteX192" fmla="*/ 649952 w 5470628"/>
              <a:gd name="connsiteY192" fmla="*/ 635294 h 3193741"/>
              <a:gd name="connsiteX193" fmla="*/ 727161 w 5470628"/>
              <a:gd name="connsiteY193" fmla="*/ 651328 h 3193741"/>
              <a:gd name="connsiteX194" fmla="*/ 722417 w 5470628"/>
              <a:gd name="connsiteY194" fmla="*/ 646921 h 3193741"/>
              <a:gd name="connsiteX195" fmla="*/ 546079 w 5470628"/>
              <a:gd name="connsiteY195" fmla="*/ 546328 h 3193741"/>
              <a:gd name="connsiteX196" fmla="*/ 378182 w 5470628"/>
              <a:gd name="connsiteY196" fmla="*/ 386585 h 3193741"/>
              <a:gd name="connsiteX197" fmla="*/ 370158 w 5470628"/>
              <a:gd name="connsiteY197" fmla="*/ 382100 h 3193741"/>
              <a:gd name="connsiteX198" fmla="*/ 357861 w 5470628"/>
              <a:gd name="connsiteY198" fmla="*/ 371252 h 3193741"/>
              <a:gd name="connsiteX199" fmla="*/ 331313 w 5470628"/>
              <a:gd name="connsiteY199" fmla="*/ 328203 h 3193741"/>
              <a:gd name="connsiteX200" fmla="*/ 319354 w 5470628"/>
              <a:gd name="connsiteY200" fmla="*/ 299282 h 3193741"/>
              <a:gd name="connsiteX201" fmla="*/ 319682 w 5470628"/>
              <a:gd name="connsiteY201" fmla="*/ 285719 h 3193741"/>
              <a:gd name="connsiteX202" fmla="*/ 306391 w 5470628"/>
              <a:gd name="connsiteY202" fmla="*/ 268585 h 3193741"/>
              <a:gd name="connsiteX203" fmla="*/ 303294 w 5470628"/>
              <a:gd name="connsiteY203" fmla="*/ 257334 h 3193741"/>
              <a:gd name="connsiteX204" fmla="*/ 319242 w 5470628"/>
              <a:gd name="connsiteY204" fmla="*/ 255403 h 3193741"/>
              <a:gd name="connsiteX205" fmla="*/ 364093 w 5470628"/>
              <a:gd name="connsiteY205" fmla="*/ 286745 h 3193741"/>
              <a:gd name="connsiteX206" fmla="*/ 385301 w 5470628"/>
              <a:gd name="connsiteY206" fmla="*/ 287973 h 3193741"/>
              <a:gd name="connsiteX207" fmla="*/ 417598 w 5470628"/>
              <a:gd name="connsiteY207" fmla="*/ 285722 h 3193741"/>
              <a:gd name="connsiteX208" fmla="*/ 440155 w 5470628"/>
              <a:gd name="connsiteY208" fmla="*/ 308139 h 3193741"/>
              <a:gd name="connsiteX209" fmla="*/ 534406 w 5470628"/>
              <a:gd name="connsiteY209" fmla="*/ 339430 h 3193741"/>
              <a:gd name="connsiteX210" fmla="*/ 495633 w 5470628"/>
              <a:gd name="connsiteY210" fmla="*/ 333450 h 3193741"/>
              <a:gd name="connsiteX211" fmla="*/ 486289 w 5470628"/>
              <a:gd name="connsiteY211" fmla="*/ 322243 h 3193741"/>
              <a:gd name="connsiteX212" fmla="*/ 484000 w 5470628"/>
              <a:gd name="connsiteY212" fmla="*/ 304964 h 3193741"/>
              <a:gd name="connsiteX213" fmla="*/ 436911 w 5470628"/>
              <a:gd name="connsiteY213" fmla="*/ 280536 h 3193741"/>
              <a:gd name="connsiteX214" fmla="*/ 426865 w 5470628"/>
              <a:gd name="connsiteY214" fmla="*/ 277007 h 3193741"/>
              <a:gd name="connsiteX215" fmla="*/ 420654 w 5470628"/>
              <a:gd name="connsiteY215" fmla="*/ 268269 h 3193741"/>
              <a:gd name="connsiteX216" fmla="*/ 432329 w 5470628"/>
              <a:gd name="connsiteY216" fmla="*/ 259975 h 3193741"/>
              <a:gd name="connsiteX217" fmla="*/ 447672 w 5470628"/>
              <a:gd name="connsiteY217" fmla="*/ 257879 h 3193741"/>
              <a:gd name="connsiteX218" fmla="*/ 502242 w 5470628"/>
              <a:gd name="connsiteY218" fmla="*/ 273572 h 3193741"/>
              <a:gd name="connsiteX219" fmla="*/ 659874 w 5470628"/>
              <a:gd name="connsiteY219" fmla="*/ 365516 h 3193741"/>
              <a:gd name="connsiteX220" fmla="*/ 829177 w 5470628"/>
              <a:gd name="connsiteY220" fmla="*/ 444421 h 3193741"/>
              <a:gd name="connsiteX221" fmla="*/ 1231903 w 5470628"/>
              <a:gd name="connsiteY221" fmla="*/ 613682 h 3193741"/>
              <a:gd name="connsiteX222" fmla="*/ 1911736 w 5470628"/>
              <a:gd name="connsiteY222" fmla="*/ 685084 h 3193741"/>
              <a:gd name="connsiteX223" fmla="*/ 2564313 w 5470628"/>
              <a:gd name="connsiteY223" fmla="*/ 632143 h 3193741"/>
              <a:gd name="connsiteX224" fmla="*/ 2657304 w 5470628"/>
              <a:gd name="connsiteY224" fmla="*/ 624913 h 3193741"/>
              <a:gd name="connsiteX225" fmla="*/ 4235818 w 5470628"/>
              <a:gd name="connsiteY225" fmla="*/ 259339 h 3193741"/>
              <a:gd name="connsiteX226" fmla="*/ 4460331 w 5470628"/>
              <a:gd name="connsiteY226" fmla="*/ 176864 h 3193741"/>
              <a:gd name="connsiteX227" fmla="*/ 4499578 w 5470628"/>
              <a:gd name="connsiteY227" fmla="*/ 186791 h 3193741"/>
              <a:gd name="connsiteX228" fmla="*/ 4514640 w 5470628"/>
              <a:gd name="connsiteY228" fmla="*/ 188841 h 3193741"/>
              <a:gd name="connsiteX229" fmla="*/ 4516523 w 5470628"/>
              <a:gd name="connsiteY229" fmla="*/ 189988 h 3193741"/>
              <a:gd name="connsiteX230" fmla="*/ 4518126 w 5470628"/>
              <a:gd name="connsiteY230" fmla="*/ 189316 h 3193741"/>
              <a:gd name="connsiteX231" fmla="*/ 4514640 w 5470628"/>
              <a:gd name="connsiteY231" fmla="*/ 188841 h 3193741"/>
              <a:gd name="connsiteX232" fmla="*/ 4511569 w 5470628"/>
              <a:gd name="connsiteY232" fmla="*/ 186970 h 3193741"/>
              <a:gd name="connsiteX233" fmla="*/ 4510888 w 5470628"/>
              <a:gd name="connsiteY233" fmla="*/ 180943 h 3193741"/>
              <a:gd name="connsiteX234" fmla="*/ 4531865 w 5470628"/>
              <a:gd name="connsiteY234" fmla="*/ 155151 h 3193741"/>
              <a:gd name="connsiteX235" fmla="*/ 4573441 w 5470628"/>
              <a:gd name="connsiteY235" fmla="*/ 139676 h 3193741"/>
              <a:gd name="connsiteX236" fmla="*/ 4594964 w 5470628"/>
              <a:gd name="connsiteY236" fmla="*/ 145847 h 3193741"/>
              <a:gd name="connsiteX237" fmla="*/ 4623059 w 5470628"/>
              <a:gd name="connsiteY237" fmla="*/ 152410 h 3193741"/>
              <a:gd name="connsiteX238" fmla="*/ 4748356 w 5470628"/>
              <a:gd name="connsiteY238" fmla="*/ 68192 h 3193741"/>
              <a:gd name="connsiteX239" fmla="*/ 4833812 w 5470628"/>
              <a:gd name="connsiteY239" fmla="*/ 8017 h 3193741"/>
              <a:gd name="connsiteX240" fmla="*/ 4850908 w 5470628"/>
              <a:gd name="connsiteY240" fmla="*/ 727 h 3193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</a:cxnLst>
            <a:rect l="l" t="t" r="r" b="b"/>
            <a:pathLst>
              <a:path w="5470628" h="3193741">
                <a:moveTo>
                  <a:pt x="5462602" y="1413608"/>
                </a:moveTo>
                <a:lnTo>
                  <a:pt x="5465724" y="1421881"/>
                </a:lnTo>
                <a:cubicBezTo>
                  <a:pt x="5472118" y="1444281"/>
                  <a:pt x="5472640" y="1461744"/>
                  <a:pt x="5465025" y="1466556"/>
                </a:cubicBezTo>
                <a:lnTo>
                  <a:pt x="5463208" y="1466226"/>
                </a:lnTo>
                <a:lnTo>
                  <a:pt x="5463242" y="1451866"/>
                </a:lnTo>
                <a:cubicBezTo>
                  <a:pt x="5463190" y="1441487"/>
                  <a:pt x="5463068" y="1431722"/>
                  <a:pt x="5462894" y="1423194"/>
                </a:cubicBezTo>
                <a:close/>
                <a:moveTo>
                  <a:pt x="5461417" y="1391849"/>
                </a:moveTo>
                <a:cubicBezTo>
                  <a:pt x="5461710" y="1392940"/>
                  <a:pt x="5461992" y="1396513"/>
                  <a:pt x="5462246" y="1401944"/>
                </a:cubicBezTo>
                <a:lnTo>
                  <a:pt x="5462602" y="1413608"/>
                </a:lnTo>
                <a:lnTo>
                  <a:pt x="5459078" y="1404268"/>
                </a:lnTo>
                <a:lnTo>
                  <a:pt x="5460137" y="1393780"/>
                </a:lnTo>
                <a:cubicBezTo>
                  <a:pt x="5460561" y="1391114"/>
                  <a:pt x="5460982" y="1390270"/>
                  <a:pt x="5461417" y="1391849"/>
                </a:cubicBezTo>
                <a:close/>
                <a:moveTo>
                  <a:pt x="614271" y="1052206"/>
                </a:moveTo>
                <a:cubicBezTo>
                  <a:pt x="613444" y="1053256"/>
                  <a:pt x="612323" y="1054339"/>
                  <a:pt x="611497" y="1055389"/>
                </a:cubicBezTo>
                <a:cubicBezTo>
                  <a:pt x="617673" y="1058912"/>
                  <a:pt x="624115" y="1061928"/>
                  <a:pt x="630277" y="1065215"/>
                </a:cubicBezTo>
                <a:cubicBezTo>
                  <a:pt x="637469" y="1066004"/>
                  <a:pt x="644958" y="1066759"/>
                  <a:pt x="651856" y="1067584"/>
                </a:cubicBezTo>
                <a:cubicBezTo>
                  <a:pt x="639327" y="1062458"/>
                  <a:pt x="626799" y="1057332"/>
                  <a:pt x="614271" y="1052206"/>
                </a:cubicBezTo>
                <a:close/>
                <a:moveTo>
                  <a:pt x="810628" y="695550"/>
                </a:moveTo>
                <a:cubicBezTo>
                  <a:pt x="873537" y="739416"/>
                  <a:pt x="951215" y="767494"/>
                  <a:pt x="1033084" y="791270"/>
                </a:cubicBezTo>
                <a:cubicBezTo>
                  <a:pt x="1034205" y="790184"/>
                  <a:pt x="1035031" y="789136"/>
                  <a:pt x="1036153" y="788050"/>
                </a:cubicBezTo>
                <a:cubicBezTo>
                  <a:pt x="960983" y="757296"/>
                  <a:pt x="885798" y="726306"/>
                  <a:pt x="810628" y="695550"/>
                </a:cubicBezTo>
                <a:close/>
                <a:moveTo>
                  <a:pt x="4850908" y="727"/>
                </a:moveTo>
                <a:cubicBezTo>
                  <a:pt x="4858191" y="2929"/>
                  <a:pt x="4860543" y="7152"/>
                  <a:pt x="4858584" y="13795"/>
                </a:cubicBezTo>
                <a:cubicBezTo>
                  <a:pt x="4855845" y="22194"/>
                  <a:pt x="4850092" y="30008"/>
                  <a:pt x="4843408" y="37224"/>
                </a:cubicBezTo>
                <a:cubicBezTo>
                  <a:pt x="4812232" y="71132"/>
                  <a:pt x="4827067" y="79774"/>
                  <a:pt x="4871062" y="78954"/>
                </a:cubicBezTo>
                <a:cubicBezTo>
                  <a:pt x="4910302" y="78234"/>
                  <a:pt x="4949507" y="72299"/>
                  <a:pt x="4989038" y="66799"/>
                </a:cubicBezTo>
                <a:cubicBezTo>
                  <a:pt x="5008500" y="63967"/>
                  <a:pt x="5009491" y="65509"/>
                  <a:pt x="5002636" y="79388"/>
                </a:cubicBezTo>
                <a:cubicBezTo>
                  <a:pt x="4991594" y="102315"/>
                  <a:pt x="4990844" y="123285"/>
                  <a:pt x="5008332" y="140859"/>
                </a:cubicBezTo>
                <a:cubicBezTo>
                  <a:pt x="5012456" y="144868"/>
                  <a:pt x="5015428" y="149491"/>
                  <a:pt x="5014326" y="155555"/>
                </a:cubicBezTo>
                <a:cubicBezTo>
                  <a:pt x="5009356" y="180357"/>
                  <a:pt x="5019874" y="200674"/>
                  <a:pt x="5030704" y="221190"/>
                </a:cubicBezTo>
                <a:cubicBezTo>
                  <a:pt x="5048958" y="255517"/>
                  <a:pt x="5072099" y="287116"/>
                  <a:pt x="5097262" y="317759"/>
                </a:cubicBezTo>
                <a:cubicBezTo>
                  <a:pt x="5115004" y="339336"/>
                  <a:pt x="5126222" y="365974"/>
                  <a:pt x="5165084" y="373367"/>
                </a:cubicBezTo>
                <a:cubicBezTo>
                  <a:pt x="5174420" y="375083"/>
                  <a:pt x="5177498" y="381353"/>
                  <a:pt x="5174137" y="389353"/>
                </a:cubicBezTo>
                <a:cubicBezTo>
                  <a:pt x="5163026" y="415847"/>
                  <a:pt x="5172067" y="436343"/>
                  <a:pt x="5192507" y="453561"/>
                </a:cubicBezTo>
                <a:cubicBezTo>
                  <a:pt x="5199734" y="459565"/>
                  <a:pt x="5197020" y="463690"/>
                  <a:pt x="5187160" y="467732"/>
                </a:cubicBezTo>
                <a:cubicBezTo>
                  <a:pt x="5175836" y="472188"/>
                  <a:pt x="5167025" y="478711"/>
                  <a:pt x="5160106" y="486904"/>
                </a:cubicBezTo>
                <a:cubicBezTo>
                  <a:pt x="5148744" y="500143"/>
                  <a:pt x="5143396" y="514315"/>
                  <a:pt x="5138948" y="528614"/>
                </a:cubicBezTo>
                <a:cubicBezTo>
                  <a:pt x="5132042" y="551041"/>
                  <a:pt x="5123894" y="572670"/>
                  <a:pt x="5097016" y="589923"/>
                </a:cubicBezTo>
                <a:cubicBezTo>
                  <a:pt x="5089016" y="595163"/>
                  <a:pt x="5082598" y="601872"/>
                  <a:pt x="5075869" y="608381"/>
                </a:cubicBezTo>
                <a:cubicBezTo>
                  <a:pt x="5078016" y="614052"/>
                  <a:pt x="5083322" y="617918"/>
                  <a:pt x="5093172" y="618385"/>
                </a:cubicBezTo>
                <a:cubicBezTo>
                  <a:pt x="5155867" y="621469"/>
                  <a:pt x="5153088" y="652648"/>
                  <a:pt x="5153518" y="687474"/>
                </a:cubicBezTo>
                <a:cubicBezTo>
                  <a:pt x="5154177" y="730575"/>
                  <a:pt x="5118812" y="754787"/>
                  <a:pt x="5074984" y="776941"/>
                </a:cubicBezTo>
                <a:cubicBezTo>
                  <a:pt x="5059986" y="784451"/>
                  <a:pt x="5038116" y="786863"/>
                  <a:pt x="5033348" y="805473"/>
                </a:cubicBezTo>
                <a:cubicBezTo>
                  <a:pt x="5059529" y="819384"/>
                  <a:pt x="5089376" y="802009"/>
                  <a:pt x="5116847" y="803426"/>
                </a:cubicBezTo>
                <a:cubicBezTo>
                  <a:pt x="5139548" y="804709"/>
                  <a:pt x="5176330" y="798120"/>
                  <a:pt x="5147902" y="833118"/>
                </a:cubicBezTo>
                <a:cubicBezTo>
                  <a:pt x="5139626" y="843373"/>
                  <a:pt x="5150382" y="848714"/>
                  <a:pt x="5161665" y="848297"/>
                </a:cubicBezTo>
                <a:cubicBezTo>
                  <a:pt x="5253064" y="844106"/>
                  <a:pt x="5215170" y="912756"/>
                  <a:pt x="5246520" y="942412"/>
                </a:cubicBezTo>
                <a:cubicBezTo>
                  <a:pt x="5255359" y="950358"/>
                  <a:pt x="5247812" y="967405"/>
                  <a:pt x="5235368" y="972946"/>
                </a:cubicBezTo>
                <a:cubicBezTo>
                  <a:pt x="5156387" y="1008610"/>
                  <a:pt x="5149354" y="1071149"/>
                  <a:pt x="5113739" y="1128845"/>
                </a:cubicBezTo>
                <a:cubicBezTo>
                  <a:pt x="5157305" y="1144685"/>
                  <a:pt x="5208388" y="1143005"/>
                  <a:pt x="5255034" y="1151117"/>
                </a:cubicBezTo>
                <a:cubicBezTo>
                  <a:pt x="5303482" y="1159484"/>
                  <a:pt x="5304156" y="1170079"/>
                  <a:pt x="5267513" y="1216275"/>
                </a:cubicBezTo>
                <a:cubicBezTo>
                  <a:pt x="5370269" y="1212844"/>
                  <a:pt x="5370269" y="1212844"/>
                  <a:pt x="5343113" y="1281854"/>
                </a:cubicBezTo>
                <a:cubicBezTo>
                  <a:pt x="5386272" y="1279593"/>
                  <a:pt x="5428618" y="1334726"/>
                  <a:pt x="5452014" y="1385543"/>
                </a:cubicBezTo>
                <a:lnTo>
                  <a:pt x="5459078" y="1404268"/>
                </a:lnTo>
                <a:lnTo>
                  <a:pt x="5458838" y="1406644"/>
                </a:lnTo>
                <a:cubicBezTo>
                  <a:pt x="5457942" y="1418063"/>
                  <a:pt x="5456960" y="1434367"/>
                  <a:pt x="5455752" y="1450751"/>
                </a:cubicBezTo>
                <a:lnTo>
                  <a:pt x="5454594" y="1464662"/>
                </a:lnTo>
                <a:lnTo>
                  <a:pt x="5447215" y="1463321"/>
                </a:lnTo>
                <a:cubicBezTo>
                  <a:pt x="5441256" y="1459714"/>
                  <a:pt x="5437002" y="1458345"/>
                  <a:pt x="5433934" y="1458428"/>
                </a:cubicBezTo>
                <a:cubicBezTo>
                  <a:pt x="5424728" y="1458676"/>
                  <a:pt x="5426188" y="1471978"/>
                  <a:pt x="5424276" y="1477014"/>
                </a:cubicBezTo>
                <a:cubicBezTo>
                  <a:pt x="5417851" y="1492977"/>
                  <a:pt x="5433852" y="1501241"/>
                  <a:pt x="5444628" y="1511562"/>
                </a:cubicBezTo>
                <a:cubicBezTo>
                  <a:pt x="5448663" y="1515344"/>
                  <a:pt x="5451544" y="1497678"/>
                  <a:pt x="5453752" y="1474786"/>
                </a:cubicBezTo>
                <a:lnTo>
                  <a:pt x="5454594" y="1464662"/>
                </a:lnTo>
                <a:lnTo>
                  <a:pt x="5463208" y="1466226"/>
                </a:lnTo>
                <a:lnTo>
                  <a:pt x="5463164" y="1484226"/>
                </a:lnTo>
                <a:cubicBezTo>
                  <a:pt x="5462722" y="1528173"/>
                  <a:pt x="5460824" y="1571999"/>
                  <a:pt x="5456160" y="1575885"/>
                </a:cubicBezTo>
                <a:cubicBezTo>
                  <a:pt x="5406708" y="1617226"/>
                  <a:pt x="5442751" y="1692579"/>
                  <a:pt x="5345636" y="1714543"/>
                </a:cubicBezTo>
                <a:cubicBezTo>
                  <a:pt x="5301930" y="1724583"/>
                  <a:pt x="5282493" y="1755882"/>
                  <a:pt x="5251319" y="1775792"/>
                </a:cubicBezTo>
                <a:cubicBezTo>
                  <a:pt x="5142610" y="1844714"/>
                  <a:pt x="5072132" y="1925140"/>
                  <a:pt x="5043512" y="2027305"/>
                </a:cubicBezTo>
                <a:cubicBezTo>
                  <a:pt x="5035488" y="2055562"/>
                  <a:pt x="5000258" y="2081893"/>
                  <a:pt x="4978144" y="2108535"/>
                </a:cubicBezTo>
                <a:cubicBezTo>
                  <a:pt x="4990785" y="2124798"/>
                  <a:pt x="5050411" y="2079615"/>
                  <a:pt x="5031476" y="2128173"/>
                </a:cubicBezTo>
                <a:cubicBezTo>
                  <a:pt x="5017138" y="2164787"/>
                  <a:pt x="4975973" y="2191363"/>
                  <a:pt x="4937389" y="2216441"/>
                </a:cubicBezTo>
                <a:cubicBezTo>
                  <a:pt x="4893079" y="2245058"/>
                  <a:pt x="4843760" y="2269776"/>
                  <a:pt x="4826122" y="2315331"/>
                </a:cubicBezTo>
                <a:cubicBezTo>
                  <a:pt x="4822276" y="2325050"/>
                  <a:pt x="3896510" y="3112888"/>
                  <a:pt x="2544647" y="3190975"/>
                </a:cubicBezTo>
                <a:cubicBezTo>
                  <a:pt x="2323734" y="3203734"/>
                  <a:pt x="1445947" y="3169121"/>
                  <a:pt x="1328257" y="3153006"/>
                </a:cubicBezTo>
                <a:cubicBezTo>
                  <a:pt x="1207258" y="3136344"/>
                  <a:pt x="1101756" y="3091943"/>
                  <a:pt x="977943" y="3082502"/>
                </a:cubicBezTo>
                <a:cubicBezTo>
                  <a:pt x="912454" y="3077622"/>
                  <a:pt x="848655" y="3061861"/>
                  <a:pt x="854473" y="2994250"/>
                </a:cubicBezTo>
                <a:cubicBezTo>
                  <a:pt x="856228" y="2975057"/>
                  <a:pt x="838125" y="2961827"/>
                  <a:pt x="811593" y="2970498"/>
                </a:cubicBezTo>
                <a:cubicBezTo>
                  <a:pt x="761454" y="2987010"/>
                  <a:pt x="736680" y="2962489"/>
                  <a:pt x="707024" y="2945439"/>
                </a:cubicBezTo>
                <a:cubicBezTo>
                  <a:pt x="654509" y="2915262"/>
                  <a:pt x="603913" y="2882480"/>
                  <a:pt x="523487" y="2886053"/>
                </a:cubicBezTo>
                <a:cubicBezTo>
                  <a:pt x="537017" y="2855468"/>
                  <a:pt x="563587" y="2856758"/>
                  <a:pt x="587884" y="2859746"/>
                </a:cubicBezTo>
                <a:cubicBezTo>
                  <a:pt x="652090" y="2867866"/>
                  <a:pt x="715235" y="2878012"/>
                  <a:pt x="779426" y="2885897"/>
                </a:cubicBezTo>
                <a:cubicBezTo>
                  <a:pt x="821123" y="2891048"/>
                  <a:pt x="863074" y="2900202"/>
                  <a:pt x="917288" y="2882248"/>
                </a:cubicBezTo>
                <a:cubicBezTo>
                  <a:pt x="866364" y="2830288"/>
                  <a:pt x="785092" y="2829930"/>
                  <a:pt x="718684" y="2819941"/>
                </a:cubicBezTo>
                <a:cubicBezTo>
                  <a:pt x="635747" y="2807447"/>
                  <a:pt x="584925" y="2771133"/>
                  <a:pt x="524650" y="2731220"/>
                </a:cubicBezTo>
                <a:cubicBezTo>
                  <a:pt x="584180" y="2712621"/>
                  <a:pt x="623299" y="2742760"/>
                  <a:pt x="670138" y="2735189"/>
                </a:cubicBezTo>
                <a:cubicBezTo>
                  <a:pt x="672406" y="2728745"/>
                  <a:pt x="675988" y="2719532"/>
                  <a:pt x="675382" y="2719369"/>
                </a:cubicBezTo>
                <a:cubicBezTo>
                  <a:pt x="596666" y="2703042"/>
                  <a:pt x="557844" y="2658869"/>
                  <a:pt x="542021" y="2601946"/>
                </a:cubicBezTo>
                <a:cubicBezTo>
                  <a:pt x="533902" y="2572560"/>
                  <a:pt x="505246" y="2566541"/>
                  <a:pt x="476895" y="2555976"/>
                </a:cubicBezTo>
                <a:cubicBezTo>
                  <a:pt x="377189" y="2518466"/>
                  <a:pt x="272496" y="2486779"/>
                  <a:pt x="188751" y="2428830"/>
                </a:cubicBezTo>
                <a:cubicBezTo>
                  <a:pt x="280875" y="2426687"/>
                  <a:pt x="357216" y="2461808"/>
                  <a:pt x="456762" y="2468731"/>
                </a:cubicBezTo>
                <a:cubicBezTo>
                  <a:pt x="373794" y="2404281"/>
                  <a:pt x="269816" y="2379152"/>
                  <a:pt x="174514" y="2345378"/>
                </a:cubicBezTo>
                <a:cubicBezTo>
                  <a:pt x="130977" y="2330009"/>
                  <a:pt x="90329" y="2308598"/>
                  <a:pt x="38827" y="2303685"/>
                </a:cubicBezTo>
                <a:cubicBezTo>
                  <a:pt x="20556" y="2301864"/>
                  <a:pt x="-10092" y="2297272"/>
                  <a:pt x="3281" y="2273587"/>
                </a:cubicBezTo>
                <a:cubicBezTo>
                  <a:pt x="14533" y="2253956"/>
                  <a:pt x="39095" y="2256437"/>
                  <a:pt x="61590" y="2259170"/>
                </a:cubicBezTo>
                <a:cubicBezTo>
                  <a:pt x="115591" y="2265916"/>
                  <a:pt x="170539" y="2259497"/>
                  <a:pt x="242291" y="2250569"/>
                </a:cubicBezTo>
                <a:cubicBezTo>
                  <a:pt x="178223" y="2197829"/>
                  <a:pt x="68904" y="2229102"/>
                  <a:pt x="13205" y="2172263"/>
                </a:cubicBezTo>
                <a:cubicBezTo>
                  <a:pt x="77196" y="2153598"/>
                  <a:pt x="128251" y="2170191"/>
                  <a:pt x="180810" y="2168333"/>
                </a:cubicBezTo>
                <a:cubicBezTo>
                  <a:pt x="228319" y="2166612"/>
                  <a:pt x="239444" y="2154350"/>
                  <a:pt x="226020" y="2121100"/>
                </a:cubicBezTo>
                <a:cubicBezTo>
                  <a:pt x="205165" y="2069293"/>
                  <a:pt x="229388" y="2038364"/>
                  <a:pt x="299145" y="2044862"/>
                </a:cubicBezTo>
                <a:cubicBezTo>
                  <a:pt x="363822" y="2051027"/>
                  <a:pt x="369032" y="2029991"/>
                  <a:pt x="350236" y="2001187"/>
                </a:cubicBezTo>
                <a:cubicBezTo>
                  <a:pt x="322862" y="1959187"/>
                  <a:pt x="348423" y="1921214"/>
                  <a:pt x="365223" y="1881218"/>
                </a:cubicBezTo>
                <a:cubicBezTo>
                  <a:pt x="390527" y="1820499"/>
                  <a:pt x="376326" y="1793748"/>
                  <a:pt x="310707" y="1758752"/>
                </a:cubicBezTo>
                <a:cubicBezTo>
                  <a:pt x="273754" y="1739265"/>
                  <a:pt x="234367" y="1723631"/>
                  <a:pt x="181659" y="1709137"/>
                </a:cubicBezTo>
                <a:cubicBezTo>
                  <a:pt x="299387" y="1683727"/>
                  <a:pt x="172918" y="1660608"/>
                  <a:pt x="213063" y="1632021"/>
                </a:cubicBezTo>
                <a:cubicBezTo>
                  <a:pt x="296030" y="1612244"/>
                  <a:pt x="369047" y="1679323"/>
                  <a:pt x="481390" y="1644125"/>
                </a:cubicBezTo>
                <a:cubicBezTo>
                  <a:pt x="336659" y="1595935"/>
                  <a:pt x="176348" y="1532074"/>
                  <a:pt x="68930" y="1457537"/>
                </a:cubicBezTo>
                <a:cubicBezTo>
                  <a:pt x="91299" y="1434897"/>
                  <a:pt x="115799" y="1450436"/>
                  <a:pt x="135138" y="1440976"/>
                </a:cubicBezTo>
                <a:cubicBezTo>
                  <a:pt x="133952" y="1436374"/>
                  <a:pt x="135290" y="1429332"/>
                  <a:pt x="131611" y="1427642"/>
                </a:cubicBezTo>
                <a:cubicBezTo>
                  <a:pt x="52402" y="1389548"/>
                  <a:pt x="51441" y="1388478"/>
                  <a:pt x="130443" y="1343795"/>
                </a:cubicBezTo>
                <a:cubicBezTo>
                  <a:pt x="158017" y="1328118"/>
                  <a:pt x="154966" y="1317573"/>
                  <a:pt x="138930" y="1304094"/>
                </a:cubicBezTo>
                <a:cubicBezTo>
                  <a:pt x="127608" y="1294551"/>
                  <a:pt x="113720" y="1286742"/>
                  <a:pt x="118409" y="1262212"/>
                </a:cubicBezTo>
                <a:cubicBezTo>
                  <a:pt x="164937" y="1287183"/>
                  <a:pt x="383505" y="1312432"/>
                  <a:pt x="421410" y="1304757"/>
                </a:cubicBezTo>
                <a:cubicBezTo>
                  <a:pt x="464009" y="1296037"/>
                  <a:pt x="610877" y="1288926"/>
                  <a:pt x="655702" y="1291801"/>
                </a:cubicBezTo>
                <a:cubicBezTo>
                  <a:pt x="653235" y="1290438"/>
                  <a:pt x="650767" y="1289077"/>
                  <a:pt x="648299" y="1287715"/>
                </a:cubicBezTo>
                <a:cubicBezTo>
                  <a:pt x="603999" y="1260339"/>
                  <a:pt x="559107" y="1233035"/>
                  <a:pt x="531027" y="1193967"/>
                </a:cubicBezTo>
                <a:cubicBezTo>
                  <a:pt x="529741" y="1192462"/>
                  <a:pt x="529061" y="1191120"/>
                  <a:pt x="526433" y="1191913"/>
                </a:cubicBezTo>
                <a:cubicBezTo>
                  <a:pt x="503415" y="1199684"/>
                  <a:pt x="505590" y="1187083"/>
                  <a:pt x="504666" y="1177230"/>
                </a:cubicBezTo>
                <a:cubicBezTo>
                  <a:pt x="503726" y="1167141"/>
                  <a:pt x="499378" y="1159602"/>
                  <a:pt x="482307" y="1162618"/>
                </a:cubicBezTo>
                <a:cubicBezTo>
                  <a:pt x="481421" y="1162726"/>
                  <a:pt x="480226" y="1162633"/>
                  <a:pt x="479029" y="1162540"/>
                </a:cubicBezTo>
                <a:cubicBezTo>
                  <a:pt x="470949" y="1161859"/>
                  <a:pt x="444139" y="1138059"/>
                  <a:pt x="447663" y="1132649"/>
                </a:cubicBezTo>
                <a:cubicBezTo>
                  <a:pt x="455539" y="1120781"/>
                  <a:pt x="446335" y="1116439"/>
                  <a:pt x="438547" y="1110977"/>
                </a:cubicBezTo>
                <a:cubicBezTo>
                  <a:pt x="427656" y="1103517"/>
                  <a:pt x="416795" y="1096529"/>
                  <a:pt x="405343" y="1089612"/>
                </a:cubicBezTo>
                <a:cubicBezTo>
                  <a:pt x="394202" y="1082895"/>
                  <a:pt x="382794" y="1076684"/>
                  <a:pt x="371373" y="1070238"/>
                </a:cubicBezTo>
                <a:cubicBezTo>
                  <a:pt x="344889" y="1065616"/>
                  <a:pt x="318169" y="1061972"/>
                  <a:pt x="290358" y="1059884"/>
                </a:cubicBezTo>
                <a:cubicBezTo>
                  <a:pt x="269709" y="1058114"/>
                  <a:pt x="246624" y="1055453"/>
                  <a:pt x="235140" y="1029322"/>
                </a:cubicBezTo>
                <a:cubicBezTo>
                  <a:pt x="256895" y="1029771"/>
                  <a:pt x="278695" y="1030927"/>
                  <a:pt x="300494" y="1032083"/>
                </a:cubicBezTo>
                <a:cubicBezTo>
                  <a:pt x="279542" y="1020860"/>
                  <a:pt x="259181" y="1009565"/>
                  <a:pt x="239661" y="997457"/>
                </a:cubicBezTo>
                <a:cubicBezTo>
                  <a:pt x="223540" y="987309"/>
                  <a:pt x="210281" y="975391"/>
                  <a:pt x="204788" y="959211"/>
                </a:cubicBezTo>
                <a:cubicBezTo>
                  <a:pt x="203337" y="955117"/>
                  <a:pt x="202166" y="950750"/>
                  <a:pt x="207583" y="947009"/>
                </a:cubicBezTo>
                <a:cubicBezTo>
                  <a:pt x="213561" y="942727"/>
                  <a:pt x="218466" y="944980"/>
                  <a:pt x="223061" y="947033"/>
                </a:cubicBezTo>
                <a:cubicBezTo>
                  <a:pt x="242046" y="955410"/>
                  <a:pt x="261311" y="963516"/>
                  <a:pt x="280015" y="972164"/>
                </a:cubicBezTo>
                <a:cubicBezTo>
                  <a:pt x="304852" y="983629"/>
                  <a:pt x="329408" y="995365"/>
                  <a:pt x="353948" y="1006865"/>
                </a:cubicBezTo>
                <a:cubicBezTo>
                  <a:pt x="319294" y="981405"/>
                  <a:pt x="281290" y="959435"/>
                  <a:pt x="240466" y="939943"/>
                </a:cubicBezTo>
                <a:cubicBezTo>
                  <a:pt x="210990" y="925718"/>
                  <a:pt x="181514" y="911494"/>
                  <a:pt x="158812" y="891467"/>
                </a:cubicBezTo>
                <a:cubicBezTo>
                  <a:pt x="147166" y="881489"/>
                  <a:pt x="141336" y="869384"/>
                  <a:pt x="139551" y="855364"/>
                </a:cubicBezTo>
                <a:cubicBezTo>
                  <a:pt x="139312" y="851597"/>
                  <a:pt x="139634" y="847287"/>
                  <a:pt x="145731" y="844888"/>
                </a:cubicBezTo>
                <a:cubicBezTo>
                  <a:pt x="151843" y="842724"/>
                  <a:pt x="155581" y="845356"/>
                  <a:pt x="158154" y="848366"/>
                </a:cubicBezTo>
                <a:cubicBezTo>
                  <a:pt x="161052" y="851811"/>
                  <a:pt x="164496" y="854479"/>
                  <a:pt x="169370" y="856260"/>
                </a:cubicBezTo>
                <a:cubicBezTo>
                  <a:pt x="212096" y="872913"/>
                  <a:pt x="249775" y="894448"/>
                  <a:pt x="288295" y="915169"/>
                </a:cubicBezTo>
                <a:cubicBezTo>
                  <a:pt x="343452" y="944788"/>
                  <a:pt x="397769" y="975222"/>
                  <a:pt x="462694" y="994643"/>
                </a:cubicBezTo>
                <a:cubicBezTo>
                  <a:pt x="487260" y="1001870"/>
                  <a:pt x="512622" y="1007575"/>
                  <a:pt x="531910" y="1006664"/>
                </a:cubicBezTo>
                <a:cubicBezTo>
                  <a:pt x="460990" y="972547"/>
                  <a:pt x="394087" y="936046"/>
                  <a:pt x="333940" y="893507"/>
                </a:cubicBezTo>
                <a:cubicBezTo>
                  <a:pt x="273173" y="850568"/>
                  <a:pt x="219876" y="803403"/>
                  <a:pt x="181443" y="746608"/>
                </a:cubicBezTo>
                <a:cubicBezTo>
                  <a:pt x="177494" y="740681"/>
                  <a:pt x="175038" y="734810"/>
                  <a:pt x="162678" y="737018"/>
                </a:cubicBezTo>
                <a:cubicBezTo>
                  <a:pt x="157082" y="737933"/>
                  <a:pt x="155070" y="734381"/>
                  <a:pt x="156307" y="730435"/>
                </a:cubicBezTo>
                <a:cubicBezTo>
                  <a:pt x="164051" y="702450"/>
                  <a:pt x="145532" y="687373"/>
                  <a:pt x="117227" y="677515"/>
                </a:cubicBezTo>
                <a:cubicBezTo>
                  <a:pt x="108392" y="674314"/>
                  <a:pt x="107546" y="670384"/>
                  <a:pt x="113655" y="663474"/>
                </a:cubicBezTo>
                <a:cubicBezTo>
                  <a:pt x="121976" y="653926"/>
                  <a:pt x="120506" y="644851"/>
                  <a:pt x="115226" y="636712"/>
                </a:cubicBezTo>
                <a:cubicBezTo>
                  <a:pt x="112224" y="631619"/>
                  <a:pt x="108350" y="626868"/>
                  <a:pt x="105067" y="622046"/>
                </a:cubicBezTo>
                <a:cubicBezTo>
                  <a:pt x="102790" y="619000"/>
                  <a:pt x="99022" y="615897"/>
                  <a:pt x="104113" y="611722"/>
                </a:cubicBezTo>
                <a:cubicBezTo>
                  <a:pt x="108939" y="608053"/>
                  <a:pt x="114081" y="609328"/>
                  <a:pt x="118895" y="610169"/>
                </a:cubicBezTo>
                <a:cubicBezTo>
                  <a:pt x="142040" y="613772"/>
                  <a:pt x="156094" y="624170"/>
                  <a:pt x="163095" y="640642"/>
                </a:cubicBezTo>
                <a:cubicBezTo>
                  <a:pt x="168334" y="652819"/>
                  <a:pt x="173104" y="652953"/>
                  <a:pt x="185766" y="641454"/>
                </a:cubicBezTo>
                <a:cubicBezTo>
                  <a:pt x="195327" y="632704"/>
                  <a:pt x="204232" y="632337"/>
                  <a:pt x="212892" y="637457"/>
                </a:cubicBezTo>
                <a:cubicBezTo>
                  <a:pt x="217516" y="639981"/>
                  <a:pt x="220444" y="643897"/>
                  <a:pt x="223932" y="647271"/>
                </a:cubicBezTo>
                <a:cubicBezTo>
                  <a:pt x="241420" y="664845"/>
                  <a:pt x="259762" y="681841"/>
                  <a:pt x="287167" y="691571"/>
                </a:cubicBezTo>
                <a:cubicBezTo>
                  <a:pt x="299355" y="696027"/>
                  <a:pt x="312354" y="699197"/>
                  <a:pt x="330380" y="692506"/>
                </a:cubicBezTo>
                <a:cubicBezTo>
                  <a:pt x="318517" y="688486"/>
                  <a:pt x="306954" y="689175"/>
                  <a:pt x="296172" y="688108"/>
                </a:cubicBezTo>
                <a:cubicBezTo>
                  <a:pt x="285390" y="687041"/>
                  <a:pt x="279539" y="683953"/>
                  <a:pt x="286974" y="674512"/>
                </a:cubicBezTo>
                <a:cubicBezTo>
                  <a:pt x="291105" y="669267"/>
                  <a:pt x="290555" y="665301"/>
                  <a:pt x="286166" y="661798"/>
                </a:cubicBezTo>
                <a:cubicBezTo>
                  <a:pt x="272052" y="650459"/>
                  <a:pt x="264416" y="633352"/>
                  <a:pt x="236268" y="635338"/>
                </a:cubicBezTo>
                <a:cubicBezTo>
                  <a:pt x="234792" y="635517"/>
                  <a:pt x="233255" y="634754"/>
                  <a:pt x="231734" y="634225"/>
                </a:cubicBezTo>
                <a:cubicBezTo>
                  <a:pt x="225957" y="632316"/>
                  <a:pt x="219575" y="630241"/>
                  <a:pt x="221253" y="623870"/>
                </a:cubicBezTo>
                <a:cubicBezTo>
                  <a:pt x="223227" y="617462"/>
                  <a:pt x="230816" y="615119"/>
                  <a:pt x="237564" y="613590"/>
                </a:cubicBezTo>
                <a:cubicBezTo>
                  <a:pt x="254884" y="609831"/>
                  <a:pt x="268844" y="614072"/>
                  <a:pt x="282259" y="619091"/>
                </a:cubicBezTo>
                <a:cubicBezTo>
                  <a:pt x="314893" y="631509"/>
                  <a:pt x="342201" y="649080"/>
                  <a:pt x="370630" y="665566"/>
                </a:cubicBezTo>
                <a:cubicBezTo>
                  <a:pt x="413275" y="690295"/>
                  <a:pt x="451153" y="719635"/>
                  <a:pt x="498017" y="740532"/>
                </a:cubicBezTo>
                <a:cubicBezTo>
                  <a:pt x="637369" y="802423"/>
                  <a:pt x="774774" y="866448"/>
                  <a:pt x="918036" y="924307"/>
                </a:cubicBezTo>
                <a:cubicBezTo>
                  <a:pt x="970882" y="945666"/>
                  <a:pt x="1024819" y="965469"/>
                  <a:pt x="1079304" y="984494"/>
                </a:cubicBezTo>
                <a:cubicBezTo>
                  <a:pt x="1079509" y="983045"/>
                  <a:pt x="1079744" y="982067"/>
                  <a:pt x="1079935" y="980383"/>
                </a:cubicBezTo>
                <a:cubicBezTo>
                  <a:pt x="1079860" y="979206"/>
                  <a:pt x="1079770" y="977793"/>
                  <a:pt x="1079695" y="976616"/>
                </a:cubicBezTo>
                <a:cubicBezTo>
                  <a:pt x="1041139" y="964679"/>
                  <a:pt x="1003098" y="951491"/>
                  <a:pt x="966178" y="937219"/>
                </a:cubicBezTo>
                <a:cubicBezTo>
                  <a:pt x="875541" y="901932"/>
                  <a:pt x="791930" y="860100"/>
                  <a:pt x="720106" y="807112"/>
                </a:cubicBezTo>
                <a:cubicBezTo>
                  <a:pt x="714181" y="802848"/>
                  <a:pt x="707904" y="802421"/>
                  <a:pt x="698823" y="804708"/>
                </a:cubicBezTo>
                <a:cubicBezTo>
                  <a:pt x="669544" y="812288"/>
                  <a:pt x="659939" y="806334"/>
                  <a:pt x="664513" y="784663"/>
                </a:cubicBezTo>
                <a:cubicBezTo>
                  <a:pt x="665660" y="779304"/>
                  <a:pt x="665686" y="775031"/>
                  <a:pt x="660380" y="771165"/>
                </a:cubicBezTo>
                <a:cubicBezTo>
                  <a:pt x="636661" y="753871"/>
                  <a:pt x="611807" y="737427"/>
                  <a:pt x="584959" y="722409"/>
                </a:cubicBezTo>
                <a:cubicBezTo>
                  <a:pt x="535282" y="694735"/>
                  <a:pt x="482226" y="670082"/>
                  <a:pt x="435649" y="639659"/>
                </a:cubicBezTo>
                <a:cubicBezTo>
                  <a:pt x="421965" y="630403"/>
                  <a:pt x="411440" y="619340"/>
                  <a:pt x="404944" y="606128"/>
                </a:cubicBezTo>
                <a:cubicBezTo>
                  <a:pt x="402872" y="601635"/>
                  <a:pt x="401613" y="595856"/>
                  <a:pt x="408476" y="591466"/>
                </a:cubicBezTo>
                <a:cubicBezTo>
                  <a:pt x="415044" y="587111"/>
                  <a:pt x="420320" y="590506"/>
                  <a:pt x="425225" y="592759"/>
                </a:cubicBezTo>
                <a:cubicBezTo>
                  <a:pt x="445746" y="601899"/>
                  <a:pt x="466578" y="611238"/>
                  <a:pt x="487115" y="620614"/>
                </a:cubicBezTo>
                <a:cubicBezTo>
                  <a:pt x="507947" y="629954"/>
                  <a:pt x="528514" y="639800"/>
                  <a:pt x="550277" y="649738"/>
                </a:cubicBezTo>
                <a:cubicBezTo>
                  <a:pt x="551408" y="644145"/>
                  <a:pt x="546904" y="643504"/>
                  <a:pt x="544421" y="641907"/>
                </a:cubicBezTo>
                <a:cubicBezTo>
                  <a:pt x="509355" y="619344"/>
                  <a:pt x="471190" y="599529"/>
                  <a:pt x="431905" y="580799"/>
                </a:cubicBezTo>
                <a:cubicBezTo>
                  <a:pt x="401512" y="566211"/>
                  <a:pt x="371947" y="550574"/>
                  <a:pt x="351177" y="528177"/>
                </a:cubicBezTo>
                <a:cubicBezTo>
                  <a:pt x="343180" y="519419"/>
                  <a:pt x="338696" y="509759"/>
                  <a:pt x="339749" y="498244"/>
                </a:cubicBezTo>
                <a:cubicBezTo>
                  <a:pt x="340115" y="494641"/>
                  <a:pt x="340481" y="491037"/>
                  <a:pt x="346313" y="489145"/>
                </a:cubicBezTo>
                <a:cubicBezTo>
                  <a:pt x="350979" y="487631"/>
                  <a:pt x="354067" y="489392"/>
                  <a:pt x="356579" y="491460"/>
                </a:cubicBezTo>
                <a:cubicBezTo>
                  <a:pt x="360984" y="495197"/>
                  <a:pt x="365388" y="498934"/>
                  <a:pt x="371505" y="501516"/>
                </a:cubicBezTo>
                <a:cubicBezTo>
                  <a:pt x="408203" y="517000"/>
                  <a:pt x="442659" y="534654"/>
                  <a:pt x="476275" y="553122"/>
                </a:cubicBezTo>
                <a:cubicBezTo>
                  <a:pt x="531461" y="583213"/>
                  <a:pt x="586103" y="614082"/>
                  <a:pt x="649952" y="635294"/>
                </a:cubicBezTo>
                <a:cubicBezTo>
                  <a:pt x="673972" y="643298"/>
                  <a:pt x="698805" y="650018"/>
                  <a:pt x="727161" y="651328"/>
                </a:cubicBezTo>
                <a:cubicBezTo>
                  <a:pt x="726126" y="649081"/>
                  <a:pt x="724263" y="647883"/>
                  <a:pt x="722417" y="646921"/>
                </a:cubicBezTo>
                <a:cubicBezTo>
                  <a:pt x="660627" y="615969"/>
                  <a:pt x="600830" y="583590"/>
                  <a:pt x="546079" y="546328"/>
                </a:cubicBezTo>
                <a:cubicBezTo>
                  <a:pt x="478576" y="500409"/>
                  <a:pt x="420223" y="448637"/>
                  <a:pt x="378182" y="386585"/>
                </a:cubicBezTo>
                <a:cubicBezTo>
                  <a:pt x="376229" y="383975"/>
                  <a:pt x="374884" y="381528"/>
                  <a:pt x="370158" y="382100"/>
                </a:cubicBezTo>
                <a:cubicBezTo>
                  <a:pt x="358064" y="383802"/>
                  <a:pt x="356583" y="379236"/>
                  <a:pt x="357861" y="371252"/>
                </a:cubicBezTo>
                <a:cubicBezTo>
                  <a:pt x="361373" y="351608"/>
                  <a:pt x="352380" y="336565"/>
                  <a:pt x="331313" y="328203"/>
                </a:cubicBezTo>
                <a:cubicBezTo>
                  <a:pt x="316037" y="321986"/>
                  <a:pt x="303183" y="316425"/>
                  <a:pt x="319354" y="299282"/>
                </a:cubicBezTo>
                <a:cubicBezTo>
                  <a:pt x="323265" y="295249"/>
                  <a:pt x="321459" y="290249"/>
                  <a:pt x="319682" y="285719"/>
                </a:cubicBezTo>
                <a:cubicBezTo>
                  <a:pt x="317166" y="278905"/>
                  <a:pt x="312080" y="273828"/>
                  <a:pt x="306391" y="268585"/>
                </a:cubicBezTo>
                <a:cubicBezTo>
                  <a:pt x="303227" y="265647"/>
                  <a:pt x="299399" y="261602"/>
                  <a:pt x="303294" y="257334"/>
                </a:cubicBezTo>
                <a:cubicBezTo>
                  <a:pt x="307735" y="252289"/>
                  <a:pt x="314131" y="254598"/>
                  <a:pt x="319242" y="255403"/>
                </a:cubicBezTo>
                <a:cubicBezTo>
                  <a:pt x="342683" y="258970"/>
                  <a:pt x="357062" y="269803"/>
                  <a:pt x="364093" y="286745"/>
                </a:cubicBezTo>
                <a:cubicBezTo>
                  <a:pt x="368651" y="297582"/>
                  <a:pt x="374307" y="297608"/>
                  <a:pt x="385301" y="287973"/>
                </a:cubicBezTo>
                <a:cubicBezTo>
                  <a:pt x="397712" y="277216"/>
                  <a:pt x="408079" y="276436"/>
                  <a:pt x="417598" y="285722"/>
                </a:cubicBezTo>
                <a:cubicBezTo>
                  <a:pt x="425226" y="293339"/>
                  <a:pt x="431406" y="301607"/>
                  <a:pt x="440155" y="308139"/>
                </a:cubicBezTo>
                <a:cubicBezTo>
                  <a:pt x="463623" y="326175"/>
                  <a:pt x="485720" y="346039"/>
                  <a:pt x="534406" y="339430"/>
                </a:cubicBezTo>
                <a:cubicBezTo>
                  <a:pt x="520872" y="332528"/>
                  <a:pt x="507316" y="334645"/>
                  <a:pt x="495633" y="333450"/>
                </a:cubicBezTo>
                <a:cubicBezTo>
                  <a:pt x="487244" y="332567"/>
                  <a:pt x="478750" y="330037"/>
                  <a:pt x="486289" y="322243"/>
                </a:cubicBezTo>
                <a:cubicBezTo>
                  <a:pt x="494951" y="313365"/>
                  <a:pt x="489365" y="309771"/>
                  <a:pt x="484000" y="304964"/>
                </a:cubicBezTo>
                <a:cubicBezTo>
                  <a:pt x="471673" y="293645"/>
                  <a:pt x="461604" y="280392"/>
                  <a:pt x="436911" y="280536"/>
                </a:cubicBezTo>
                <a:cubicBezTo>
                  <a:pt x="433041" y="280530"/>
                  <a:pt x="429923" y="278297"/>
                  <a:pt x="426865" y="277007"/>
                </a:cubicBezTo>
                <a:cubicBezTo>
                  <a:pt x="422581" y="275154"/>
                  <a:pt x="418872" y="272993"/>
                  <a:pt x="420654" y="268269"/>
                </a:cubicBezTo>
                <a:cubicBezTo>
                  <a:pt x="422468" y="264016"/>
                  <a:pt x="426748" y="261125"/>
                  <a:pt x="432329" y="259975"/>
                </a:cubicBezTo>
                <a:cubicBezTo>
                  <a:pt x="437320" y="258895"/>
                  <a:pt x="442621" y="258016"/>
                  <a:pt x="447672" y="257879"/>
                </a:cubicBezTo>
                <a:cubicBezTo>
                  <a:pt x="470223" y="256809"/>
                  <a:pt x="486254" y="265543"/>
                  <a:pt x="502242" y="273572"/>
                </a:cubicBezTo>
                <a:cubicBezTo>
                  <a:pt x="558179" y="301436"/>
                  <a:pt x="607891" y="334326"/>
                  <a:pt x="659874" y="365516"/>
                </a:cubicBezTo>
                <a:cubicBezTo>
                  <a:pt x="711842" y="396471"/>
                  <a:pt x="772192" y="418818"/>
                  <a:pt x="829177" y="444421"/>
                </a:cubicBezTo>
                <a:cubicBezTo>
                  <a:pt x="960626" y="503711"/>
                  <a:pt x="1092650" y="562693"/>
                  <a:pt x="1231903" y="613682"/>
                </a:cubicBezTo>
                <a:cubicBezTo>
                  <a:pt x="1368099" y="663381"/>
                  <a:pt x="1823141" y="686561"/>
                  <a:pt x="1911736" y="685084"/>
                </a:cubicBezTo>
                <a:cubicBezTo>
                  <a:pt x="2024994" y="682992"/>
                  <a:pt x="2291986" y="655399"/>
                  <a:pt x="2564313" y="632143"/>
                </a:cubicBezTo>
                <a:cubicBezTo>
                  <a:pt x="2595089" y="629364"/>
                  <a:pt x="2625288" y="626893"/>
                  <a:pt x="2657304" y="624913"/>
                </a:cubicBezTo>
                <a:cubicBezTo>
                  <a:pt x="3564401" y="568191"/>
                  <a:pt x="4203594" y="276765"/>
                  <a:pt x="4235818" y="259339"/>
                </a:cubicBezTo>
                <a:cubicBezTo>
                  <a:pt x="4287616" y="231474"/>
                  <a:pt x="4460006" y="176429"/>
                  <a:pt x="4460331" y="176864"/>
                </a:cubicBezTo>
                <a:cubicBezTo>
                  <a:pt x="4464175" y="181144"/>
                  <a:pt x="4483735" y="184529"/>
                  <a:pt x="4499578" y="186791"/>
                </a:cubicBezTo>
                <a:lnTo>
                  <a:pt x="4514640" y="188841"/>
                </a:lnTo>
                <a:lnTo>
                  <a:pt x="4516523" y="189988"/>
                </a:lnTo>
                <a:cubicBezTo>
                  <a:pt x="4522035" y="190091"/>
                  <a:pt x="4521760" y="189857"/>
                  <a:pt x="4518126" y="189316"/>
                </a:cubicBezTo>
                <a:lnTo>
                  <a:pt x="4514640" y="188841"/>
                </a:lnTo>
                <a:lnTo>
                  <a:pt x="4511569" y="186970"/>
                </a:lnTo>
                <a:cubicBezTo>
                  <a:pt x="4510788" y="185226"/>
                  <a:pt x="4510719" y="182981"/>
                  <a:pt x="4510888" y="180943"/>
                </a:cubicBezTo>
                <a:cubicBezTo>
                  <a:pt x="4511690" y="170169"/>
                  <a:pt x="4517648" y="160906"/>
                  <a:pt x="4531865" y="155151"/>
                </a:cubicBezTo>
                <a:cubicBezTo>
                  <a:pt x="4545507" y="149703"/>
                  <a:pt x="4559473" y="144689"/>
                  <a:pt x="4573441" y="139676"/>
                </a:cubicBezTo>
                <a:cubicBezTo>
                  <a:pt x="4585075" y="135420"/>
                  <a:pt x="4593048" y="134454"/>
                  <a:pt x="4594964" y="145847"/>
                </a:cubicBezTo>
                <a:cubicBezTo>
                  <a:pt x="4596879" y="157242"/>
                  <a:pt x="4613452" y="160454"/>
                  <a:pt x="4623059" y="152410"/>
                </a:cubicBezTo>
                <a:cubicBezTo>
                  <a:pt x="4660632" y="120811"/>
                  <a:pt x="4705757" y="95654"/>
                  <a:pt x="4748356" y="68192"/>
                </a:cubicBezTo>
                <a:cubicBezTo>
                  <a:pt x="4778098" y="49168"/>
                  <a:pt x="4809406" y="31378"/>
                  <a:pt x="4833812" y="8017"/>
                </a:cubicBezTo>
                <a:cubicBezTo>
                  <a:pt x="4838299" y="3678"/>
                  <a:pt x="4842399" y="-2039"/>
                  <a:pt x="4850908" y="727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C443BF-1A2D-AF17-ED9A-C7B1253E5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0941" y="685801"/>
            <a:ext cx="3494859" cy="5491162"/>
          </a:xfrm>
        </p:spPr>
        <p:txBody>
          <a:bodyPr>
            <a:normAutofit/>
          </a:bodyPr>
          <a:lstStyle/>
          <a:p>
            <a:r>
              <a:rPr lang="en-US" dirty="0"/>
              <a:t>SQL Server 2025 — Meat and Potatoes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964F809-225F-3312-8543-2731E7604F1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21695779"/>
              </p:ext>
            </p:extLst>
          </p:nvPr>
        </p:nvGraphicFramePr>
        <p:xfrm>
          <a:off x="4702547" y="838199"/>
          <a:ext cx="6651253" cy="53387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272687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939F55-1E5C-D9BF-8EA2-38AE01EE4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US" sz="4000"/>
              <a:t>The SQL Server 2025 Platform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C61854-B744-DD38-9841-1BD5500D42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anchor="ctr">
            <a:normAutofit/>
          </a:bodyPr>
          <a:lstStyle/>
          <a:p>
            <a:r>
              <a:rPr lang="en-US" sz="2000" dirty="0"/>
              <a:t>Outbound connections: Microsoft Foundry, Event Hub, Fabric, Entra, any other REST API you want</a:t>
            </a:r>
          </a:p>
          <a:p>
            <a:r>
              <a:rPr lang="en-US" sz="2000" dirty="0"/>
              <a:t>Local connections: AI models (</a:t>
            </a:r>
            <a:r>
              <a:rPr lang="en-US" sz="2000" dirty="0" err="1"/>
              <a:t>Ollama</a:t>
            </a:r>
            <a:r>
              <a:rPr lang="en-US" sz="2000" dirty="0"/>
              <a:t>, ONNX), REST endpoints, Semantic Kernel </a:t>
            </a:r>
          </a:p>
          <a:p>
            <a:r>
              <a:rPr lang="en-US" sz="2000" dirty="0"/>
              <a:t>Management plane: Arc, SSMS 22 with Copilot, VS Code </a:t>
            </a:r>
            <a:r>
              <a:rPr lang="en-US" sz="2000" dirty="0" err="1"/>
              <a:t>mssql</a:t>
            </a:r>
            <a:r>
              <a:rPr lang="en-US" sz="2000" dirty="0"/>
              <a:t> extension </a:t>
            </a:r>
          </a:p>
          <a:p>
            <a:r>
              <a:rPr lang="en-US" sz="2000" dirty="0"/>
              <a:t>Secondary replica capabilities: Query Store, backups, tuning, diagnostics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DBFA24-0FEE-646D-C8D7-0F643C1D9E9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594" r="44723" b="-1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451135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EDDAB9-4B0D-EC49-BB95-41828F374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4282983" cy="1200361"/>
          </a:xfrm>
        </p:spPr>
        <p:txBody>
          <a:bodyPr anchor="b">
            <a:normAutofit/>
          </a:bodyPr>
          <a:lstStyle/>
          <a:p>
            <a:r>
              <a:rPr lang="en-US" sz="3600"/>
              <a:t>SSMS 22 — General Availability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F1875-E792-E2AE-0E51-851D894768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066" y="2031101"/>
            <a:ext cx="4282984" cy="3511943"/>
          </a:xfrm>
        </p:spPr>
        <p:txBody>
          <a:bodyPr anchor="ctr">
            <a:normAutofit/>
          </a:bodyPr>
          <a:lstStyle/>
          <a:p>
            <a:r>
              <a:rPr lang="en-US" sz="1800" dirty="0"/>
              <a:t>Based on Visual Studio 2022 (64-bit)</a:t>
            </a:r>
          </a:p>
          <a:p>
            <a:r>
              <a:rPr lang="en-US" sz="1800" dirty="0"/>
              <a:t>Copilot integration (public preview)</a:t>
            </a:r>
          </a:p>
          <a:p>
            <a:r>
              <a:rPr lang="en-US" sz="1800" dirty="0"/>
              <a:t>Dark theme and multiple color themes</a:t>
            </a:r>
          </a:p>
          <a:p>
            <a:r>
              <a:rPr lang="en-US" sz="1800" dirty="0"/>
              <a:t>Git and TFS support</a:t>
            </a:r>
          </a:p>
          <a:p>
            <a:r>
              <a:rPr lang="en-US" sz="1800" dirty="0"/>
              <a:t>New connection experience</a:t>
            </a:r>
          </a:p>
          <a:p>
            <a:r>
              <a:rPr lang="en-US" sz="1800" dirty="0"/>
              <a:t>Windows ARM64 support</a:t>
            </a:r>
          </a:p>
          <a:p>
            <a:endParaRPr lang="en-US" sz="18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A8AAD51-C5E4-0ECD-0C87-4929B5824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7738" y="2032191"/>
            <a:ext cx="5628018" cy="2560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90208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8DED6BC-9A3E-48D4-AD7C-A56D63F54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B6E033A-DB2E-49B8-B600-B38E0C280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3235" y="1371600"/>
            <a:ext cx="4529312" cy="3589977"/>
          </a:xfrm>
          <a:custGeom>
            <a:avLst/>
            <a:gdLst>
              <a:gd name="connsiteX0" fmla="*/ 5462602 w 5470628"/>
              <a:gd name="connsiteY0" fmla="*/ 1413608 h 3193741"/>
              <a:gd name="connsiteX1" fmla="*/ 5465724 w 5470628"/>
              <a:gd name="connsiteY1" fmla="*/ 1421881 h 3193741"/>
              <a:gd name="connsiteX2" fmla="*/ 5465025 w 5470628"/>
              <a:gd name="connsiteY2" fmla="*/ 1466556 h 3193741"/>
              <a:gd name="connsiteX3" fmla="*/ 5463208 w 5470628"/>
              <a:gd name="connsiteY3" fmla="*/ 1466226 h 3193741"/>
              <a:gd name="connsiteX4" fmla="*/ 5463242 w 5470628"/>
              <a:gd name="connsiteY4" fmla="*/ 1451866 h 3193741"/>
              <a:gd name="connsiteX5" fmla="*/ 5462894 w 5470628"/>
              <a:gd name="connsiteY5" fmla="*/ 1423194 h 3193741"/>
              <a:gd name="connsiteX6" fmla="*/ 5461417 w 5470628"/>
              <a:gd name="connsiteY6" fmla="*/ 1391849 h 3193741"/>
              <a:gd name="connsiteX7" fmla="*/ 5462246 w 5470628"/>
              <a:gd name="connsiteY7" fmla="*/ 1401944 h 3193741"/>
              <a:gd name="connsiteX8" fmla="*/ 5462602 w 5470628"/>
              <a:gd name="connsiteY8" fmla="*/ 1413608 h 3193741"/>
              <a:gd name="connsiteX9" fmla="*/ 5459078 w 5470628"/>
              <a:gd name="connsiteY9" fmla="*/ 1404268 h 3193741"/>
              <a:gd name="connsiteX10" fmla="*/ 5460137 w 5470628"/>
              <a:gd name="connsiteY10" fmla="*/ 1393780 h 3193741"/>
              <a:gd name="connsiteX11" fmla="*/ 5461417 w 5470628"/>
              <a:gd name="connsiteY11" fmla="*/ 1391849 h 3193741"/>
              <a:gd name="connsiteX12" fmla="*/ 614271 w 5470628"/>
              <a:gd name="connsiteY12" fmla="*/ 1052206 h 3193741"/>
              <a:gd name="connsiteX13" fmla="*/ 611497 w 5470628"/>
              <a:gd name="connsiteY13" fmla="*/ 1055389 h 3193741"/>
              <a:gd name="connsiteX14" fmla="*/ 630277 w 5470628"/>
              <a:gd name="connsiteY14" fmla="*/ 1065215 h 3193741"/>
              <a:gd name="connsiteX15" fmla="*/ 651856 w 5470628"/>
              <a:gd name="connsiteY15" fmla="*/ 1067584 h 3193741"/>
              <a:gd name="connsiteX16" fmla="*/ 614271 w 5470628"/>
              <a:gd name="connsiteY16" fmla="*/ 1052206 h 3193741"/>
              <a:gd name="connsiteX17" fmla="*/ 810628 w 5470628"/>
              <a:gd name="connsiteY17" fmla="*/ 695550 h 3193741"/>
              <a:gd name="connsiteX18" fmla="*/ 1033084 w 5470628"/>
              <a:gd name="connsiteY18" fmla="*/ 791270 h 3193741"/>
              <a:gd name="connsiteX19" fmla="*/ 1036153 w 5470628"/>
              <a:gd name="connsiteY19" fmla="*/ 788050 h 3193741"/>
              <a:gd name="connsiteX20" fmla="*/ 810628 w 5470628"/>
              <a:gd name="connsiteY20" fmla="*/ 695550 h 3193741"/>
              <a:gd name="connsiteX21" fmla="*/ 4850908 w 5470628"/>
              <a:gd name="connsiteY21" fmla="*/ 727 h 3193741"/>
              <a:gd name="connsiteX22" fmla="*/ 4858584 w 5470628"/>
              <a:gd name="connsiteY22" fmla="*/ 13795 h 3193741"/>
              <a:gd name="connsiteX23" fmla="*/ 4843408 w 5470628"/>
              <a:gd name="connsiteY23" fmla="*/ 37224 h 3193741"/>
              <a:gd name="connsiteX24" fmla="*/ 4871062 w 5470628"/>
              <a:gd name="connsiteY24" fmla="*/ 78954 h 3193741"/>
              <a:gd name="connsiteX25" fmla="*/ 4989038 w 5470628"/>
              <a:gd name="connsiteY25" fmla="*/ 66799 h 3193741"/>
              <a:gd name="connsiteX26" fmla="*/ 5002636 w 5470628"/>
              <a:gd name="connsiteY26" fmla="*/ 79388 h 3193741"/>
              <a:gd name="connsiteX27" fmla="*/ 5008332 w 5470628"/>
              <a:gd name="connsiteY27" fmla="*/ 140859 h 3193741"/>
              <a:gd name="connsiteX28" fmla="*/ 5014326 w 5470628"/>
              <a:gd name="connsiteY28" fmla="*/ 155555 h 3193741"/>
              <a:gd name="connsiteX29" fmla="*/ 5030704 w 5470628"/>
              <a:gd name="connsiteY29" fmla="*/ 221190 h 3193741"/>
              <a:gd name="connsiteX30" fmla="*/ 5097262 w 5470628"/>
              <a:gd name="connsiteY30" fmla="*/ 317759 h 3193741"/>
              <a:gd name="connsiteX31" fmla="*/ 5165084 w 5470628"/>
              <a:gd name="connsiteY31" fmla="*/ 373367 h 3193741"/>
              <a:gd name="connsiteX32" fmla="*/ 5174137 w 5470628"/>
              <a:gd name="connsiteY32" fmla="*/ 389353 h 3193741"/>
              <a:gd name="connsiteX33" fmla="*/ 5192507 w 5470628"/>
              <a:gd name="connsiteY33" fmla="*/ 453561 h 3193741"/>
              <a:gd name="connsiteX34" fmla="*/ 5187160 w 5470628"/>
              <a:gd name="connsiteY34" fmla="*/ 467732 h 3193741"/>
              <a:gd name="connsiteX35" fmla="*/ 5160106 w 5470628"/>
              <a:gd name="connsiteY35" fmla="*/ 486904 h 3193741"/>
              <a:gd name="connsiteX36" fmla="*/ 5138948 w 5470628"/>
              <a:gd name="connsiteY36" fmla="*/ 528614 h 3193741"/>
              <a:gd name="connsiteX37" fmla="*/ 5097016 w 5470628"/>
              <a:gd name="connsiteY37" fmla="*/ 589923 h 3193741"/>
              <a:gd name="connsiteX38" fmla="*/ 5075869 w 5470628"/>
              <a:gd name="connsiteY38" fmla="*/ 608381 h 3193741"/>
              <a:gd name="connsiteX39" fmla="*/ 5093172 w 5470628"/>
              <a:gd name="connsiteY39" fmla="*/ 618385 h 3193741"/>
              <a:gd name="connsiteX40" fmla="*/ 5153518 w 5470628"/>
              <a:gd name="connsiteY40" fmla="*/ 687474 h 3193741"/>
              <a:gd name="connsiteX41" fmla="*/ 5074984 w 5470628"/>
              <a:gd name="connsiteY41" fmla="*/ 776941 h 3193741"/>
              <a:gd name="connsiteX42" fmla="*/ 5033348 w 5470628"/>
              <a:gd name="connsiteY42" fmla="*/ 805473 h 3193741"/>
              <a:gd name="connsiteX43" fmla="*/ 5116847 w 5470628"/>
              <a:gd name="connsiteY43" fmla="*/ 803426 h 3193741"/>
              <a:gd name="connsiteX44" fmla="*/ 5147902 w 5470628"/>
              <a:gd name="connsiteY44" fmla="*/ 833118 h 3193741"/>
              <a:gd name="connsiteX45" fmla="*/ 5161665 w 5470628"/>
              <a:gd name="connsiteY45" fmla="*/ 848297 h 3193741"/>
              <a:gd name="connsiteX46" fmla="*/ 5246520 w 5470628"/>
              <a:gd name="connsiteY46" fmla="*/ 942412 h 3193741"/>
              <a:gd name="connsiteX47" fmla="*/ 5235368 w 5470628"/>
              <a:gd name="connsiteY47" fmla="*/ 972946 h 3193741"/>
              <a:gd name="connsiteX48" fmla="*/ 5113739 w 5470628"/>
              <a:gd name="connsiteY48" fmla="*/ 1128845 h 3193741"/>
              <a:gd name="connsiteX49" fmla="*/ 5255034 w 5470628"/>
              <a:gd name="connsiteY49" fmla="*/ 1151117 h 3193741"/>
              <a:gd name="connsiteX50" fmla="*/ 5267513 w 5470628"/>
              <a:gd name="connsiteY50" fmla="*/ 1216275 h 3193741"/>
              <a:gd name="connsiteX51" fmla="*/ 5343113 w 5470628"/>
              <a:gd name="connsiteY51" fmla="*/ 1281854 h 3193741"/>
              <a:gd name="connsiteX52" fmla="*/ 5452014 w 5470628"/>
              <a:gd name="connsiteY52" fmla="*/ 1385543 h 3193741"/>
              <a:gd name="connsiteX53" fmla="*/ 5459078 w 5470628"/>
              <a:gd name="connsiteY53" fmla="*/ 1404268 h 3193741"/>
              <a:gd name="connsiteX54" fmla="*/ 5458838 w 5470628"/>
              <a:gd name="connsiteY54" fmla="*/ 1406644 h 3193741"/>
              <a:gd name="connsiteX55" fmla="*/ 5455752 w 5470628"/>
              <a:gd name="connsiteY55" fmla="*/ 1450751 h 3193741"/>
              <a:gd name="connsiteX56" fmla="*/ 5454594 w 5470628"/>
              <a:gd name="connsiteY56" fmla="*/ 1464662 h 3193741"/>
              <a:gd name="connsiteX57" fmla="*/ 5447215 w 5470628"/>
              <a:gd name="connsiteY57" fmla="*/ 1463321 h 3193741"/>
              <a:gd name="connsiteX58" fmla="*/ 5433934 w 5470628"/>
              <a:gd name="connsiteY58" fmla="*/ 1458428 h 3193741"/>
              <a:gd name="connsiteX59" fmla="*/ 5424276 w 5470628"/>
              <a:gd name="connsiteY59" fmla="*/ 1477014 h 3193741"/>
              <a:gd name="connsiteX60" fmla="*/ 5444628 w 5470628"/>
              <a:gd name="connsiteY60" fmla="*/ 1511562 h 3193741"/>
              <a:gd name="connsiteX61" fmla="*/ 5453752 w 5470628"/>
              <a:gd name="connsiteY61" fmla="*/ 1474786 h 3193741"/>
              <a:gd name="connsiteX62" fmla="*/ 5454594 w 5470628"/>
              <a:gd name="connsiteY62" fmla="*/ 1464662 h 3193741"/>
              <a:gd name="connsiteX63" fmla="*/ 5463208 w 5470628"/>
              <a:gd name="connsiteY63" fmla="*/ 1466226 h 3193741"/>
              <a:gd name="connsiteX64" fmla="*/ 5463164 w 5470628"/>
              <a:gd name="connsiteY64" fmla="*/ 1484226 h 3193741"/>
              <a:gd name="connsiteX65" fmla="*/ 5456160 w 5470628"/>
              <a:gd name="connsiteY65" fmla="*/ 1575885 h 3193741"/>
              <a:gd name="connsiteX66" fmla="*/ 5345636 w 5470628"/>
              <a:gd name="connsiteY66" fmla="*/ 1714543 h 3193741"/>
              <a:gd name="connsiteX67" fmla="*/ 5251319 w 5470628"/>
              <a:gd name="connsiteY67" fmla="*/ 1775792 h 3193741"/>
              <a:gd name="connsiteX68" fmla="*/ 5043512 w 5470628"/>
              <a:gd name="connsiteY68" fmla="*/ 2027305 h 3193741"/>
              <a:gd name="connsiteX69" fmla="*/ 4978144 w 5470628"/>
              <a:gd name="connsiteY69" fmla="*/ 2108535 h 3193741"/>
              <a:gd name="connsiteX70" fmla="*/ 5031476 w 5470628"/>
              <a:gd name="connsiteY70" fmla="*/ 2128173 h 3193741"/>
              <a:gd name="connsiteX71" fmla="*/ 4937389 w 5470628"/>
              <a:gd name="connsiteY71" fmla="*/ 2216441 h 3193741"/>
              <a:gd name="connsiteX72" fmla="*/ 4826122 w 5470628"/>
              <a:gd name="connsiteY72" fmla="*/ 2315331 h 3193741"/>
              <a:gd name="connsiteX73" fmla="*/ 2544647 w 5470628"/>
              <a:gd name="connsiteY73" fmla="*/ 3190975 h 3193741"/>
              <a:gd name="connsiteX74" fmla="*/ 1328257 w 5470628"/>
              <a:gd name="connsiteY74" fmla="*/ 3153006 h 3193741"/>
              <a:gd name="connsiteX75" fmla="*/ 977943 w 5470628"/>
              <a:gd name="connsiteY75" fmla="*/ 3082502 h 3193741"/>
              <a:gd name="connsiteX76" fmla="*/ 854473 w 5470628"/>
              <a:gd name="connsiteY76" fmla="*/ 2994250 h 3193741"/>
              <a:gd name="connsiteX77" fmla="*/ 811593 w 5470628"/>
              <a:gd name="connsiteY77" fmla="*/ 2970498 h 3193741"/>
              <a:gd name="connsiteX78" fmla="*/ 707024 w 5470628"/>
              <a:gd name="connsiteY78" fmla="*/ 2945439 h 3193741"/>
              <a:gd name="connsiteX79" fmla="*/ 523487 w 5470628"/>
              <a:gd name="connsiteY79" fmla="*/ 2886053 h 3193741"/>
              <a:gd name="connsiteX80" fmla="*/ 587884 w 5470628"/>
              <a:gd name="connsiteY80" fmla="*/ 2859746 h 3193741"/>
              <a:gd name="connsiteX81" fmla="*/ 779426 w 5470628"/>
              <a:gd name="connsiteY81" fmla="*/ 2885897 h 3193741"/>
              <a:gd name="connsiteX82" fmla="*/ 917288 w 5470628"/>
              <a:gd name="connsiteY82" fmla="*/ 2882248 h 3193741"/>
              <a:gd name="connsiteX83" fmla="*/ 718684 w 5470628"/>
              <a:gd name="connsiteY83" fmla="*/ 2819941 h 3193741"/>
              <a:gd name="connsiteX84" fmla="*/ 524650 w 5470628"/>
              <a:gd name="connsiteY84" fmla="*/ 2731220 h 3193741"/>
              <a:gd name="connsiteX85" fmla="*/ 670138 w 5470628"/>
              <a:gd name="connsiteY85" fmla="*/ 2735189 h 3193741"/>
              <a:gd name="connsiteX86" fmla="*/ 675382 w 5470628"/>
              <a:gd name="connsiteY86" fmla="*/ 2719369 h 3193741"/>
              <a:gd name="connsiteX87" fmla="*/ 542021 w 5470628"/>
              <a:gd name="connsiteY87" fmla="*/ 2601946 h 3193741"/>
              <a:gd name="connsiteX88" fmla="*/ 476895 w 5470628"/>
              <a:gd name="connsiteY88" fmla="*/ 2555976 h 3193741"/>
              <a:gd name="connsiteX89" fmla="*/ 188751 w 5470628"/>
              <a:gd name="connsiteY89" fmla="*/ 2428830 h 3193741"/>
              <a:gd name="connsiteX90" fmla="*/ 456762 w 5470628"/>
              <a:gd name="connsiteY90" fmla="*/ 2468731 h 3193741"/>
              <a:gd name="connsiteX91" fmla="*/ 174514 w 5470628"/>
              <a:gd name="connsiteY91" fmla="*/ 2345378 h 3193741"/>
              <a:gd name="connsiteX92" fmla="*/ 38827 w 5470628"/>
              <a:gd name="connsiteY92" fmla="*/ 2303685 h 3193741"/>
              <a:gd name="connsiteX93" fmla="*/ 3281 w 5470628"/>
              <a:gd name="connsiteY93" fmla="*/ 2273587 h 3193741"/>
              <a:gd name="connsiteX94" fmla="*/ 61590 w 5470628"/>
              <a:gd name="connsiteY94" fmla="*/ 2259170 h 3193741"/>
              <a:gd name="connsiteX95" fmla="*/ 242291 w 5470628"/>
              <a:gd name="connsiteY95" fmla="*/ 2250569 h 3193741"/>
              <a:gd name="connsiteX96" fmla="*/ 13205 w 5470628"/>
              <a:gd name="connsiteY96" fmla="*/ 2172263 h 3193741"/>
              <a:gd name="connsiteX97" fmla="*/ 180810 w 5470628"/>
              <a:gd name="connsiteY97" fmla="*/ 2168333 h 3193741"/>
              <a:gd name="connsiteX98" fmla="*/ 226020 w 5470628"/>
              <a:gd name="connsiteY98" fmla="*/ 2121100 h 3193741"/>
              <a:gd name="connsiteX99" fmla="*/ 299145 w 5470628"/>
              <a:gd name="connsiteY99" fmla="*/ 2044862 h 3193741"/>
              <a:gd name="connsiteX100" fmla="*/ 350236 w 5470628"/>
              <a:gd name="connsiteY100" fmla="*/ 2001187 h 3193741"/>
              <a:gd name="connsiteX101" fmla="*/ 365223 w 5470628"/>
              <a:gd name="connsiteY101" fmla="*/ 1881218 h 3193741"/>
              <a:gd name="connsiteX102" fmla="*/ 310707 w 5470628"/>
              <a:gd name="connsiteY102" fmla="*/ 1758752 h 3193741"/>
              <a:gd name="connsiteX103" fmla="*/ 181659 w 5470628"/>
              <a:gd name="connsiteY103" fmla="*/ 1709137 h 3193741"/>
              <a:gd name="connsiteX104" fmla="*/ 213063 w 5470628"/>
              <a:gd name="connsiteY104" fmla="*/ 1632021 h 3193741"/>
              <a:gd name="connsiteX105" fmla="*/ 481390 w 5470628"/>
              <a:gd name="connsiteY105" fmla="*/ 1644125 h 3193741"/>
              <a:gd name="connsiteX106" fmla="*/ 68930 w 5470628"/>
              <a:gd name="connsiteY106" fmla="*/ 1457537 h 3193741"/>
              <a:gd name="connsiteX107" fmla="*/ 135138 w 5470628"/>
              <a:gd name="connsiteY107" fmla="*/ 1440976 h 3193741"/>
              <a:gd name="connsiteX108" fmla="*/ 131611 w 5470628"/>
              <a:gd name="connsiteY108" fmla="*/ 1427642 h 3193741"/>
              <a:gd name="connsiteX109" fmla="*/ 130443 w 5470628"/>
              <a:gd name="connsiteY109" fmla="*/ 1343795 h 3193741"/>
              <a:gd name="connsiteX110" fmla="*/ 138930 w 5470628"/>
              <a:gd name="connsiteY110" fmla="*/ 1304094 h 3193741"/>
              <a:gd name="connsiteX111" fmla="*/ 118409 w 5470628"/>
              <a:gd name="connsiteY111" fmla="*/ 1262212 h 3193741"/>
              <a:gd name="connsiteX112" fmla="*/ 421410 w 5470628"/>
              <a:gd name="connsiteY112" fmla="*/ 1304757 h 3193741"/>
              <a:gd name="connsiteX113" fmla="*/ 655702 w 5470628"/>
              <a:gd name="connsiteY113" fmla="*/ 1291801 h 3193741"/>
              <a:gd name="connsiteX114" fmla="*/ 648299 w 5470628"/>
              <a:gd name="connsiteY114" fmla="*/ 1287715 h 3193741"/>
              <a:gd name="connsiteX115" fmla="*/ 531027 w 5470628"/>
              <a:gd name="connsiteY115" fmla="*/ 1193967 h 3193741"/>
              <a:gd name="connsiteX116" fmla="*/ 526433 w 5470628"/>
              <a:gd name="connsiteY116" fmla="*/ 1191913 h 3193741"/>
              <a:gd name="connsiteX117" fmla="*/ 504666 w 5470628"/>
              <a:gd name="connsiteY117" fmla="*/ 1177230 h 3193741"/>
              <a:gd name="connsiteX118" fmla="*/ 482307 w 5470628"/>
              <a:gd name="connsiteY118" fmla="*/ 1162618 h 3193741"/>
              <a:gd name="connsiteX119" fmla="*/ 479029 w 5470628"/>
              <a:gd name="connsiteY119" fmla="*/ 1162540 h 3193741"/>
              <a:gd name="connsiteX120" fmla="*/ 447663 w 5470628"/>
              <a:gd name="connsiteY120" fmla="*/ 1132649 h 3193741"/>
              <a:gd name="connsiteX121" fmla="*/ 438547 w 5470628"/>
              <a:gd name="connsiteY121" fmla="*/ 1110977 h 3193741"/>
              <a:gd name="connsiteX122" fmla="*/ 405343 w 5470628"/>
              <a:gd name="connsiteY122" fmla="*/ 1089612 h 3193741"/>
              <a:gd name="connsiteX123" fmla="*/ 371373 w 5470628"/>
              <a:gd name="connsiteY123" fmla="*/ 1070238 h 3193741"/>
              <a:gd name="connsiteX124" fmla="*/ 290358 w 5470628"/>
              <a:gd name="connsiteY124" fmla="*/ 1059884 h 3193741"/>
              <a:gd name="connsiteX125" fmla="*/ 235140 w 5470628"/>
              <a:gd name="connsiteY125" fmla="*/ 1029322 h 3193741"/>
              <a:gd name="connsiteX126" fmla="*/ 300494 w 5470628"/>
              <a:gd name="connsiteY126" fmla="*/ 1032083 h 3193741"/>
              <a:gd name="connsiteX127" fmla="*/ 239661 w 5470628"/>
              <a:gd name="connsiteY127" fmla="*/ 997457 h 3193741"/>
              <a:gd name="connsiteX128" fmla="*/ 204788 w 5470628"/>
              <a:gd name="connsiteY128" fmla="*/ 959211 h 3193741"/>
              <a:gd name="connsiteX129" fmla="*/ 207583 w 5470628"/>
              <a:gd name="connsiteY129" fmla="*/ 947009 h 3193741"/>
              <a:gd name="connsiteX130" fmla="*/ 223061 w 5470628"/>
              <a:gd name="connsiteY130" fmla="*/ 947033 h 3193741"/>
              <a:gd name="connsiteX131" fmla="*/ 280015 w 5470628"/>
              <a:gd name="connsiteY131" fmla="*/ 972164 h 3193741"/>
              <a:gd name="connsiteX132" fmla="*/ 353948 w 5470628"/>
              <a:gd name="connsiteY132" fmla="*/ 1006865 h 3193741"/>
              <a:gd name="connsiteX133" fmla="*/ 240466 w 5470628"/>
              <a:gd name="connsiteY133" fmla="*/ 939943 h 3193741"/>
              <a:gd name="connsiteX134" fmla="*/ 158812 w 5470628"/>
              <a:gd name="connsiteY134" fmla="*/ 891467 h 3193741"/>
              <a:gd name="connsiteX135" fmla="*/ 139551 w 5470628"/>
              <a:gd name="connsiteY135" fmla="*/ 855364 h 3193741"/>
              <a:gd name="connsiteX136" fmla="*/ 145731 w 5470628"/>
              <a:gd name="connsiteY136" fmla="*/ 844888 h 3193741"/>
              <a:gd name="connsiteX137" fmla="*/ 158154 w 5470628"/>
              <a:gd name="connsiteY137" fmla="*/ 848366 h 3193741"/>
              <a:gd name="connsiteX138" fmla="*/ 169370 w 5470628"/>
              <a:gd name="connsiteY138" fmla="*/ 856260 h 3193741"/>
              <a:gd name="connsiteX139" fmla="*/ 288295 w 5470628"/>
              <a:gd name="connsiteY139" fmla="*/ 915169 h 3193741"/>
              <a:gd name="connsiteX140" fmla="*/ 462694 w 5470628"/>
              <a:gd name="connsiteY140" fmla="*/ 994643 h 3193741"/>
              <a:gd name="connsiteX141" fmla="*/ 531910 w 5470628"/>
              <a:gd name="connsiteY141" fmla="*/ 1006664 h 3193741"/>
              <a:gd name="connsiteX142" fmla="*/ 333940 w 5470628"/>
              <a:gd name="connsiteY142" fmla="*/ 893507 h 3193741"/>
              <a:gd name="connsiteX143" fmla="*/ 181443 w 5470628"/>
              <a:gd name="connsiteY143" fmla="*/ 746608 h 3193741"/>
              <a:gd name="connsiteX144" fmla="*/ 162678 w 5470628"/>
              <a:gd name="connsiteY144" fmla="*/ 737018 h 3193741"/>
              <a:gd name="connsiteX145" fmla="*/ 156307 w 5470628"/>
              <a:gd name="connsiteY145" fmla="*/ 730435 h 3193741"/>
              <a:gd name="connsiteX146" fmla="*/ 117227 w 5470628"/>
              <a:gd name="connsiteY146" fmla="*/ 677515 h 3193741"/>
              <a:gd name="connsiteX147" fmla="*/ 113655 w 5470628"/>
              <a:gd name="connsiteY147" fmla="*/ 663474 h 3193741"/>
              <a:gd name="connsiteX148" fmla="*/ 115226 w 5470628"/>
              <a:gd name="connsiteY148" fmla="*/ 636712 h 3193741"/>
              <a:gd name="connsiteX149" fmla="*/ 105067 w 5470628"/>
              <a:gd name="connsiteY149" fmla="*/ 622046 h 3193741"/>
              <a:gd name="connsiteX150" fmla="*/ 104113 w 5470628"/>
              <a:gd name="connsiteY150" fmla="*/ 611722 h 3193741"/>
              <a:gd name="connsiteX151" fmla="*/ 118895 w 5470628"/>
              <a:gd name="connsiteY151" fmla="*/ 610169 h 3193741"/>
              <a:gd name="connsiteX152" fmla="*/ 163095 w 5470628"/>
              <a:gd name="connsiteY152" fmla="*/ 640642 h 3193741"/>
              <a:gd name="connsiteX153" fmla="*/ 185766 w 5470628"/>
              <a:gd name="connsiteY153" fmla="*/ 641454 h 3193741"/>
              <a:gd name="connsiteX154" fmla="*/ 212892 w 5470628"/>
              <a:gd name="connsiteY154" fmla="*/ 637457 h 3193741"/>
              <a:gd name="connsiteX155" fmla="*/ 223932 w 5470628"/>
              <a:gd name="connsiteY155" fmla="*/ 647271 h 3193741"/>
              <a:gd name="connsiteX156" fmla="*/ 287167 w 5470628"/>
              <a:gd name="connsiteY156" fmla="*/ 691571 h 3193741"/>
              <a:gd name="connsiteX157" fmla="*/ 330380 w 5470628"/>
              <a:gd name="connsiteY157" fmla="*/ 692506 h 3193741"/>
              <a:gd name="connsiteX158" fmla="*/ 296172 w 5470628"/>
              <a:gd name="connsiteY158" fmla="*/ 688108 h 3193741"/>
              <a:gd name="connsiteX159" fmla="*/ 286974 w 5470628"/>
              <a:gd name="connsiteY159" fmla="*/ 674512 h 3193741"/>
              <a:gd name="connsiteX160" fmla="*/ 286166 w 5470628"/>
              <a:gd name="connsiteY160" fmla="*/ 661798 h 3193741"/>
              <a:gd name="connsiteX161" fmla="*/ 236268 w 5470628"/>
              <a:gd name="connsiteY161" fmla="*/ 635338 h 3193741"/>
              <a:gd name="connsiteX162" fmla="*/ 231734 w 5470628"/>
              <a:gd name="connsiteY162" fmla="*/ 634225 h 3193741"/>
              <a:gd name="connsiteX163" fmla="*/ 221253 w 5470628"/>
              <a:gd name="connsiteY163" fmla="*/ 623870 h 3193741"/>
              <a:gd name="connsiteX164" fmla="*/ 237564 w 5470628"/>
              <a:gd name="connsiteY164" fmla="*/ 613590 h 3193741"/>
              <a:gd name="connsiteX165" fmla="*/ 282259 w 5470628"/>
              <a:gd name="connsiteY165" fmla="*/ 619091 h 3193741"/>
              <a:gd name="connsiteX166" fmla="*/ 370630 w 5470628"/>
              <a:gd name="connsiteY166" fmla="*/ 665566 h 3193741"/>
              <a:gd name="connsiteX167" fmla="*/ 498017 w 5470628"/>
              <a:gd name="connsiteY167" fmla="*/ 740532 h 3193741"/>
              <a:gd name="connsiteX168" fmla="*/ 918036 w 5470628"/>
              <a:gd name="connsiteY168" fmla="*/ 924307 h 3193741"/>
              <a:gd name="connsiteX169" fmla="*/ 1079304 w 5470628"/>
              <a:gd name="connsiteY169" fmla="*/ 984494 h 3193741"/>
              <a:gd name="connsiteX170" fmla="*/ 1079935 w 5470628"/>
              <a:gd name="connsiteY170" fmla="*/ 980383 h 3193741"/>
              <a:gd name="connsiteX171" fmla="*/ 1079695 w 5470628"/>
              <a:gd name="connsiteY171" fmla="*/ 976616 h 3193741"/>
              <a:gd name="connsiteX172" fmla="*/ 966178 w 5470628"/>
              <a:gd name="connsiteY172" fmla="*/ 937219 h 3193741"/>
              <a:gd name="connsiteX173" fmla="*/ 720106 w 5470628"/>
              <a:gd name="connsiteY173" fmla="*/ 807112 h 3193741"/>
              <a:gd name="connsiteX174" fmla="*/ 698823 w 5470628"/>
              <a:gd name="connsiteY174" fmla="*/ 804708 h 3193741"/>
              <a:gd name="connsiteX175" fmla="*/ 664513 w 5470628"/>
              <a:gd name="connsiteY175" fmla="*/ 784663 h 3193741"/>
              <a:gd name="connsiteX176" fmla="*/ 660380 w 5470628"/>
              <a:gd name="connsiteY176" fmla="*/ 771165 h 3193741"/>
              <a:gd name="connsiteX177" fmla="*/ 584959 w 5470628"/>
              <a:gd name="connsiteY177" fmla="*/ 722409 h 3193741"/>
              <a:gd name="connsiteX178" fmla="*/ 435649 w 5470628"/>
              <a:gd name="connsiteY178" fmla="*/ 639659 h 3193741"/>
              <a:gd name="connsiteX179" fmla="*/ 404944 w 5470628"/>
              <a:gd name="connsiteY179" fmla="*/ 606128 h 3193741"/>
              <a:gd name="connsiteX180" fmla="*/ 408476 w 5470628"/>
              <a:gd name="connsiteY180" fmla="*/ 591466 h 3193741"/>
              <a:gd name="connsiteX181" fmla="*/ 425225 w 5470628"/>
              <a:gd name="connsiteY181" fmla="*/ 592759 h 3193741"/>
              <a:gd name="connsiteX182" fmla="*/ 487115 w 5470628"/>
              <a:gd name="connsiteY182" fmla="*/ 620614 h 3193741"/>
              <a:gd name="connsiteX183" fmla="*/ 550277 w 5470628"/>
              <a:gd name="connsiteY183" fmla="*/ 649738 h 3193741"/>
              <a:gd name="connsiteX184" fmla="*/ 544421 w 5470628"/>
              <a:gd name="connsiteY184" fmla="*/ 641907 h 3193741"/>
              <a:gd name="connsiteX185" fmla="*/ 431905 w 5470628"/>
              <a:gd name="connsiteY185" fmla="*/ 580799 h 3193741"/>
              <a:gd name="connsiteX186" fmla="*/ 351177 w 5470628"/>
              <a:gd name="connsiteY186" fmla="*/ 528177 h 3193741"/>
              <a:gd name="connsiteX187" fmla="*/ 339749 w 5470628"/>
              <a:gd name="connsiteY187" fmla="*/ 498244 h 3193741"/>
              <a:gd name="connsiteX188" fmla="*/ 346313 w 5470628"/>
              <a:gd name="connsiteY188" fmla="*/ 489145 h 3193741"/>
              <a:gd name="connsiteX189" fmla="*/ 356579 w 5470628"/>
              <a:gd name="connsiteY189" fmla="*/ 491460 h 3193741"/>
              <a:gd name="connsiteX190" fmla="*/ 371505 w 5470628"/>
              <a:gd name="connsiteY190" fmla="*/ 501516 h 3193741"/>
              <a:gd name="connsiteX191" fmla="*/ 476275 w 5470628"/>
              <a:gd name="connsiteY191" fmla="*/ 553122 h 3193741"/>
              <a:gd name="connsiteX192" fmla="*/ 649952 w 5470628"/>
              <a:gd name="connsiteY192" fmla="*/ 635294 h 3193741"/>
              <a:gd name="connsiteX193" fmla="*/ 727161 w 5470628"/>
              <a:gd name="connsiteY193" fmla="*/ 651328 h 3193741"/>
              <a:gd name="connsiteX194" fmla="*/ 722417 w 5470628"/>
              <a:gd name="connsiteY194" fmla="*/ 646921 h 3193741"/>
              <a:gd name="connsiteX195" fmla="*/ 546079 w 5470628"/>
              <a:gd name="connsiteY195" fmla="*/ 546328 h 3193741"/>
              <a:gd name="connsiteX196" fmla="*/ 378182 w 5470628"/>
              <a:gd name="connsiteY196" fmla="*/ 386585 h 3193741"/>
              <a:gd name="connsiteX197" fmla="*/ 370158 w 5470628"/>
              <a:gd name="connsiteY197" fmla="*/ 382100 h 3193741"/>
              <a:gd name="connsiteX198" fmla="*/ 357861 w 5470628"/>
              <a:gd name="connsiteY198" fmla="*/ 371252 h 3193741"/>
              <a:gd name="connsiteX199" fmla="*/ 331313 w 5470628"/>
              <a:gd name="connsiteY199" fmla="*/ 328203 h 3193741"/>
              <a:gd name="connsiteX200" fmla="*/ 319354 w 5470628"/>
              <a:gd name="connsiteY200" fmla="*/ 299282 h 3193741"/>
              <a:gd name="connsiteX201" fmla="*/ 319682 w 5470628"/>
              <a:gd name="connsiteY201" fmla="*/ 285719 h 3193741"/>
              <a:gd name="connsiteX202" fmla="*/ 306391 w 5470628"/>
              <a:gd name="connsiteY202" fmla="*/ 268585 h 3193741"/>
              <a:gd name="connsiteX203" fmla="*/ 303294 w 5470628"/>
              <a:gd name="connsiteY203" fmla="*/ 257334 h 3193741"/>
              <a:gd name="connsiteX204" fmla="*/ 319242 w 5470628"/>
              <a:gd name="connsiteY204" fmla="*/ 255403 h 3193741"/>
              <a:gd name="connsiteX205" fmla="*/ 364093 w 5470628"/>
              <a:gd name="connsiteY205" fmla="*/ 286745 h 3193741"/>
              <a:gd name="connsiteX206" fmla="*/ 385301 w 5470628"/>
              <a:gd name="connsiteY206" fmla="*/ 287973 h 3193741"/>
              <a:gd name="connsiteX207" fmla="*/ 417598 w 5470628"/>
              <a:gd name="connsiteY207" fmla="*/ 285722 h 3193741"/>
              <a:gd name="connsiteX208" fmla="*/ 440155 w 5470628"/>
              <a:gd name="connsiteY208" fmla="*/ 308139 h 3193741"/>
              <a:gd name="connsiteX209" fmla="*/ 534406 w 5470628"/>
              <a:gd name="connsiteY209" fmla="*/ 339430 h 3193741"/>
              <a:gd name="connsiteX210" fmla="*/ 495633 w 5470628"/>
              <a:gd name="connsiteY210" fmla="*/ 333450 h 3193741"/>
              <a:gd name="connsiteX211" fmla="*/ 486289 w 5470628"/>
              <a:gd name="connsiteY211" fmla="*/ 322243 h 3193741"/>
              <a:gd name="connsiteX212" fmla="*/ 484000 w 5470628"/>
              <a:gd name="connsiteY212" fmla="*/ 304964 h 3193741"/>
              <a:gd name="connsiteX213" fmla="*/ 436911 w 5470628"/>
              <a:gd name="connsiteY213" fmla="*/ 280536 h 3193741"/>
              <a:gd name="connsiteX214" fmla="*/ 426865 w 5470628"/>
              <a:gd name="connsiteY214" fmla="*/ 277007 h 3193741"/>
              <a:gd name="connsiteX215" fmla="*/ 420654 w 5470628"/>
              <a:gd name="connsiteY215" fmla="*/ 268269 h 3193741"/>
              <a:gd name="connsiteX216" fmla="*/ 432329 w 5470628"/>
              <a:gd name="connsiteY216" fmla="*/ 259975 h 3193741"/>
              <a:gd name="connsiteX217" fmla="*/ 447672 w 5470628"/>
              <a:gd name="connsiteY217" fmla="*/ 257879 h 3193741"/>
              <a:gd name="connsiteX218" fmla="*/ 502242 w 5470628"/>
              <a:gd name="connsiteY218" fmla="*/ 273572 h 3193741"/>
              <a:gd name="connsiteX219" fmla="*/ 659874 w 5470628"/>
              <a:gd name="connsiteY219" fmla="*/ 365516 h 3193741"/>
              <a:gd name="connsiteX220" fmla="*/ 829177 w 5470628"/>
              <a:gd name="connsiteY220" fmla="*/ 444421 h 3193741"/>
              <a:gd name="connsiteX221" fmla="*/ 1231903 w 5470628"/>
              <a:gd name="connsiteY221" fmla="*/ 613682 h 3193741"/>
              <a:gd name="connsiteX222" fmla="*/ 1911736 w 5470628"/>
              <a:gd name="connsiteY222" fmla="*/ 685084 h 3193741"/>
              <a:gd name="connsiteX223" fmla="*/ 2564313 w 5470628"/>
              <a:gd name="connsiteY223" fmla="*/ 632143 h 3193741"/>
              <a:gd name="connsiteX224" fmla="*/ 2657304 w 5470628"/>
              <a:gd name="connsiteY224" fmla="*/ 624913 h 3193741"/>
              <a:gd name="connsiteX225" fmla="*/ 4235818 w 5470628"/>
              <a:gd name="connsiteY225" fmla="*/ 259339 h 3193741"/>
              <a:gd name="connsiteX226" fmla="*/ 4460331 w 5470628"/>
              <a:gd name="connsiteY226" fmla="*/ 176864 h 3193741"/>
              <a:gd name="connsiteX227" fmla="*/ 4499578 w 5470628"/>
              <a:gd name="connsiteY227" fmla="*/ 186791 h 3193741"/>
              <a:gd name="connsiteX228" fmla="*/ 4514640 w 5470628"/>
              <a:gd name="connsiteY228" fmla="*/ 188841 h 3193741"/>
              <a:gd name="connsiteX229" fmla="*/ 4516523 w 5470628"/>
              <a:gd name="connsiteY229" fmla="*/ 189988 h 3193741"/>
              <a:gd name="connsiteX230" fmla="*/ 4518126 w 5470628"/>
              <a:gd name="connsiteY230" fmla="*/ 189316 h 3193741"/>
              <a:gd name="connsiteX231" fmla="*/ 4514640 w 5470628"/>
              <a:gd name="connsiteY231" fmla="*/ 188841 h 3193741"/>
              <a:gd name="connsiteX232" fmla="*/ 4511569 w 5470628"/>
              <a:gd name="connsiteY232" fmla="*/ 186970 h 3193741"/>
              <a:gd name="connsiteX233" fmla="*/ 4510888 w 5470628"/>
              <a:gd name="connsiteY233" fmla="*/ 180943 h 3193741"/>
              <a:gd name="connsiteX234" fmla="*/ 4531865 w 5470628"/>
              <a:gd name="connsiteY234" fmla="*/ 155151 h 3193741"/>
              <a:gd name="connsiteX235" fmla="*/ 4573441 w 5470628"/>
              <a:gd name="connsiteY235" fmla="*/ 139676 h 3193741"/>
              <a:gd name="connsiteX236" fmla="*/ 4594964 w 5470628"/>
              <a:gd name="connsiteY236" fmla="*/ 145847 h 3193741"/>
              <a:gd name="connsiteX237" fmla="*/ 4623059 w 5470628"/>
              <a:gd name="connsiteY237" fmla="*/ 152410 h 3193741"/>
              <a:gd name="connsiteX238" fmla="*/ 4748356 w 5470628"/>
              <a:gd name="connsiteY238" fmla="*/ 68192 h 3193741"/>
              <a:gd name="connsiteX239" fmla="*/ 4833812 w 5470628"/>
              <a:gd name="connsiteY239" fmla="*/ 8017 h 3193741"/>
              <a:gd name="connsiteX240" fmla="*/ 4850908 w 5470628"/>
              <a:gd name="connsiteY240" fmla="*/ 727 h 3193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</a:cxnLst>
            <a:rect l="l" t="t" r="r" b="b"/>
            <a:pathLst>
              <a:path w="5470628" h="3193741">
                <a:moveTo>
                  <a:pt x="5462602" y="1413608"/>
                </a:moveTo>
                <a:lnTo>
                  <a:pt x="5465724" y="1421881"/>
                </a:lnTo>
                <a:cubicBezTo>
                  <a:pt x="5472118" y="1444281"/>
                  <a:pt x="5472640" y="1461744"/>
                  <a:pt x="5465025" y="1466556"/>
                </a:cubicBezTo>
                <a:lnTo>
                  <a:pt x="5463208" y="1466226"/>
                </a:lnTo>
                <a:lnTo>
                  <a:pt x="5463242" y="1451866"/>
                </a:lnTo>
                <a:cubicBezTo>
                  <a:pt x="5463190" y="1441487"/>
                  <a:pt x="5463068" y="1431722"/>
                  <a:pt x="5462894" y="1423194"/>
                </a:cubicBezTo>
                <a:close/>
                <a:moveTo>
                  <a:pt x="5461417" y="1391849"/>
                </a:moveTo>
                <a:cubicBezTo>
                  <a:pt x="5461710" y="1392940"/>
                  <a:pt x="5461992" y="1396513"/>
                  <a:pt x="5462246" y="1401944"/>
                </a:cubicBezTo>
                <a:lnTo>
                  <a:pt x="5462602" y="1413608"/>
                </a:lnTo>
                <a:lnTo>
                  <a:pt x="5459078" y="1404268"/>
                </a:lnTo>
                <a:lnTo>
                  <a:pt x="5460137" y="1393780"/>
                </a:lnTo>
                <a:cubicBezTo>
                  <a:pt x="5460561" y="1391114"/>
                  <a:pt x="5460982" y="1390270"/>
                  <a:pt x="5461417" y="1391849"/>
                </a:cubicBezTo>
                <a:close/>
                <a:moveTo>
                  <a:pt x="614271" y="1052206"/>
                </a:moveTo>
                <a:cubicBezTo>
                  <a:pt x="613444" y="1053256"/>
                  <a:pt x="612323" y="1054339"/>
                  <a:pt x="611497" y="1055389"/>
                </a:cubicBezTo>
                <a:cubicBezTo>
                  <a:pt x="617673" y="1058912"/>
                  <a:pt x="624115" y="1061928"/>
                  <a:pt x="630277" y="1065215"/>
                </a:cubicBezTo>
                <a:cubicBezTo>
                  <a:pt x="637469" y="1066004"/>
                  <a:pt x="644958" y="1066759"/>
                  <a:pt x="651856" y="1067584"/>
                </a:cubicBezTo>
                <a:cubicBezTo>
                  <a:pt x="639327" y="1062458"/>
                  <a:pt x="626799" y="1057332"/>
                  <a:pt x="614271" y="1052206"/>
                </a:cubicBezTo>
                <a:close/>
                <a:moveTo>
                  <a:pt x="810628" y="695550"/>
                </a:moveTo>
                <a:cubicBezTo>
                  <a:pt x="873537" y="739416"/>
                  <a:pt x="951215" y="767494"/>
                  <a:pt x="1033084" y="791270"/>
                </a:cubicBezTo>
                <a:cubicBezTo>
                  <a:pt x="1034205" y="790184"/>
                  <a:pt x="1035031" y="789136"/>
                  <a:pt x="1036153" y="788050"/>
                </a:cubicBezTo>
                <a:cubicBezTo>
                  <a:pt x="960983" y="757296"/>
                  <a:pt x="885798" y="726306"/>
                  <a:pt x="810628" y="695550"/>
                </a:cubicBezTo>
                <a:close/>
                <a:moveTo>
                  <a:pt x="4850908" y="727"/>
                </a:moveTo>
                <a:cubicBezTo>
                  <a:pt x="4858191" y="2929"/>
                  <a:pt x="4860543" y="7152"/>
                  <a:pt x="4858584" y="13795"/>
                </a:cubicBezTo>
                <a:cubicBezTo>
                  <a:pt x="4855845" y="22194"/>
                  <a:pt x="4850092" y="30008"/>
                  <a:pt x="4843408" y="37224"/>
                </a:cubicBezTo>
                <a:cubicBezTo>
                  <a:pt x="4812232" y="71132"/>
                  <a:pt x="4827067" y="79774"/>
                  <a:pt x="4871062" y="78954"/>
                </a:cubicBezTo>
                <a:cubicBezTo>
                  <a:pt x="4910302" y="78234"/>
                  <a:pt x="4949507" y="72299"/>
                  <a:pt x="4989038" y="66799"/>
                </a:cubicBezTo>
                <a:cubicBezTo>
                  <a:pt x="5008500" y="63967"/>
                  <a:pt x="5009491" y="65509"/>
                  <a:pt x="5002636" y="79388"/>
                </a:cubicBezTo>
                <a:cubicBezTo>
                  <a:pt x="4991594" y="102315"/>
                  <a:pt x="4990844" y="123285"/>
                  <a:pt x="5008332" y="140859"/>
                </a:cubicBezTo>
                <a:cubicBezTo>
                  <a:pt x="5012456" y="144868"/>
                  <a:pt x="5015428" y="149491"/>
                  <a:pt x="5014326" y="155555"/>
                </a:cubicBezTo>
                <a:cubicBezTo>
                  <a:pt x="5009356" y="180357"/>
                  <a:pt x="5019874" y="200674"/>
                  <a:pt x="5030704" y="221190"/>
                </a:cubicBezTo>
                <a:cubicBezTo>
                  <a:pt x="5048958" y="255517"/>
                  <a:pt x="5072099" y="287116"/>
                  <a:pt x="5097262" y="317759"/>
                </a:cubicBezTo>
                <a:cubicBezTo>
                  <a:pt x="5115004" y="339336"/>
                  <a:pt x="5126222" y="365974"/>
                  <a:pt x="5165084" y="373367"/>
                </a:cubicBezTo>
                <a:cubicBezTo>
                  <a:pt x="5174420" y="375083"/>
                  <a:pt x="5177498" y="381353"/>
                  <a:pt x="5174137" y="389353"/>
                </a:cubicBezTo>
                <a:cubicBezTo>
                  <a:pt x="5163026" y="415847"/>
                  <a:pt x="5172067" y="436343"/>
                  <a:pt x="5192507" y="453561"/>
                </a:cubicBezTo>
                <a:cubicBezTo>
                  <a:pt x="5199734" y="459565"/>
                  <a:pt x="5197020" y="463690"/>
                  <a:pt x="5187160" y="467732"/>
                </a:cubicBezTo>
                <a:cubicBezTo>
                  <a:pt x="5175836" y="472188"/>
                  <a:pt x="5167025" y="478711"/>
                  <a:pt x="5160106" y="486904"/>
                </a:cubicBezTo>
                <a:cubicBezTo>
                  <a:pt x="5148744" y="500143"/>
                  <a:pt x="5143396" y="514315"/>
                  <a:pt x="5138948" y="528614"/>
                </a:cubicBezTo>
                <a:cubicBezTo>
                  <a:pt x="5132042" y="551041"/>
                  <a:pt x="5123894" y="572670"/>
                  <a:pt x="5097016" y="589923"/>
                </a:cubicBezTo>
                <a:cubicBezTo>
                  <a:pt x="5089016" y="595163"/>
                  <a:pt x="5082598" y="601872"/>
                  <a:pt x="5075869" y="608381"/>
                </a:cubicBezTo>
                <a:cubicBezTo>
                  <a:pt x="5078016" y="614052"/>
                  <a:pt x="5083322" y="617918"/>
                  <a:pt x="5093172" y="618385"/>
                </a:cubicBezTo>
                <a:cubicBezTo>
                  <a:pt x="5155867" y="621469"/>
                  <a:pt x="5153088" y="652648"/>
                  <a:pt x="5153518" y="687474"/>
                </a:cubicBezTo>
                <a:cubicBezTo>
                  <a:pt x="5154177" y="730575"/>
                  <a:pt x="5118812" y="754787"/>
                  <a:pt x="5074984" y="776941"/>
                </a:cubicBezTo>
                <a:cubicBezTo>
                  <a:pt x="5059986" y="784451"/>
                  <a:pt x="5038116" y="786863"/>
                  <a:pt x="5033348" y="805473"/>
                </a:cubicBezTo>
                <a:cubicBezTo>
                  <a:pt x="5059529" y="819384"/>
                  <a:pt x="5089376" y="802009"/>
                  <a:pt x="5116847" y="803426"/>
                </a:cubicBezTo>
                <a:cubicBezTo>
                  <a:pt x="5139548" y="804709"/>
                  <a:pt x="5176330" y="798120"/>
                  <a:pt x="5147902" y="833118"/>
                </a:cubicBezTo>
                <a:cubicBezTo>
                  <a:pt x="5139626" y="843373"/>
                  <a:pt x="5150382" y="848714"/>
                  <a:pt x="5161665" y="848297"/>
                </a:cubicBezTo>
                <a:cubicBezTo>
                  <a:pt x="5253064" y="844106"/>
                  <a:pt x="5215170" y="912756"/>
                  <a:pt x="5246520" y="942412"/>
                </a:cubicBezTo>
                <a:cubicBezTo>
                  <a:pt x="5255359" y="950358"/>
                  <a:pt x="5247812" y="967405"/>
                  <a:pt x="5235368" y="972946"/>
                </a:cubicBezTo>
                <a:cubicBezTo>
                  <a:pt x="5156387" y="1008610"/>
                  <a:pt x="5149354" y="1071149"/>
                  <a:pt x="5113739" y="1128845"/>
                </a:cubicBezTo>
                <a:cubicBezTo>
                  <a:pt x="5157305" y="1144685"/>
                  <a:pt x="5208388" y="1143005"/>
                  <a:pt x="5255034" y="1151117"/>
                </a:cubicBezTo>
                <a:cubicBezTo>
                  <a:pt x="5303482" y="1159484"/>
                  <a:pt x="5304156" y="1170079"/>
                  <a:pt x="5267513" y="1216275"/>
                </a:cubicBezTo>
                <a:cubicBezTo>
                  <a:pt x="5370269" y="1212844"/>
                  <a:pt x="5370269" y="1212844"/>
                  <a:pt x="5343113" y="1281854"/>
                </a:cubicBezTo>
                <a:cubicBezTo>
                  <a:pt x="5386272" y="1279593"/>
                  <a:pt x="5428618" y="1334726"/>
                  <a:pt x="5452014" y="1385543"/>
                </a:cubicBezTo>
                <a:lnTo>
                  <a:pt x="5459078" y="1404268"/>
                </a:lnTo>
                <a:lnTo>
                  <a:pt x="5458838" y="1406644"/>
                </a:lnTo>
                <a:cubicBezTo>
                  <a:pt x="5457942" y="1418063"/>
                  <a:pt x="5456960" y="1434367"/>
                  <a:pt x="5455752" y="1450751"/>
                </a:cubicBezTo>
                <a:lnTo>
                  <a:pt x="5454594" y="1464662"/>
                </a:lnTo>
                <a:lnTo>
                  <a:pt x="5447215" y="1463321"/>
                </a:lnTo>
                <a:cubicBezTo>
                  <a:pt x="5441256" y="1459714"/>
                  <a:pt x="5437002" y="1458345"/>
                  <a:pt x="5433934" y="1458428"/>
                </a:cubicBezTo>
                <a:cubicBezTo>
                  <a:pt x="5424728" y="1458676"/>
                  <a:pt x="5426188" y="1471978"/>
                  <a:pt x="5424276" y="1477014"/>
                </a:cubicBezTo>
                <a:cubicBezTo>
                  <a:pt x="5417851" y="1492977"/>
                  <a:pt x="5433852" y="1501241"/>
                  <a:pt x="5444628" y="1511562"/>
                </a:cubicBezTo>
                <a:cubicBezTo>
                  <a:pt x="5448663" y="1515344"/>
                  <a:pt x="5451544" y="1497678"/>
                  <a:pt x="5453752" y="1474786"/>
                </a:cubicBezTo>
                <a:lnTo>
                  <a:pt x="5454594" y="1464662"/>
                </a:lnTo>
                <a:lnTo>
                  <a:pt x="5463208" y="1466226"/>
                </a:lnTo>
                <a:lnTo>
                  <a:pt x="5463164" y="1484226"/>
                </a:lnTo>
                <a:cubicBezTo>
                  <a:pt x="5462722" y="1528173"/>
                  <a:pt x="5460824" y="1571999"/>
                  <a:pt x="5456160" y="1575885"/>
                </a:cubicBezTo>
                <a:cubicBezTo>
                  <a:pt x="5406708" y="1617226"/>
                  <a:pt x="5442751" y="1692579"/>
                  <a:pt x="5345636" y="1714543"/>
                </a:cubicBezTo>
                <a:cubicBezTo>
                  <a:pt x="5301930" y="1724583"/>
                  <a:pt x="5282493" y="1755882"/>
                  <a:pt x="5251319" y="1775792"/>
                </a:cubicBezTo>
                <a:cubicBezTo>
                  <a:pt x="5142610" y="1844714"/>
                  <a:pt x="5072132" y="1925140"/>
                  <a:pt x="5043512" y="2027305"/>
                </a:cubicBezTo>
                <a:cubicBezTo>
                  <a:pt x="5035488" y="2055562"/>
                  <a:pt x="5000258" y="2081893"/>
                  <a:pt x="4978144" y="2108535"/>
                </a:cubicBezTo>
                <a:cubicBezTo>
                  <a:pt x="4990785" y="2124798"/>
                  <a:pt x="5050411" y="2079615"/>
                  <a:pt x="5031476" y="2128173"/>
                </a:cubicBezTo>
                <a:cubicBezTo>
                  <a:pt x="5017138" y="2164787"/>
                  <a:pt x="4975973" y="2191363"/>
                  <a:pt x="4937389" y="2216441"/>
                </a:cubicBezTo>
                <a:cubicBezTo>
                  <a:pt x="4893079" y="2245058"/>
                  <a:pt x="4843760" y="2269776"/>
                  <a:pt x="4826122" y="2315331"/>
                </a:cubicBezTo>
                <a:cubicBezTo>
                  <a:pt x="4822276" y="2325050"/>
                  <a:pt x="3896510" y="3112888"/>
                  <a:pt x="2544647" y="3190975"/>
                </a:cubicBezTo>
                <a:cubicBezTo>
                  <a:pt x="2323734" y="3203734"/>
                  <a:pt x="1445947" y="3169121"/>
                  <a:pt x="1328257" y="3153006"/>
                </a:cubicBezTo>
                <a:cubicBezTo>
                  <a:pt x="1207258" y="3136344"/>
                  <a:pt x="1101756" y="3091943"/>
                  <a:pt x="977943" y="3082502"/>
                </a:cubicBezTo>
                <a:cubicBezTo>
                  <a:pt x="912454" y="3077622"/>
                  <a:pt x="848655" y="3061861"/>
                  <a:pt x="854473" y="2994250"/>
                </a:cubicBezTo>
                <a:cubicBezTo>
                  <a:pt x="856228" y="2975057"/>
                  <a:pt x="838125" y="2961827"/>
                  <a:pt x="811593" y="2970498"/>
                </a:cubicBezTo>
                <a:cubicBezTo>
                  <a:pt x="761454" y="2987010"/>
                  <a:pt x="736680" y="2962489"/>
                  <a:pt x="707024" y="2945439"/>
                </a:cubicBezTo>
                <a:cubicBezTo>
                  <a:pt x="654509" y="2915262"/>
                  <a:pt x="603913" y="2882480"/>
                  <a:pt x="523487" y="2886053"/>
                </a:cubicBezTo>
                <a:cubicBezTo>
                  <a:pt x="537017" y="2855468"/>
                  <a:pt x="563587" y="2856758"/>
                  <a:pt x="587884" y="2859746"/>
                </a:cubicBezTo>
                <a:cubicBezTo>
                  <a:pt x="652090" y="2867866"/>
                  <a:pt x="715235" y="2878012"/>
                  <a:pt x="779426" y="2885897"/>
                </a:cubicBezTo>
                <a:cubicBezTo>
                  <a:pt x="821123" y="2891048"/>
                  <a:pt x="863074" y="2900202"/>
                  <a:pt x="917288" y="2882248"/>
                </a:cubicBezTo>
                <a:cubicBezTo>
                  <a:pt x="866364" y="2830288"/>
                  <a:pt x="785092" y="2829930"/>
                  <a:pt x="718684" y="2819941"/>
                </a:cubicBezTo>
                <a:cubicBezTo>
                  <a:pt x="635747" y="2807447"/>
                  <a:pt x="584925" y="2771133"/>
                  <a:pt x="524650" y="2731220"/>
                </a:cubicBezTo>
                <a:cubicBezTo>
                  <a:pt x="584180" y="2712621"/>
                  <a:pt x="623299" y="2742760"/>
                  <a:pt x="670138" y="2735189"/>
                </a:cubicBezTo>
                <a:cubicBezTo>
                  <a:pt x="672406" y="2728745"/>
                  <a:pt x="675988" y="2719532"/>
                  <a:pt x="675382" y="2719369"/>
                </a:cubicBezTo>
                <a:cubicBezTo>
                  <a:pt x="596666" y="2703042"/>
                  <a:pt x="557844" y="2658869"/>
                  <a:pt x="542021" y="2601946"/>
                </a:cubicBezTo>
                <a:cubicBezTo>
                  <a:pt x="533902" y="2572560"/>
                  <a:pt x="505246" y="2566541"/>
                  <a:pt x="476895" y="2555976"/>
                </a:cubicBezTo>
                <a:cubicBezTo>
                  <a:pt x="377189" y="2518466"/>
                  <a:pt x="272496" y="2486779"/>
                  <a:pt x="188751" y="2428830"/>
                </a:cubicBezTo>
                <a:cubicBezTo>
                  <a:pt x="280875" y="2426687"/>
                  <a:pt x="357216" y="2461808"/>
                  <a:pt x="456762" y="2468731"/>
                </a:cubicBezTo>
                <a:cubicBezTo>
                  <a:pt x="373794" y="2404281"/>
                  <a:pt x="269816" y="2379152"/>
                  <a:pt x="174514" y="2345378"/>
                </a:cubicBezTo>
                <a:cubicBezTo>
                  <a:pt x="130977" y="2330009"/>
                  <a:pt x="90329" y="2308598"/>
                  <a:pt x="38827" y="2303685"/>
                </a:cubicBezTo>
                <a:cubicBezTo>
                  <a:pt x="20556" y="2301864"/>
                  <a:pt x="-10092" y="2297272"/>
                  <a:pt x="3281" y="2273587"/>
                </a:cubicBezTo>
                <a:cubicBezTo>
                  <a:pt x="14533" y="2253956"/>
                  <a:pt x="39095" y="2256437"/>
                  <a:pt x="61590" y="2259170"/>
                </a:cubicBezTo>
                <a:cubicBezTo>
                  <a:pt x="115591" y="2265916"/>
                  <a:pt x="170539" y="2259497"/>
                  <a:pt x="242291" y="2250569"/>
                </a:cubicBezTo>
                <a:cubicBezTo>
                  <a:pt x="178223" y="2197829"/>
                  <a:pt x="68904" y="2229102"/>
                  <a:pt x="13205" y="2172263"/>
                </a:cubicBezTo>
                <a:cubicBezTo>
                  <a:pt x="77196" y="2153598"/>
                  <a:pt x="128251" y="2170191"/>
                  <a:pt x="180810" y="2168333"/>
                </a:cubicBezTo>
                <a:cubicBezTo>
                  <a:pt x="228319" y="2166612"/>
                  <a:pt x="239444" y="2154350"/>
                  <a:pt x="226020" y="2121100"/>
                </a:cubicBezTo>
                <a:cubicBezTo>
                  <a:pt x="205165" y="2069293"/>
                  <a:pt x="229388" y="2038364"/>
                  <a:pt x="299145" y="2044862"/>
                </a:cubicBezTo>
                <a:cubicBezTo>
                  <a:pt x="363822" y="2051027"/>
                  <a:pt x="369032" y="2029991"/>
                  <a:pt x="350236" y="2001187"/>
                </a:cubicBezTo>
                <a:cubicBezTo>
                  <a:pt x="322862" y="1959187"/>
                  <a:pt x="348423" y="1921214"/>
                  <a:pt x="365223" y="1881218"/>
                </a:cubicBezTo>
                <a:cubicBezTo>
                  <a:pt x="390527" y="1820499"/>
                  <a:pt x="376326" y="1793748"/>
                  <a:pt x="310707" y="1758752"/>
                </a:cubicBezTo>
                <a:cubicBezTo>
                  <a:pt x="273754" y="1739265"/>
                  <a:pt x="234367" y="1723631"/>
                  <a:pt x="181659" y="1709137"/>
                </a:cubicBezTo>
                <a:cubicBezTo>
                  <a:pt x="299387" y="1683727"/>
                  <a:pt x="172918" y="1660608"/>
                  <a:pt x="213063" y="1632021"/>
                </a:cubicBezTo>
                <a:cubicBezTo>
                  <a:pt x="296030" y="1612244"/>
                  <a:pt x="369047" y="1679323"/>
                  <a:pt x="481390" y="1644125"/>
                </a:cubicBezTo>
                <a:cubicBezTo>
                  <a:pt x="336659" y="1595935"/>
                  <a:pt x="176348" y="1532074"/>
                  <a:pt x="68930" y="1457537"/>
                </a:cubicBezTo>
                <a:cubicBezTo>
                  <a:pt x="91299" y="1434897"/>
                  <a:pt x="115799" y="1450436"/>
                  <a:pt x="135138" y="1440976"/>
                </a:cubicBezTo>
                <a:cubicBezTo>
                  <a:pt x="133952" y="1436374"/>
                  <a:pt x="135290" y="1429332"/>
                  <a:pt x="131611" y="1427642"/>
                </a:cubicBezTo>
                <a:cubicBezTo>
                  <a:pt x="52402" y="1389548"/>
                  <a:pt x="51441" y="1388478"/>
                  <a:pt x="130443" y="1343795"/>
                </a:cubicBezTo>
                <a:cubicBezTo>
                  <a:pt x="158017" y="1328118"/>
                  <a:pt x="154966" y="1317573"/>
                  <a:pt x="138930" y="1304094"/>
                </a:cubicBezTo>
                <a:cubicBezTo>
                  <a:pt x="127608" y="1294551"/>
                  <a:pt x="113720" y="1286742"/>
                  <a:pt x="118409" y="1262212"/>
                </a:cubicBezTo>
                <a:cubicBezTo>
                  <a:pt x="164937" y="1287183"/>
                  <a:pt x="383505" y="1312432"/>
                  <a:pt x="421410" y="1304757"/>
                </a:cubicBezTo>
                <a:cubicBezTo>
                  <a:pt x="464009" y="1296037"/>
                  <a:pt x="610877" y="1288926"/>
                  <a:pt x="655702" y="1291801"/>
                </a:cubicBezTo>
                <a:cubicBezTo>
                  <a:pt x="653235" y="1290438"/>
                  <a:pt x="650767" y="1289077"/>
                  <a:pt x="648299" y="1287715"/>
                </a:cubicBezTo>
                <a:cubicBezTo>
                  <a:pt x="603999" y="1260339"/>
                  <a:pt x="559107" y="1233035"/>
                  <a:pt x="531027" y="1193967"/>
                </a:cubicBezTo>
                <a:cubicBezTo>
                  <a:pt x="529741" y="1192462"/>
                  <a:pt x="529061" y="1191120"/>
                  <a:pt x="526433" y="1191913"/>
                </a:cubicBezTo>
                <a:cubicBezTo>
                  <a:pt x="503415" y="1199684"/>
                  <a:pt x="505590" y="1187083"/>
                  <a:pt x="504666" y="1177230"/>
                </a:cubicBezTo>
                <a:cubicBezTo>
                  <a:pt x="503726" y="1167141"/>
                  <a:pt x="499378" y="1159602"/>
                  <a:pt x="482307" y="1162618"/>
                </a:cubicBezTo>
                <a:cubicBezTo>
                  <a:pt x="481421" y="1162726"/>
                  <a:pt x="480226" y="1162633"/>
                  <a:pt x="479029" y="1162540"/>
                </a:cubicBezTo>
                <a:cubicBezTo>
                  <a:pt x="470949" y="1161859"/>
                  <a:pt x="444139" y="1138059"/>
                  <a:pt x="447663" y="1132649"/>
                </a:cubicBezTo>
                <a:cubicBezTo>
                  <a:pt x="455539" y="1120781"/>
                  <a:pt x="446335" y="1116439"/>
                  <a:pt x="438547" y="1110977"/>
                </a:cubicBezTo>
                <a:cubicBezTo>
                  <a:pt x="427656" y="1103517"/>
                  <a:pt x="416795" y="1096529"/>
                  <a:pt x="405343" y="1089612"/>
                </a:cubicBezTo>
                <a:cubicBezTo>
                  <a:pt x="394202" y="1082895"/>
                  <a:pt x="382794" y="1076684"/>
                  <a:pt x="371373" y="1070238"/>
                </a:cubicBezTo>
                <a:cubicBezTo>
                  <a:pt x="344889" y="1065616"/>
                  <a:pt x="318169" y="1061972"/>
                  <a:pt x="290358" y="1059884"/>
                </a:cubicBezTo>
                <a:cubicBezTo>
                  <a:pt x="269709" y="1058114"/>
                  <a:pt x="246624" y="1055453"/>
                  <a:pt x="235140" y="1029322"/>
                </a:cubicBezTo>
                <a:cubicBezTo>
                  <a:pt x="256895" y="1029771"/>
                  <a:pt x="278695" y="1030927"/>
                  <a:pt x="300494" y="1032083"/>
                </a:cubicBezTo>
                <a:cubicBezTo>
                  <a:pt x="279542" y="1020860"/>
                  <a:pt x="259181" y="1009565"/>
                  <a:pt x="239661" y="997457"/>
                </a:cubicBezTo>
                <a:cubicBezTo>
                  <a:pt x="223540" y="987309"/>
                  <a:pt x="210281" y="975391"/>
                  <a:pt x="204788" y="959211"/>
                </a:cubicBezTo>
                <a:cubicBezTo>
                  <a:pt x="203337" y="955117"/>
                  <a:pt x="202166" y="950750"/>
                  <a:pt x="207583" y="947009"/>
                </a:cubicBezTo>
                <a:cubicBezTo>
                  <a:pt x="213561" y="942727"/>
                  <a:pt x="218466" y="944980"/>
                  <a:pt x="223061" y="947033"/>
                </a:cubicBezTo>
                <a:cubicBezTo>
                  <a:pt x="242046" y="955410"/>
                  <a:pt x="261311" y="963516"/>
                  <a:pt x="280015" y="972164"/>
                </a:cubicBezTo>
                <a:cubicBezTo>
                  <a:pt x="304852" y="983629"/>
                  <a:pt x="329408" y="995365"/>
                  <a:pt x="353948" y="1006865"/>
                </a:cubicBezTo>
                <a:cubicBezTo>
                  <a:pt x="319294" y="981405"/>
                  <a:pt x="281290" y="959435"/>
                  <a:pt x="240466" y="939943"/>
                </a:cubicBezTo>
                <a:cubicBezTo>
                  <a:pt x="210990" y="925718"/>
                  <a:pt x="181514" y="911494"/>
                  <a:pt x="158812" y="891467"/>
                </a:cubicBezTo>
                <a:cubicBezTo>
                  <a:pt x="147166" y="881489"/>
                  <a:pt x="141336" y="869384"/>
                  <a:pt x="139551" y="855364"/>
                </a:cubicBezTo>
                <a:cubicBezTo>
                  <a:pt x="139312" y="851597"/>
                  <a:pt x="139634" y="847287"/>
                  <a:pt x="145731" y="844888"/>
                </a:cubicBezTo>
                <a:cubicBezTo>
                  <a:pt x="151843" y="842724"/>
                  <a:pt x="155581" y="845356"/>
                  <a:pt x="158154" y="848366"/>
                </a:cubicBezTo>
                <a:cubicBezTo>
                  <a:pt x="161052" y="851811"/>
                  <a:pt x="164496" y="854479"/>
                  <a:pt x="169370" y="856260"/>
                </a:cubicBezTo>
                <a:cubicBezTo>
                  <a:pt x="212096" y="872913"/>
                  <a:pt x="249775" y="894448"/>
                  <a:pt x="288295" y="915169"/>
                </a:cubicBezTo>
                <a:cubicBezTo>
                  <a:pt x="343452" y="944788"/>
                  <a:pt x="397769" y="975222"/>
                  <a:pt x="462694" y="994643"/>
                </a:cubicBezTo>
                <a:cubicBezTo>
                  <a:pt x="487260" y="1001870"/>
                  <a:pt x="512622" y="1007575"/>
                  <a:pt x="531910" y="1006664"/>
                </a:cubicBezTo>
                <a:cubicBezTo>
                  <a:pt x="460990" y="972547"/>
                  <a:pt x="394087" y="936046"/>
                  <a:pt x="333940" y="893507"/>
                </a:cubicBezTo>
                <a:cubicBezTo>
                  <a:pt x="273173" y="850568"/>
                  <a:pt x="219876" y="803403"/>
                  <a:pt x="181443" y="746608"/>
                </a:cubicBezTo>
                <a:cubicBezTo>
                  <a:pt x="177494" y="740681"/>
                  <a:pt x="175038" y="734810"/>
                  <a:pt x="162678" y="737018"/>
                </a:cubicBezTo>
                <a:cubicBezTo>
                  <a:pt x="157082" y="737933"/>
                  <a:pt x="155070" y="734381"/>
                  <a:pt x="156307" y="730435"/>
                </a:cubicBezTo>
                <a:cubicBezTo>
                  <a:pt x="164051" y="702450"/>
                  <a:pt x="145532" y="687373"/>
                  <a:pt x="117227" y="677515"/>
                </a:cubicBezTo>
                <a:cubicBezTo>
                  <a:pt x="108392" y="674314"/>
                  <a:pt x="107546" y="670384"/>
                  <a:pt x="113655" y="663474"/>
                </a:cubicBezTo>
                <a:cubicBezTo>
                  <a:pt x="121976" y="653926"/>
                  <a:pt x="120506" y="644851"/>
                  <a:pt x="115226" y="636712"/>
                </a:cubicBezTo>
                <a:cubicBezTo>
                  <a:pt x="112224" y="631619"/>
                  <a:pt x="108350" y="626868"/>
                  <a:pt x="105067" y="622046"/>
                </a:cubicBezTo>
                <a:cubicBezTo>
                  <a:pt x="102790" y="619000"/>
                  <a:pt x="99022" y="615897"/>
                  <a:pt x="104113" y="611722"/>
                </a:cubicBezTo>
                <a:cubicBezTo>
                  <a:pt x="108939" y="608053"/>
                  <a:pt x="114081" y="609328"/>
                  <a:pt x="118895" y="610169"/>
                </a:cubicBezTo>
                <a:cubicBezTo>
                  <a:pt x="142040" y="613772"/>
                  <a:pt x="156094" y="624170"/>
                  <a:pt x="163095" y="640642"/>
                </a:cubicBezTo>
                <a:cubicBezTo>
                  <a:pt x="168334" y="652819"/>
                  <a:pt x="173104" y="652953"/>
                  <a:pt x="185766" y="641454"/>
                </a:cubicBezTo>
                <a:cubicBezTo>
                  <a:pt x="195327" y="632704"/>
                  <a:pt x="204232" y="632337"/>
                  <a:pt x="212892" y="637457"/>
                </a:cubicBezTo>
                <a:cubicBezTo>
                  <a:pt x="217516" y="639981"/>
                  <a:pt x="220444" y="643897"/>
                  <a:pt x="223932" y="647271"/>
                </a:cubicBezTo>
                <a:cubicBezTo>
                  <a:pt x="241420" y="664845"/>
                  <a:pt x="259762" y="681841"/>
                  <a:pt x="287167" y="691571"/>
                </a:cubicBezTo>
                <a:cubicBezTo>
                  <a:pt x="299355" y="696027"/>
                  <a:pt x="312354" y="699197"/>
                  <a:pt x="330380" y="692506"/>
                </a:cubicBezTo>
                <a:cubicBezTo>
                  <a:pt x="318517" y="688486"/>
                  <a:pt x="306954" y="689175"/>
                  <a:pt x="296172" y="688108"/>
                </a:cubicBezTo>
                <a:cubicBezTo>
                  <a:pt x="285390" y="687041"/>
                  <a:pt x="279539" y="683953"/>
                  <a:pt x="286974" y="674512"/>
                </a:cubicBezTo>
                <a:cubicBezTo>
                  <a:pt x="291105" y="669267"/>
                  <a:pt x="290555" y="665301"/>
                  <a:pt x="286166" y="661798"/>
                </a:cubicBezTo>
                <a:cubicBezTo>
                  <a:pt x="272052" y="650459"/>
                  <a:pt x="264416" y="633352"/>
                  <a:pt x="236268" y="635338"/>
                </a:cubicBezTo>
                <a:cubicBezTo>
                  <a:pt x="234792" y="635517"/>
                  <a:pt x="233255" y="634754"/>
                  <a:pt x="231734" y="634225"/>
                </a:cubicBezTo>
                <a:cubicBezTo>
                  <a:pt x="225957" y="632316"/>
                  <a:pt x="219575" y="630241"/>
                  <a:pt x="221253" y="623870"/>
                </a:cubicBezTo>
                <a:cubicBezTo>
                  <a:pt x="223227" y="617462"/>
                  <a:pt x="230816" y="615119"/>
                  <a:pt x="237564" y="613590"/>
                </a:cubicBezTo>
                <a:cubicBezTo>
                  <a:pt x="254884" y="609831"/>
                  <a:pt x="268844" y="614072"/>
                  <a:pt x="282259" y="619091"/>
                </a:cubicBezTo>
                <a:cubicBezTo>
                  <a:pt x="314893" y="631509"/>
                  <a:pt x="342201" y="649080"/>
                  <a:pt x="370630" y="665566"/>
                </a:cubicBezTo>
                <a:cubicBezTo>
                  <a:pt x="413275" y="690295"/>
                  <a:pt x="451153" y="719635"/>
                  <a:pt x="498017" y="740532"/>
                </a:cubicBezTo>
                <a:cubicBezTo>
                  <a:pt x="637369" y="802423"/>
                  <a:pt x="774774" y="866448"/>
                  <a:pt x="918036" y="924307"/>
                </a:cubicBezTo>
                <a:cubicBezTo>
                  <a:pt x="970882" y="945666"/>
                  <a:pt x="1024819" y="965469"/>
                  <a:pt x="1079304" y="984494"/>
                </a:cubicBezTo>
                <a:cubicBezTo>
                  <a:pt x="1079509" y="983045"/>
                  <a:pt x="1079744" y="982067"/>
                  <a:pt x="1079935" y="980383"/>
                </a:cubicBezTo>
                <a:cubicBezTo>
                  <a:pt x="1079860" y="979206"/>
                  <a:pt x="1079770" y="977793"/>
                  <a:pt x="1079695" y="976616"/>
                </a:cubicBezTo>
                <a:cubicBezTo>
                  <a:pt x="1041139" y="964679"/>
                  <a:pt x="1003098" y="951491"/>
                  <a:pt x="966178" y="937219"/>
                </a:cubicBezTo>
                <a:cubicBezTo>
                  <a:pt x="875541" y="901932"/>
                  <a:pt x="791930" y="860100"/>
                  <a:pt x="720106" y="807112"/>
                </a:cubicBezTo>
                <a:cubicBezTo>
                  <a:pt x="714181" y="802848"/>
                  <a:pt x="707904" y="802421"/>
                  <a:pt x="698823" y="804708"/>
                </a:cubicBezTo>
                <a:cubicBezTo>
                  <a:pt x="669544" y="812288"/>
                  <a:pt x="659939" y="806334"/>
                  <a:pt x="664513" y="784663"/>
                </a:cubicBezTo>
                <a:cubicBezTo>
                  <a:pt x="665660" y="779304"/>
                  <a:pt x="665686" y="775031"/>
                  <a:pt x="660380" y="771165"/>
                </a:cubicBezTo>
                <a:cubicBezTo>
                  <a:pt x="636661" y="753871"/>
                  <a:pt x="611807" y="737427"/>
                  <a:pt x="584959" y="722409"/>
                </a:cubicBezTo>
                <a:cubicBezTo>
                  <a:pt x="535282" y="694735"/>
                  <a:pt x="482226" y="670082"/>
                  <a:pt x="435649" y="639659"/>
                </a:cubicBezTo>
                <a:cubicBezTo>
                  <a:pt x="421965" y="630403"/>
                  <a:pt x="411440" y="619340"/>
                  <a:pt x="404944" y="606128"/>
                </a:cubicBezTo>
                <a:cubicBezTo>
                  <a:pt x="402872" y="601635"/>
                  <a:pt x="401613" y="595856"/>
                  <a:pt x="408476" y="591466"/>
                </a:cubicBezTo>
                <a:cubicBezTo>
                  <a:pt x="415044" y="587111"/>
                  <a:pt x="420320" y="590506"/>
                  <a:pt x="425225" y="592759"/>
                </a:cubicBezTo>
                <a:cubicBezTo>
                  <a:pt x="445746" y="601899"/>
                  <a:pt x="466578" y="611238"/>
                  <a:pt x="487115" y="620614"/>
                </a:cubicBezTo>
                <a:cubicBezTo>
                  <a:pt x="507947" y="629954"/>
                  <a:pt x="528514" y="639800"/>
                  <a:pt x="550277" y="649738"/>
                </a:cubicBezTo>
                <a:cubicBezTo>
                  <a:pt x="551408" y="644145"/>
                  <a:pt x="546904" y="643504"/>
                  <a:pt x="544421" y="641907"/>
                </a:cubicBezTo>
                <a:cubicBezTo>
                  <a:pt x="509355" y="619344"/>
                  <a:pt x="471190" y="599529"/>
                  <a:pt x="431905" y="580799"/>
                </a:cubicBezTo>
                <a:cubicBezTo>
                  <a:pt x="401512" y="566211"/>
                  <a:pt x="371947" y="550574"/>
                  <a:pt x="351177" y="528177"/>
                </a:cubicBezTo>
                <a:cubicBezTo>
                  <a:pt x="343180" y="519419"/>
                  <a:pt x="338696" y="509759"/>
                  <a:pt x="339749" y="498244"/>
                </a:cubicBezTo>
                <a:cubicBezTo>
                  <a:pt x="340115" y="494641"/>
                  <a:pt x="340481" y="491037"/>
                  <a:pt x="346313" y="489145"/>
                </a:cubicBezTo>
                <a:cubicBezTo>
                  <a:pt x="350979" y="487631"/>
                  <a:pt x="354067" y="489392"/>
                  <a:pt x="356579" y="491460"/>
                </a:cubicBezTo>
                <a:cubicBezTo>
                  <a:pt x="360984" y="495197"/>
                  <a:pt x="365388" y="498934"/>
                  <a:pt x="371505" y="501516"/>
                </a:cubicBezTo>
                <a:cubicBezTo>
                  <a:pt x="408203" y="517000"/>
                  <a:pt x="442659" y="534654"/>
                  <a:pt x="476275" y="553122"/>
                </a:cubicBezTo>
                <a:cubicBezTo>
                  <a:pt x="531461" y="583213"/>
                  <a:pt x="586103" y="614082"/>
                  <a:pt x="649952" y="635294"/>
                </a:cubicBezTo>
                <a:cubicBezTo>
                  <a:pt x="673972" y="643298"/>
                  <a:pt x="698805" y="650018"/>
                  <a:pt x="727161" y="651328"/>
                </a:cubicBezTo>
                <a:cubicBezTo>
                  <a:pt x="726126" y="649081"/>
                  <a:pt x="724263" y="647883"/>
                  <a:pt x="722417" y="646921"/>
                </a:cubicBezTo>
                <a:cubicBezTo>
                  <a:pt x="660627" y="615969"/>
                  <a:pt x="600830" y="583590"/>
                  <a:pt x="546079" y="546328"/>
                </a:cubicBezTo>
                <a:cubicBezTo>
                  <a:pt x="478576" y="500409"/>
                  <a:pt x="420223" y="448637"/>
                  <a:pt x="378182" y="386585"/>
                </a:cubicBezTo>
                <a:cubicBezTo>
                  <a:pt x="376229" y="383975"/>
                  <a:pt x="374884" y="381528"/>
                  <a:pt x="370158" y="382100"/>
                </a:cubicBezTo>
                <a:cubicBezTo>
                  <a:pt x="358064" y="383802"/>
                  <a:pt x="356583" y="379236"/>
                  <a:pt x="357861" y="371252"/>
                </a:cubicBezTo>
                <a:cubicBezTo>
                  <a:pt x="361373" y="351608"/>
                  <a:pt x="352380" y="336565"/>
                  <a:pt x="331313" y="328203"/>
                </a:cubicBezTo>
                <a:cubicBezTo>
                  <a:pt x="316037" y="321986"/>
                  <a:pt x="303183" y="316425"/>
                  <a:pt x="319354" y="299282"/>
                </a:cubicBezTo>
                <a:cubicBezTo>
                  <a:pt x="323265" y="295249"/>
                  <a:pt x="321459" y="290249"/>
                  <a:pt x="319682" y="285719"/>
                </a:cubicBezTo>
                <a:cubicBezTo>
                  <a:pt x="317166" y="278905"/>
                  <a:pt x="312080" y="273828"/>
                  <a:pt x="306391" y="268585"/>
                </a:cubicBezTo>
                <a:cubicBezTo>
                  <a:pt x="303227" y="265647"/>
                  <a:pt x="299399" y="261602"/>
                  <a:pt x="303294" y="257334"/>
                </a:cubicBezTo>
                <a:cubicBezTo>
                  <a:pt x="307735" y="252289"/>
                  <a:pt x="314131" y="254598"/>
                  <a:pt x="319242" y="255403"/>
                </a:cubicBezTo>
                <a:cubicBezTo>
                  <a:pt x="342683" y="258970"/>
                  <a:pt x="357062" y="269803"/>
                  <a:pt x="364093" y="286745"/>
                </a:cubicBezTo>
                <a:cubicBezTo>
                  <a:pt x="368651" y="297582"/>
                  <a:pt x="374307" y="297608"/>
                  <a:pt x="385301" y="287973"/>
                </a:cubicBezTo>
                <a:cubicBezTo>
                  <a:pt x="397712" y="277216"/>
                  <a:pt x="408079" y="276436"/>
                  <a:pt x="417598" y="285722"/>
                </a:cubicBezTo>
                <a:cubicBezTo>
                  <a:pt x="425226" y="293339"/>
                  <a:pt x="431406" y="301607"/>
                  <a:pt x="440155" y="308139"/>
                </a:cubicBezTo>
                <a:cubicBezTo>
                  <a:pt x="463623" y="326175"/>
                  <a:pt x="485720" y="346039"/>
                  <a:pt x="534406" y="339430"/>
                </a:cubicBezTo>
                <a:cubicBezTo>
                  <a:pt x="520872" y="332528"/>
                  <a:pt x="507316" y="334645"/>
                  <a:pt x="495633" y="333450"/>
                </a:cubicBezTo>
                <a:cubicBezTo>
                  <a:pt x="487244" y="332567"/>
                  <a:pt x="478750" y="330037"/>
                  <a:pt x="486289" y="322243"/>
                </a:cubicBezTo>
                <a:cubicBezTo>
                  <a:pt x="494951" y="313365"/>
                  <a:pt x="489365" y="309771"/>
                  <a:pt x="484000" y="304964"/>
                </a:cubicBezTo>
                <a:cubicBezTo>
                  <a:pt x="471673" y="293645"/>
                  <a:pt x="461604" y="280392"/>
                  <a:pt x="436911" y="280536"/>
                </a:cubicBezTo>
                <a:cubicBezTo>
                  <a:pt x="433041" y="280530"/>
                  <a:pt x="429923" y="278297"/>
                  <a:pt x="426865" y="277007"/>
                </a:cubicBezTo>
                <a:cubicBezTo>
                  <a:pt x="422581" y="275154"/>
                  <a:pt x="418872" y="272993"/>
                  <a:pt x="420654" y="268269"/>
                </a:cubicBezTo>
                <a:cubicBezTo>
                  <a:pt x="422468" y="264016"/>
                  <a:pt x="426748" y="261125"/>
                  <a:pt x="432329" y="259975"/>
                </a:cubicBezTo>
                <a:cubicBezTo>
                  <a:pt x="437320" y="258895"/>
                  <a:pt x="442621" y="258016"/>
                  <a:pt x="447672" y="257879"/>
                </a:cubicBezTo>
                <a:cubicBezTo>
                  <a:pt x="470223" y="256809"/>
                  <a:pt x="486254" y="265543"/>
                  <a:pt x="502242" y="273572"/>
                </a:cubicBezTo>
                <a:cubicBezTo>
                  <a:pt x="558179" y="301436"/>
                  <a:pt x="607891" y="334326"/>
                  <a:pt x="659874" y="365516"/>
                </a:cubicBezTo>
                <a:cubicBezTo>
                  <a:pt x="711842" y="396471"/>
                  <a:pt x="772192" y="418818"/>
                  <a:pt x="829177" y="444421"/>
                </a:cubicBezTo>
                <a:cubicBezTo>
                  <a:pt x="960626" y="503711"/>
                  <a:pt x="1092650" y="562693"/>
                  <a:pt x="1231903" y="613682"/>
                </a:cubicBezTo>
                <a:cubicBezTo>
                  <a:pt x="1368099" y="663381"/>
                  <a:pt x="1823141" y="686561"/>
                  <a:pt x="1911736" y="685084"/>
                </a:cubicBezTo>
                <a:cubicBezTo>
                  <a:pt x="2024994" y="682992"/>
                  <a:pt x="2291986" y="655399"/>
                  <a:pt x="2564313" y="632143"/>
                </a:cubicBezTo>
                <a:cubicBezTo>
                  <a:pt x="2595089" y="629364"/>
                  <a:pt x="2625288" y="626893"/>
                  <a:pt x="2657304" y="624913"/>
                </a:cubicBezTo>
                <a:cubicBezTo>
                  <a:pt x="3564401" y="568191"/>
                  <a:pt x="4203594" y="276765"/>
                  <a:pt x="4235818" y="259339"/>
                </a:cubicBezTo>
                <a:cubicBezTo>
                  <a:pt x="4287616" y="231474"/>
                  <a:pt x="4460006" y="176429"/>
                  <a:pt x="4460331" y="176864"/>
                </a:cubicBezTo>
                <a:cubicBezTo>
                  <a:pt x="4464175" y="181144"/>
                  <a:pt x="4483735" y="184529"/>
                  <a:pt x="4499578" y="186791"/>
                </a:cubicBezTo>
                <a:lnTo>
                  <a:pt x="4514640" y="188841"/>
                </a:lnTo>
                <a:lnTo>
                  <a:pt x="4516523" y="189988"/>
                </a:lnTo>
                <a:cubicBezTo>
                  <a:pt x="4522035" y="190091"/>
                  <a:pt x="4521760" y="189857"/>
                  <a:pt x="4518126" y="189316"/>
                </a:cubicBezTo>
                <a:lnTo>
                  <a:pt x="4514640" y="188841"/>
                </a:lnTo>
                <a:lnTo>
                  <a:pt x="4511569" y="186970"/>
                </a:lnTo>
                <a:cubicBezTo>
                  <a:pt x="4510788" y="185226"/>
                  <a:pt x="4510719" y="182981"/>
                  <a:pt x="4510888" y="180943"/>
                </a:cubicBezTo>
                <a:cubicBezTo>
                  <a:pt x="4511690" y="170169"/>
                  <a:pt x="4517648" y="160906"/>
                  <a:pt x="4531865" y="155151"/>
                </a:cubicBezTo>
                <a:cubicBezTo>
                  <a:pt x="4545507" y="149703"/>
                  <a:pt x="4559473" y="144689"/>
                  <a:pt x="4573441" y="139676"/>
                </a:cubicBezTo>
                <a:cubicBezTo>
                  <a:pt x="4585075" y="135420"/>
                  <a:pt x="4593048" y="134454"/>
                  <a:pt x="4594964" y="145847"/>
                </a:cubicBezTo>
                <a:cubicBezTo>
                  <a:pt x="4596879" y="157242"/>
                  <a:pt x="4613452" y="160454"/>
                  <a:pt x="4623059" y="152410"/>
                </a:cubicBezTo>
                <a:cubicBezTo>
                  <a:pt x="4660632" y="120811"/>
                  <a:pt x="4705757" y="95654"/>
                  <a:pt x="4748356" y="68192"/>
                </a:cubicBezTo>
                <a:cubicBezTo>
                  <a:pt x="4778098" y="49168"/>
                  <a:pt x="4809406" y="31378"/>
                  <a:pt x="4833812" y="8017"/>
                </a:cubicBezTo>
                <a:cubicBezTo>
                  <a:pt x="4838299" y="3678"/>
                  <a:pt x="4842399" y="-2039"/>
                  <a:pt x="4850908" y="727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B3A364-20F7-D198-40BC-E46C731DB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0941" y="685801"/>
            <a:ext cx="3494859" cy="5491162"/>
          </a:xfrm>
        </p:spPr>
        <p:txBody>
          <a:bodyPr>
            <a:normAutofit/>
          </a:bodyPr>
          <a:lstStyle/>
          <a:p>
            <a:r>
              <a:rPr lang="en-US" dirty="0"/>
              <a:t>SSMS 22 — Developer Productivity Features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C10CB39-BF1D-AF7B-0A26-E4DEF09F543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59010360"/>
              </p:ext>
            </p:extLst>
          </p:nvPr>
        </p:nvGraphicFramePr>
        <p:xfrm>
          <a:off x="4702547" y="838199"/>
          <a:ext cx="6651253" cy="53387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509196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757392-79F9-41F6-3664-675DFBC41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132" y="695687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US" sz="5400" b="1" dirty="0"/>
              <a:t>VS Code </a:t>
            </a:r>
            <a:r>
              <a:rPr lang="en-US" sz="5400" b="1" dirty="0" err="1"/>
              <a:t>mssql</a:t>
            </a:r>
            <a:r>
              <a:rPr lang="en-US" sz="5400" b="1" dirty="0"/>
              <a:t> Extension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E032636-5346-9DD0-3B00-4163E5D6169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94642156"/>
              </p:ext>
            </p:extLst>
          </p:nvPr>
        </p:nvGraphicFramePr>
        <p:xfrm>
          <a:off x="4561150" y="695686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D0BDD85-D329-45DA-824B-D55789C7AF7A}"/>
              </a:ext>
            </a:extLst>
          </p:cNvPr>
          <p:cNvSpPr txBox="1"/>
          <p:nvPr/>
        </p:nvSpPr>
        <p:spPr>
          <a:xfrm>
            <a:off x="822949" y="5079492"/>
            <a:ext cx="2588260" cy="646331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/>
              <a:t>RIP Azure Data Studio 2017-2026</a:t>
            </a:r>
          </a:p>
        </p:txBody>
      </p:sp>
    </p:spTree>
    <p:extLst>
      <p:ext uri="{BB962C8B-B14F-4D97-AF65-F5344CB8AC3E}">
        <p14:creationId xmlns:p14="http://schemas.microsoft.com/office/powerpoint/2010/main" val="38101976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0124D-43DC-4627-02F3-98EF060DC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Developer Edition Changes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0D145EC-81EF-D5E4-1E76-62FA6104417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360204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C4FB7-86B5-AEAD-E070-A10967D36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Timeline and Availability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5B59E24-41FF-9D72-11D5-8A74B054D2F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3723907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432974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93394DA-E684-47C2-9020-13225823F4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2B9E66-8E82-E02F-5531-B973C1020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06443"/>
          </a:xfrm>
        </p:spPr>
        <p:txBody>
          <a:bodyPr>
            <a:normAutofit/>
          </a:bodyPr>
          <a:lstStyle/>
          <a:p>
            <a:r>
              <a:rPr lang="en-US" sz="4000"/>
              <a:t>FAQ — Pricing, Licensing, and Editions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8C1E7C4-41F1-D9F2-5C4E-DA19ED0EA70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848" r="26576"/>
          <a:stretch>
            <a:fillRect/>
          </a:stretch>
        </p:blipFill>
        <p:spPr>
          <a:xfrm>
            <a:off x="7989293" y="1904282"/>
            <a:ext cx="3423093" cy="4224808"/>
          </a:xfrm>
          <a:prstGeom prst="rect">
            <a:avLst/>
          </a:pr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D2E81EA-AC45-2E19-102B-B2415E3BE6E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47817407"/>
              </p:ext>
            </p:extLst>
          </p:nvPr>
        </p:nvGraphicFramePr>
        <p:xfrm>
          <a:off x="838200" y="1825625"/>
          <a:ext cx="6714744" cy="43034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4305540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FD6D1A-48C3-5C64-FC58-D1B4EB043A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4000" b="1"/>
              <a:t>Deprecated Features and Other Items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6DE2B29-DFFB-DCD6-DD5E-07ADBA07895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26115430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19142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ircuit board">
            <a:extLst>
              <a:ext uri="{FF2B5EF4-FFF2-40B4-BE49-F238E27FC236}">
                <a16:creationId xmlns:a16="http://schemas.microsoft.com/office/drawing/2014/main" id="{F1C0394F-7ED2-8E4C-7B21-43AD74E8A61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487" r="1" b="1"/>
          <a:stretch>
            <a:fillRect/>
          </a:stretch>
        </p:blipFill>
        <p:spPr>
          <a:xfrm>
            <a:off x="-3447" y="-1"/>
            <a:ext cx="12195447" cy="6879745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D60F200-5EB0-B223-2439-C96C67F0F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589414" y="-733991"/>
            <a:ext cx="3020876" cy="12206596"/>
          </a:xfrm>
          <a:prstGeom prst="rect">
            <a:avLst/>
          </a:prstGeom>
          <a:gradFill flip="none" rotWithShape="1">
            <a:gsLst>
              <a:gs pos="21000">
                <a:srgbClr val="000000">
                  <a:alpha val="62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6567EA8-C72D-4B9B-D23F-6B2E9F9C9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446" y="0"/>
            <a:ext cx="2843402" cy="6879745"/>
          </a:xfrm>
          <a:prstGeom prst="rect">
            <a:avLst/>
          </a:prstGeom>
          <a:gradFill flip="none" rotWithShape="1">
            <a:gsLst>
              <a:gs pos="5000">
                <a:schemeClr val="accent2"/>
              </a:gs>
              <a:gs pos="49000">
                <a:schemeClr val="accent5">
                  <a:lumMod val="60000"/>
                  <a:lumOff val="40000"/>
                  <a:alpha val="0"/>
                </a:schemeClr>
              </a:gs>
            </a:gsLst>
            <a:lin ang="9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EFBFA78-9360-1E01-5448-6D5AE0A326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9038704" y="21736"/>
            <a:ext cx="3152862" cy="6858008"/>
          </a:xfrm>
          <a:prstGeom prst="rect">
            <a:avLst/>
          </a:prstGeom>
          <a:gradFill flip="none" rotWithShape="1">
            <a:gsLst>
              <a:gs pos="5000">
                <a:schemeClr val="accent5">
                  <a:alpha val="48000"/>
                </a:schemeClr>
              </a:gs>
              <a:gs pos="42000">
                <a:schemeClr val="accent5">
                  <a:alpha val="0"/>
                </a:schemeClr>
              </a:gs>
            </a:gsLst>
            <a:lin ang="1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740453C-744F-DB3A-47EC-15EACE1DC1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447" y="5288433"/>
            <a:ext cx="12199706" cy="1591311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49000">
                <a:schemeClr val="accent2">
                  <a:alpha val="0"/>
                </a:schemeClr>
              </a:gs>
            </a:gsLst>
            <a:lin ang="588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6924B03-77BD-EAE3-2854-43363FF8E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84596" y="2224929"/>
            <a:ext cx="3866773" cy="5442859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54000">
                <a:schemeClr val="accent5">
                  <a:lumMod val="60000"/>
                  <a:lumOff val="40000"/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086E987-01A8-34EC-7189-92EA5D989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028" y="4121944"/>
            <a:ext cx="7927785" cy="162066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Module 2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C40EFF-481F-D0B6-61D6-77D7CEF975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9028" y="5737867"/>
            <a:ext cx="7942381" cy="618479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>
                <a:solidFill>
                  <a:srgbClr val="FFFFFF"/>
                </a:solidFill>
              </a:rPr>
              <a:t>Developers, Developers, Developers</a:t>
            </a:r>
          </a:p>
        </p:txBody>
      </p:sp>
    </p:spTree>
    <p:extLst>
      <p:ext uri="{BB962C8B-B14F-4D97-AF65-F5344CB8AC3E}">
        <p14:creationId xmlns:p14="http://schemas.microsoft.com/office/powerpoint/2010/main" val="18120935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E58E0C7-B261-2B65-EBF9-78CB6825B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Built for Developers — Overview</a:t>
            </a:r>
          </a:p>
        </p:txBody>
      </p:sp>
      <p:graphicFrame>
        <p:nvGraphicFramePr>
          <p:cNvPr id="7" name="Content Placeholder 4">
            <a:extLst>
              <a:ext uri="{FF2B5EF4-FFF2-40B4-BE49-F238E27FC236}">
                <a16:creationId xmlns:a16="http://schemas.microsoft.com/office/drawing/2014/main" id="{AA52D978-2239-68C9-CC4A-1CB5045E8AB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558216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2DFC43-F8B7-940B-D892-3FD88AA68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4000"/>
              <a:t>Native JSON — The Problem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7F374CD-9D02-CED4-7D45-8362FF27FE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27880303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932545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8CE13-D5DC-F6BB-BEC1-8793A13C1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Native JSON — The Solution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C2D08E8-19A5-C406-F690-EA86142761E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206005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48D05F-15BE-797F-1A83-A98BED20E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Native JSON — Indexing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99CA97E-2556-F019-1F24-212809D671E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60586722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172652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4512467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73E3AB-1207-5217-0164-749262457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3467"/>
            <a:ext cx="2951205" cy="5571066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FFFFFF"/>
                </a:solidFill>
              </a:rPr>
              <a:t>Native JSON — New Functions</a:t>
            </a:r>
            <a:endParaRPr lang="en-US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F93A84C-81AA-DAAA-018A-6235388DBED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43619014"/>
              </p:ext>
            </p:extLst>
          </p:nvPr>
        </p:nvGraphicFramePr>
        <p:xfrm>
          <a:off x="5207640" y="643466"/>
          <a:ext cx="6291714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953216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5278130-DFE0-457B-8698-88DF69019D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F99531B-1681-4D6E-BECB-18325B33A6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0344094-430A-400B-804B-910E696A1A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78324" y="709375"/>
            <a:ext cx="10713676" cy="5433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53C67DF-7782-4E57-AB9B-F1B4811AD8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543451" y="1248213"/>
            <a:ext cx="5413238" cy="4326335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11AE3A-FEA0-9191-791D-91857CEE6A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967" y="675564"/>
            <a:ext cx="3609833" cy="5204085"/>
          </a:xfrm>
        </p:spPr>
        <p:txBody>
          <a:bodyPr>
            <a:normAutofit/>
          </a:bodyPr>
          <a:lstStyle/>
          <a:p>
            <a:r>
              <a:rPr lang="en-US" dirty="0"/>
              <a:t>Native JSON — Use Cases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03A5AE3-BD30-455C-842B-7626C8BEF0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11365990" y="5610"/>
            <a:ext cx="0" cy="685800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DBECAA5-1F2D-470D-875C-8F2C2CA3E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18001"/>
            <a:ext cx="12192000" cy="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CFEDB47-C5DD-95FE-B14C-98ABB1A8998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09741657"/>
              </p:ext>
            </p:extLst>
          </p:nvPr>
        </p:nvGraphicFramePr>
        <p:xfrm>
          <a:off x="4776730" y="819369"/>
          <a:ext cx="6589260" cy="52439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412405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C54F4CE-85F0-46ED-80DA-9518C9251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ADD1FCA-8ACB-4958-81DD-4CDD6D3E1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802086" cy="6858000"/>
          </a:xfrm>
          <a:custGeom>
            <a:avLst/>
            <a:gdLst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9647 w 5734864"/>
              <a:gd name="connsiteY33" fmla="*/ 1936120 h 6858000"/>
              <a:gd name="connsiteX34" fmla="*/ 714660 w 5734864"/>
              <a:gd name="connsiteY34" fmla="*/ 1982709 h 6858000"/>
              <a:gd name="connsiteX35" fmla="*/ 710759 w 5734864"/>
              <a:gd name="connsiteY35" fmla="*/ 2013010 h 6858000"/>
              <a:gd name="connsiteX36" fmla="*/ 697927 w 5734864"/>
              <a:gd name="connsiteY36" fmla="*/ 2069833 h 6858000"/>
              <a:gd name="connsiteX37" fmla="*/ 693594 w 5734864"/>
              <a:gd name="connsiteY37" fmla="*/ 2103731 h 6858000"/>
              <a:gd name="connsiteX38" fmla="*/ 691109 w 5734864"/>
              <a:gd name="connsiteY38" fmla="*/ 2124027 h 6858000"/>
              <a:gd name="connsiteX39" fmla="*/ 676593 w 5734864"/>
              <a:gd name="connsiteY39" fmla="*/ 2176182 h 6858000"/>
              <a:gd name="connsiteX40" fmla="*/ 633227 w 5734864"/>
              <a:gd name="connsiteY40" fmla="*/ 2258036 h 6858000"/>
              <a:gd name="connsiteX41" fmla="*/ 625564 w 5734864"/>
              <a:gd name="connsiteY41" fmla="*/ 2284567 h 6858000"/>
              <a:gd name="connsiteX42" fmla="*/ 627074 w 5734864"/>
              <a:gd name="connsiteY42" fmla="*/ 2289605 h 6858000"/>
              <a:gd name="connsiteX43" fmla="*/ 614574 w 5734864"/>
              <a:gd name="connsiteY43" fmla="*/ 2308717 h 6858000"/>
              <a:gd name="connsiteX44" fmla="*/ 606890 w 5734864"/>
              <a:gd name="connsiteY44" fmla="*/ 2320662 h 6858000"/>
              <a:gd name="connsiteX45" fmla="*/ 605558 w 5734864"/>
              <a:gd name="connsiteY45" fmla="*/ 2327897 h 6858000"/>
              <a:gd name="connsiteX46" fmla="*/ 602202 w 5734864"/>
              <a:gd name="connsiteY46" fmla="*/ 2357749 h 6858000"/>
              <a:gd name="connsiteX47" fmla="*/ 600213 w 5734864"/>
              <a:gd name="connsiteY47" fmla="*/ 2364905 h 6858000"/>
              <a:gd name="connsiteX48" fmla="*/ 597160 w 5734864"/>
              <a:gd name="connsiteY48" fmla="*/ 2388351 h 6858000"/>
              <a:gd name="connsiteX49" fmla="*/ 597982 w 5734864"/>
              <a:gd name="connsiteY49" fmla="*/ 2402296 h 6858000"/>
              <a:gd name="connsiteX50" fmla="*/ 593150 w 5734864"/>
              <a:gd name="connsiteY50" fmla="*/ 2420015 h 6858000"/>
              <a:gd name="connsiteX51" fmla="*/ 592833 w 5734864"/>
              <a:gd name="connsiteY51" fmla="*/ 2422749 h 6858000"/>
              <a:gd name="connsiteX52" fmla="*/ 594479 w 5734864"/>
              <a:gd name="connsiteY52" fmla="*/ 2426002 h 6858000"/>
              <a:gd name="connsiteX53" fmla="*/ 591963 w 5734864"/>
              <a:gd name="connsiteY53" fmla="*/ 2431950 h 6858000"/>
              <a:gd name="connsiteX54" fmla="*/ 591544 w 5734864"/>
              <a:gd name="connsiteY54" fmla="*/ 2433897 h 6858000"/>
              <a:gd name="connsiteX55" fmla="*/ 589519 w 5734864"/>
              <a:gd name="connsiteY55" fmla="*/ 2451398 h 6858000"/>
              <a:gd name="connsiteX56" fmla="*/ 590037 w 5734864"/>
              <a:gd name="connsiteY56" fmla="*/ 2455536 h 6858000"/>
              <a:gd name="connsiteX57" fmla="*/ 588179 w 5734864"/>
              <a:gd name="connsiteY57" fmla="*/ 2462981 h 6858000"/>
              <a:gd name="connsiteX58" fmla="*/ 583434 w 5734864"/>
              <a:gd name="connsiteY58" fmla="*/ 2503991 h 6858000"/>
              <a:gd name="connsiteX59" fmla="*/ 567942 w 5734864"/>
              <a:gd name="connsiteY59" fmla="*/ 2652936 h 6858000"/>
              <a:gd name="connsiteX60" fmla="*/ 573869 w 5734864"/>
              <a:gd name="connsiteY60" fmla="*/ 2670188 h 6858000"/>
              <a:gd name="connsiteX61" fmla="*/ 575243 w 5734864"/>
              <a:gd name="connsiteY61" fmla="*/ 2688114 h 6858000"/>
              <a:gd name="connsiteX62" fmla="*/ 573824 w 5734864"/>
              <a:gd name="connsiteY62" fmla="*/ 2689856 h 6858000"/>
              <a:gd name="connsiteX63" fmla="*/ 570699 w 5734864"/>
              <a:gd name="connsiteY63" fmla="*/ 2709353 h 6858000"/>
              <a:gd name="connsiteX64" fmla="*/ 573192 w 5734864"/>
              <a:gd name="connsiteY64" fmla="*/ 2714527 h 6858000"/>
              <a:gd name="connsiteX65" fmla="*/ 572044 w 5734864"/>
              <a:gd name="connsiteY65" fmla="*/ 2728187 h 6858000"/>
              <a:gd name="connsiteX66" fmla="*/ 572465 w 5734864"/>
              <a:gd name="connsiteY66" fmla="*/ 2755863 h 6858000"/>
              <a:gd name="connsiteX67" fmla="*/ 570028 w 5734864"/>
              <a:gd name="connsiteY67" fmla="*/ 2760324 h 6858000"/>
              <a:gd name="connsiteX68" fmla="*/ 566748 w 5734864"/>
              <a:gd name="connsiteY68" fmla="*/ 2800948 h 6858000"/>
              <a:gd name="connsiteX69" fmla="*/ 565509 w 5734864"/>
              <a:gd name="connsiteY69" fmla="*/ 2801167 h 6858000"/>
              <a:gd name="connsiteX70" fmla="*/ 559367 w 5734864"/>
              <a:gd name="connsiteY70" fmla="*/ 2811129 h 6858000"/>
              <a:gd name="connsiteX71" fmla="*/ 550354 w 5734864"/>
              <a:gd name="connsiteY71" fmla="*/ 2830949 h 6858000"/>
              <a:gd name="connsiteX72" fmla="*/ 514795 w 5734864"/>
              <a:gd name="connsiteY72" fmla="*/ 2872433 h 6858000"/>
              <a:gd name="connsiteX73" fmla="*/ 509875 w 5734864"/>
              <a:gd name="connsiteY73" fmla="*/ 2923099 h 6858000"/>
              <a:gd name="connsiteX74" fmla="*/ 509577 w 5734864"/>
              <a:gd name="connsiteY74" fmla="*/ 2923197 h 6858000"/>
              <a:gd name="connsiteX75" fmla="*/ 507597 w 5734864"/>
              <a:gd name="connsiteY75" fmla="*/ 2931868 h 6858000"/>
              <a:gd name="connsiteX76" fmla="*/ 507379 w 5734864"/>
              <a:gd name="connsiteY76" fmla="*/ 2938322 h 6858000"/>
              <a:gd name="connsiteX77" fmla="*/ 504725 w 5734864"/>
              <a:gd name="connsiteY77" fmla="*/ 2954519 h 6858000"/>
              <a:gd name="connsiteX78" fmla="*/ 502018 w 5734864"/>
              <a:gd name="connsiteY78" fmla="*/ 2959643 h 6858000"/>
              <a:gd name="connsiteX79" fmla="*/ 498360 w 5734864"/>
              <a:gd name="connsiteY79" fmla="*/ 2961019 h 6858000"/>
              <a:gd name="connsiteX80" fmla="*/ 498483 w 5734864"/>
              <a:gd name="connsiteY80" fmla="*/ 2962590 h 6858000"/>
              <a:gd name="connsiteX81" fmla="*/ 484403 w 5734864"/>
              <a:gd name="connsiteY81" fmla="*/ 2990538 h 6858000"/>
              <a:gd name="connsiteX82" fmla="*/ 463075 w 5734864"/>
              <a:gd name="connsiteY82" fmla="*/ 3055956 h 6858000"/>
              <a:gd name="connsiteX83" fmla="*/ 455013 w 5734864"/>
              <a:gd name="connsiteY83" fmla="*/ 3094482 h 6858000"/>
              <a:gd name="connsiteX84" fmla="*/ 428391 w 5734864"/>
              <a:gd name="connsiteY84" fmla="*/ 3198850 h 6858000"/>
              <a:gd name="connsiteX85" fmla="*/ 401440 w 5734864"/>
              <a:gd name="connsiteY85" fmla="*/ 3307560 h 6858000"/>
              <a:gd name="connsiteX86" fmla="*/ 386076 w 5734864"/>
              <a:gd name="connsiteY86" fmla="*/ 3373943 h 6858000"/>
              <a:gd name="connsiteX87" fmla="*/ 374726 w 5734864"/>
              <a:gd name="connsiteY87" fmla="*/ 3381364 h 6858000"/>
              <a:gd name="connsiteX88" fmla="*/ 369145 w 5734864"/>
              <a:gd name="connsiteY88" fmla="*/ 3383729 h 6858000"/>
              <a:gd name="connsiteX89" fmla="*/ 364294 w 5734864"/>
              <a:gd name="connsiteY89" fmla="*/ 3414159 h 6858000"/>
              <a:gd name="connsiteX90" fmla="*/ 366450 w 5734864"/>
              <a:gd name="connsiteY90" fmla="*/ 3436925 h 6858000"/>
              <a:gd name="connsiteX91" fmla="*/ 351743 w 5734864"/>
              <a:gd name="connsiteY91" fmla="*/ 3521619 h 6858000"/>
              <a:gd name="connsiteX92" fmla="*/ 345784 w 5734864"/>
              <a:gd name="connsiteY92" fmla="*/ 3603757 h 6858000"/>
              <a:gd name="connsiteX93" fmla="*/ 344198 w 5734864"/>
              <a:gd name="connsiteY93" fmla="*/ 3652424 h 6858000"/>
              <a:gd name="connsiteX94" fmla="*/ 352450 w 5734864"/>
              <a:gd name="connsiteY94" fmla="*/ 3665222 h 6858000"/>
              <a:gd name="connsiteX95" fmla="*/ 342621 w 5734864"/>
              <a:gd name="connsiteY95" fmla="*/ 3700804 h 6858000"/>
              <a:gd name="connsiteX96" fmla="*/ 341514 w 5734864"/>
              <a:gd name="connsiteY96" fmla="*/ 3734774 h 6858000"/>
              <a:gd name="connsiteX97" fmla="*/ 340607 w 5734864"/>
              <a:gd name="connsiteY97" fmla="*/ 3785153 h 6858000"/>
              <a:gd name="connsiteX98" fmla="*/ 340707 w 5734864"/>
              <a:gd name="connsiteY98" fmla="*/ 3788177 h 6858000"/>
              <a:gd name="connsiteX99" fmla="*/ 340361 w 5734864"/>
              <a:gd name="connsiteY99" fmla="*/ 3798803 h 6858000"/>
              <a:gd name="connsiteX100" fmla="*/ 339642 w 5734864"/>
              <a:gd name="connsiteY100" fmla="*/ 3838750 h 6858000"/>
              <a:gd name="connsiteX101" fmla="*/ 360295 w 5734864"/>
              <a:gd name="connsiteY101" fmla="*/ 4015196 h 6858000"/>
              <a:gd name="connsiteX102" fmla="*/ 339043 w 5734864"/>
              <a:gd name="connsiteY102" fmla="*/ 4052778 h 6858000"/>
              <a:gd name="connsiteX103" fmla="*/ 339343 w 5734864"/>
              <a:gd name="connsiteY103" fmla="*/ 4096257 h 6858000"/>
              <a:gd name="connsiteX104" fmla="*/ 340786 w 5734864"/>
              <a:gd name="connsiteY104" fmla="*/ 4321136 h 6858000"/>
              <a:gd name="connsiteX105" fmla="*/ 343158 w 5734864"/>
              <a:gd name="connsiteY105" fmla="*/ 4429174 h 6858000"/>
              <a:gd name="connsiteX106" fmla="*/ 334599 w 5734864"/>
              <a:gd name="connsiteY106" fmla="*/ 4449938 h 6858000"/>
              <a:gd name="connsiteX107" fmla="*/ 332890 w 5734864"/>
              <a:gd name="connsiteY107" fmla="*/ 4453515 h 6858000"/>
              <a:gd name="connsiteX108" fmla="*/ 331105 w 5734864"/>
              <a:gd name="connsiteY108" fmla="*/ 4467941 h 6858000"/>
              <a:gd name="connsiteX109" fmla="*/ 324289 w 5734864"/>
              <a:gd name="connsiteY109" fmla="*/ 4471861 h 6858000"/>
              <a:gd name="connsiteX110" fmla="*/ 317079 w 5734864"/>
              <a:gd name="connsiteY110" fmla="*/ 4493468 h 6858000"/>
              <a:gd name="connsiteX111" fmla="*/ 315557 w 5734864"/>
              <a:gd name="connsiteY111" fmla="*/ 4520067 h 6858000"/>
              <a:gd name="connsiteX112" fmla="*/ 315240 w 5734864"/>
              <a:gd name="connsiteY112" fmla="*/ 4536872 h 6858000"/>
              <a:gd name="connsiteX113" fmla="*/ 316200 w 5734864"/>
              <a:gd name="connsiteY113" fmla="*/ 4538297 h 6858000"/>
              <a:gd name="connsiteX114" fmla="*/ 317507 w 5734864"/>
              <a:gd name="connsiteY114" fmla="*/ 4547582 h 6858000"/>
              <a:gd name="connsiteX115" fmla="*/ 323078 w 5734864"/>
              <a:gd name="connsiteY115" fmla="*/ 4592102 h 6858000"/>
              <a:gd name="connsiteX116" fmla="*/ 328722 w 5734864"/>
              <a:gd name="connsiteY116" fmla="*/ 4667914 h 6858000"/>
              <a:gd name="connsiteX117" fmla="*/ 335597 w 5734864"/>
              <a:gd name="connsiteY117" fmla="*/ 4695035 h 6858000"/>
              <a:gd name="connsiteX118" fmla="*/ 339485 w 5734864"/>
              <a:gd name="connsiteY118" fmla="*/ 4695979 h 6858000"/>
              <a:gd name="connsiteX119" fmla="*/ 341089 w 5734864"/>
              <a:gd name="connsiteY119" fmla="*/ 4704268 h 6858000"/>
              <a:gd name="connsiteX120" fmla="*/ 342177 w 5734864"/>
              <a:gd name="connsiteY120" fmla="*/ 4706060 h 6858000"/>
              <a:gd name="connsiteX121" fmla="*/ 347751 w 5734864"/>
              <a:gd name="connsiteY121" fmla="*/ 4716754 h 6858000"/>
              <a:gd name="connsiteX122" fmla="*/ 344125 w 5734864"/>
              <a:gd name="connsiteY122" fmla="*/ 4764669 h 6858000"/>
              <a:gd name="connsiteX123" fmla="*/ 340188 w 5734864"/>
              <a:gd name="connsiteY123" fmla="*/ 4779386 h 6858000"/>
              <a:gd name="connsiteX124" fmla="*/ 335146 w 5734864"/>
              <a:gd name="connsiteY124" fmla="*/ 4787491 h 6858000"/>
              <a:gd name="connsiteX125" fmla="*/ 319124 w 5734864"/>
              <a:gd name="connsiteY125" fmla="*/ 4843514 h 6858000"/>
              <a:gd name="connsiteX126" fmla="*/ 305956 w 5734864"/>
              <a:gd name="connsiteY126" fmla="*/ 4881505 h 6858000"/>
              <a:gd name="connsiteX127" fmla="*/ 301062 w 5734864"/>
              <a:gd name="connsiteY127" fmla="*/ 4889332 h 6858000"/>
              <a:gd name="connsiteX128" fmla="*/ 302141 w 5734864"/>
              <a:gd name="connsiteY128" fmla="*/ 4899400 h 6858000"/>
              <a:gd name="connsiteX129" fmla="*/ 304424 w 5734864"/>
              <a:gd name="connsiteY129" fmla="*/ 4902664 h 6858000"/>
              <a:gd name="connsiteX130" fmla="*/ 293123 w 5734864"/>
              <a:gd name="connsiteY130" fmla="*/ 4932769 h 6858000"/>
              <a:gd name="connsiteX131" fmla="*/ 292275 w 5734864"/>
              <a:gd name="connsiteY131" fmla="*/ 4936482 h 6858000"/>
              <a:gd name="connsiteX132" fmla="*/ 288304 w 5734864"/>
              <a:gd name="connsiteY132" fmla="*/ 4962325 h 6858000"/>
              <a:gd name="connsiteX133" fmla="*/ 287420 w 5734864"/>
              <a:gd name="connsiteY133" fmla="*/ 5042193 h 6858000"/>
              <a:gd name="connsiteX134" fmla="*/ 287020 w 5734864"/>
              <a:gd name="connsiteY134" fmla="*/ 5065655 h 6858000"/>
              <a:gd name="connsiteX135" fmla="*/ 288488 w 5734864"/>
              <a:gd name="connsiteY135" fmla="*/ 5082216 h 6858000"/>
              <a:gd name="connsiteX136" fmla="*/ 282763 w 5734864"/>
              <a:gd name="connsiteY136" fmla="*/ 5127114 h 6858000"/>
              <a:gd name="connsiteX137" fmla="*/ 269316 w 5734864"/>
              <a:gd name="connsiteY137" fmla="*/ 5202682 h 6858000"/>
              <a:gd name="connsiteX138" fmla="*/ 269174 w 5734864"/>
              <a:gd name="connsiteY138" fmla="*/ 5230835 h 6858000"/>
              <a:gd name="connsiteX139" fmla="*/ 272679 w 5734864"/>
              <a:gd name="connsiteY139" fmla="*/ 5232660 h 6858000"/>
              <a:gd name="connsiteX140" fmla="*/ 272160 w 5734864"/>
              <a:gd name="connsiteY140" fmla="*/ 5241150 h 6858000"/>
              <a:gd name="connsiteX141" fmla="*/ 272760 w 5734864"/>
              <a:gd name="connsiteY141" fmla="*/ 5243156 h 6858000"/>
              <a:gd name="connsiteX142" fmla="*/ 275462 w 5734864"/>
              <a:gd name="connsiteY142" fmla="*/ 5254919 h 6858000"/>
              <a:gd name="connsiteX143" fmla="*/ 262897 w 5734864"/>
              <a:gd name="connsiteY143" fmla="*/ 5286259 h 6858000"/>
              <a:gd name="connsiteX144" fmla="*/ 252761 w 5734864"/>
              <a:gd name="connsiteY144" fmla="*/ 5357801 h 6858000"/>
              <a:gd name="connsiteX145" fmla="*/ 242360 w 5734864"/>
              <a:gd name="connsiteY145" fmla="*/ 5460080 h 6858000"/>
              <a:gd name="connsiteX146" fmla="*/ 229880 w 5734864"/>
              <a:gd name="connsiteY146" fmla="*/ 5539714 h 6858000"/>
              <a:gd name="connsiteX147" fmla="*/ 204283 w 5734864"/>
              <a:gd name="connsiteY147" fmla="*/ 5639080 h 6858000"/>
              <a:gd name="connsiteX148" fmla="*/ 198948 w 5734864"/>
              <a:gd name="connsiteY148" fmla="*/ 5710958 h 6858000"/>
              <a:gd name="connsiteX149" fmla="*/ 192367 w 5734864"/>
              <a:gd name="connsiteY149" fmla="*/ 5719859 h 6858000"/>
              <a:gd name="connsiteX150" fmla="*/ 188035 w 5734864"/>
              <a:gd name="connsiteY150" fmla="*/ 5729935 h 6858000"/>
              <a:gd name="connsiteX151" fmla="*/ 188428 w 5734864"/>
              <a:gd name="connsiteY151" fmla="*/ 5731182 h 6858000"/>
              <a:gd name="connsiteX152" fmla="*/ 181635 w 5734864"/>
              <a:gd name="connsiteY152" fmla="*/ 5753538 h 6858000"/>
              <a:gd name="connsiteX153" fmla="*/ 169744 w 5734864"/>
              <a:gd name="connsiteY153" fmla="*/ 5796307 h 6858000"/>
              <a:gd name="connsiteX154" fmla="*/ 170351 w 5734864"/>
              <a:gd name="connsiteY154" fmla="*/ 5796644 h 6858000"/>
              <a:gd name="connsiteX155" fmla="*/ 171559 w 5734864"/>
              <a:gd name="connsiteY155" fmla="*/ 5803435 h 6858000"/>
              <a:gd name="connsiteX156" fmla="*/ 172284 w 5734864"/>
              <a:gd name="connsiteY156" fmla="*/ 5816391 h 6858000"/>
              <a:gd name="connsiteX157" fmla="*/ 182542 w 5734864"/>
              <a:gd name="connsiteY157" fmla="*/ 5846382 h 6858000"/>
              <a:gd name="connsiteX158" fmla="*/ 175877 w 5734864"/>
              <a:gd name="connsiteY158" fmla="*/ 5871336 h 6858000"/>
              <a:gd name="connsiteX159" fmla="*/ 174910 w 5734864"/>
              <a:gd name="connsiteY159" fmla="*/ 5876376 h 6858000"/>
              <a:gd name="connsiteX160" fmla="*/ 175047 w 5734864"/>
              <a:gd name="connsiteY160" fmla="*/ 5876483 h 6858000"/>
              <a:gd name="connsiteX161" fmla="*/ 174335 w 5734864"/>
              <a:gd name="connsiteY161" fmla="*/ 5881814 h 6858000"/>
              <a:gd name="connsiteX162" fmla="*/ 171273 w 5734864"/>
              <a:gd name="connsiteY162" fmla="*/ 5895339 h 6858000"/>
              <a:gd name="connsiteX163" fmla="*/ 171658 w 5734864"/>
              <a:gd name="connsiteY163" fmla="*/ 5898749 h 6858000"/>
              <a:gd name="connsiteX164" fmla="*/ 174658 w 5734864"/>
              <a:gd name="connsiteY164" fmla="*/ 5919558 h 6858000"/>
              <a:gd name="connsiteX165" fmla="*/ 169099 w 5734864"/>
              <a:gd name="connsiteY165" fmla="*/ 5984417 h 6858000"/>
              <a:gd name="connsiteX166" fmla="*/ 162007 w 5734864"/>
              <a:gd name="connsiteY166" fmla="*/ 6049043 h 6858000"/>
              <a:gd name="connsiteX167" fmla="*/ 156875 w 5734864"/>
              <a:gd name="connsiteY167" fmla="*/ 6114000 h 6858000"/>
              <a:gd name="connsiteX168" fmla="*/ 165441 w 5734864"/>
              <a:gd name="connsiteY168" fmla="*/ 6146938 h 6858000"/>
              <a:gd name="connsiteX169" fmla="*/ 165177 w 5734864"/>
              <a:gd name="connsiteY169" fmla="*/ 6150658 h 6858000"/>
              <a:gd name="connsiteX170" fmla="*/ 161772 w 5734864"/>
              <a:gd name="connsiteY170" fmla="*/ 6160011 h 6858000"/>
              <a:gd name="connsiteX171" fmla="*/ 160051 w 5734864"/>
              <a:gd name="connsiteY171" fmla="*/ 6163393 h 6858000"/>
              <a:gd name="connsiteX172" fmla="*/ 158473 w 5734864"/>
              <a:gd name="connsiteY172" fmla="*/ 6168628 h 6858000"/>
              <a:gd name="connsiteX173" fmla="*/ 158573 w 5734864"/>
              <a:gd name="connsiteY173" fmla="*/ 6168799 h 6858000"/>
              <a:gd name="connsiteX174" fmla="*/ 146463 w 5734864"/>
              <a:gd name="connsiteY174" fmla="*/ 6196671 h 6858000"/>
              <a:gd name="connsiteX175" fmla="*/ 150209 w 5734864"/>
              <a:gd name="connsiteY175" fmla="*/ 6232365 h 6858000"/>
              <a:gd name="connsiteX176" fmla="*/ 148544 w 5734864"/>
              <a:gd name="connsiteY176" fmla="*/ 6246162 h 6858000"/>
              <a:gd name="connsiteX177" fmla="*/ 148403 w 5734864"/>
              <a:gd name="connsiteY177" fmla="*/ 6253754 h 6858000"/>
              <a:gd name="connsiteX178" fmla="*/ 138880 w 5734864"/>
              <a:gd name="connsiteY178" fmla="*/ 6276449 h 6858000"/>
              <a:gd name="connsiteX179" fmla="*/ 138683 w 5734864"/>
              <a:gd name="connsiteY179" fmla="*/ 6279721 h 6858000"/>
              <a:gd name="connsiteX180" fmla="*/ 130721 w 5734864"/>
              <a:gd name="connsiteY180" fmla="*/ 6293675 h 6858000"/>
              <a:gd name="connsiteX181" fmla="*/ 120717 w 5734864"/>
              <a:gd name="connsiteY181" fmla="*/ 6313967 h 6858000"/>
              <a:gd name="connsiteX182" fmla="*/ 120841 w 5734864"/>
              <a:gd name="connsiteY182" fmla="*/ 6315437 h 6858000"/>
              <a:gd name="connsiteX183" fmla="*/ 115208 w 5734864"/>
              <a:gd name="connsiteY183" fmla="*/ 6324024 h 6858000"/>
              <a:gd name="connsiteX184" fmla="*/ 101217 w 5734864"/>
              <a:gd name="connsiteY184" fmla="*/ 6365923 h 6858000"/>
              <a:gd name="connsiteX185" fmla="*/ 74946 w 5734864"/>
              <a:gd name="connsiteY185" fmla="*/ 6556817 h 6858000"/>
              <a:gd name="connsiteX186" fmla="*/ 16001 w 5734864"/>
              <a:gd name="connsiteY186" fmla="*/ 6808678 h 6858000"/>
              <a:gd name="connsiteX187" fmla="*/ 0 w 5734864"/>
              <a:gd name="connsiteY187" fmla="*/ 6858000 h 6858000"/>
              <a:gd name="connsiteX188" fmla="*/ 5734864 w 5734864"/>
              <a:gd name="connsiteY188" fmla="*/ 685800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4660 w 5734864"/>
              <a:gd name="connsiteY33" fmla="*/ 1982709 h 6858000"/>
              <a:gd name="connsiteX34" fmla="*/ 710759 w 5734864"/>
              <a:gd name="connsiteY34" fmla="*/ 2013010 h 6858000"/>
              <a:gd name="connsiteX35" fmla="*/ 697927 w 5734864"/>
              <a:gd name="connsiteY35" fmla="*/ 2069833 h 6858000"/>
              <a:gd name="connsiteX36" fmla="*/ 693594 w 5734864"/>
              <a:gd name="connsiteY36" fmla="*/ 2103731 h 6858000"/>
              <a:gd name="connsiteX37" fmla="*/ 691109 w 5734864"/>
              <a:gd name="connsiteY37" fmla="*/ 2124027 h 6858000"/>
              <a:gd name="connsiteX38" fmla="*/ 676593 w 5734864"/>
              <a:gd name="connsiteY38" fmla="*/ 2176182 h 6858000"/>
              <a:gd name="connsiteX39" fmla="*/ 633227 w 5734864"/>
              <a:gd name="connsiteY39" fmla="*/ 2258036 h 6858000"/>
              <a:gd name="connsiteX40" fmla="*/ 625564 w 5734864"/>
              <a:gd name="connsiteY40" fmla="*/ 2284567 h 6858000"/>
              <a:gd name="connsiteX41" fmla="*/ 627074 w 5734864"/>
              <a:gd name="connsiteY41" fmla="*/ 2289605 h 6858000"/>
              <a:gd name="connsiteX42" fmla="*/ 614574 w 5734864"/>
              <a:gd name="connsiteY42" fmla="*/ 2308717 h 6858000"/>
              <a:gd name="connsiteX43" fmla="*/ 606890 w 5734864"/>
              <a:gd name="connsiteY43" fmla="*/ 2320662 h 6858000"/>
              <a:gd name="connsiteX44" fmla="*/ 605558 w 5734864"/>
              <a:gd name="connsiteY44" fmla="*/ 2327897 h 6858000"/>
              <a:gd name="connsiteX45" fmla="*/ 602202 w 5734864"/>
              <a:gd name="connsiteY45" fmla="*/ 2357749 h 6858000"/>
              <a:gd name="connsiteX46" fmla="*/ 600213 w 5734864"/>
              <a:gd name="connsiteY46" fmla="*/ 2364905 h 6858000"/>
              <a:gd name="connsiteX47" fmla="*/ 597160 w 5734864"/>
              <a:gd name="connsiteY47" fmla="*/ 2388351 h 6858000"/>
              <a:gd name="connsiteX48" fmla="*/ 597982 w 5734864"/>
              <a:gd name="connsiteY48" fmla="*/ 2402296 h 6858000"/>
              <a:gd name="connsiteX49" fmla="*/ 593150 w 5734864"/>
              <a:gd name="connsiteY49" fmla="*/ 2420015 h 6858000"/>
              <a:gd name="connsiteX50" fmla="*/ 592833 w 5734864"/>
              <a:gd name="connsiteY50" fmla="*/ 2422749 h 6858000"/>
              <a:gd name="connsiteX51" fmla="*/ 594479 w 5734864"/>
              <a:gd name="connsiteY51" fmla="*/ 2426002 h 6858000"/>
              <a:gd name="connsiteX52" fmla="*/ 591963 w 5734864"/>
              <a:gd name="connsiteY52" fmla="*/ 2431950 h 6858000"/>
              <a:gd name="connsiteX53" fmla="*/ 591544 w 5734864"/>
              <a:gd name="connsiteY53" fmla="*/ 2433897 h 6858000"/>
              <a:gd name="connsiteX54" fmla="*/ 589519 w 5734864"/>
              <a:gd name="connsiteY54" fmla="*/ 2451398 h 6858000"/>
              <a:gd name="connsiteX55" fmla="*/ 590037 w 5734864"/>
              <a:gd name="connsiteY55" fmla="*/ 2455536 h 6858000"/>
              <a:gd name="connsiteX56" fmla="*/ 588179 w 5734864"/>
              <a:gd name="connsiteY56" fmla="*/ 2462981 h 6858000"/>
              <a:gd name="connsiteX57" fmla="*/ 583434 w 5734864"/>
              <a:gd name="connsiteY57" fmla="*/ 2503991 h 6858000"/>
              <a:gd name="connsiteX58" fmla="*/ 567942 w 5734864"/>
              <a:gd name="connsiteY58" fmla="*/ 2652936 h 6858000"/>
              <a:gd name="connsiteX59" fmla="*/ 573869 w 5734864"/>
              <a:gd name="connsiteY59" fmla="*/ 2670188 h 6858000"/>
              <a:gd name="connsiteX60" fmla="*/ 575243 w 5734864"/>
              <a:gd name="connsiteY60" fmla="*/ 2688114 h 6858000"/>
              <a:gd name="connsiteX61" fmla="*/ 573824 w 5734864"/>
              <a:gd name="connsiteY61" fmla="*/ 2689856 h 6858000"/>
              <a:gd name="connsiteX62" fmla="*/ 570699 w 5734864"/>
              <a:gd name="connsiteY62" fmla="*/ 2709353 h 6858000"/>
              <a:gd name="connsiteX63" fmla="*/ 573192 w 5734864"/>
              <a:gd name="connsiteY63" fmla="*/ 2714527 h 6858000"/>
              <a:gd name="connsiteX64" fmla="*/ 572044 w 5734864"/>
              <a:gd name="connsiteY64" fmla="*/ 2728187 h 6858000"/>
              <a:gd name="connsiteX65" fmla="*/ 572465 w 5734864"/>
              <a:gd name="connsiteY65" fmla="*/ 2755863 h 6858000"/>
              <a:gd name="connsiteX66" fmla="*/ 570028 w 5734864"/>
              <a:gd name="connsiteY66" fmla="*/ 2760324 h 6858000"/>
              <a:gd name="connsiteX67" fmla="*/ 566748 w 5734864"/>
              <a:gd name="connsiteY67" fmla="*/ 2800948 h 6858000"/>
              <a:gd name="connsiteX68" fmla="*/ 565509 w 5734864"/>
              <a:gd name="connsiteY68" fmla="*/ 2801167 h 6858000"/>
              <a:gd name="connsiteX69" fmla="*/ 559367 w 5734864"/>
              <a:gd name="connsiteY69" fmla="*/ 2811129 h 6858000"/>
              <a:gd name="connsiteX70" fmla="*/ 550354 w 5734864"/>
              <a:gd name="connsiteY70" fmla="*/ 2830949 h 6858000"/>
              <a:gd name="connsiteX71" fmla="*/ 514795 w 5734864"/>
              <a:gd name="connsiteY71" fmla="*/ 2872433 h 6858000"/>
              <a:gd name="connsiteX72" fmla="*/ 509875 w 5734864"/>
              <a:gd name="connsiteY72" fmla="*/ 2923099 h 6858000"/>
              <a:gd name="connsiteX73" fmla="*/ 509577 w 5734864"/>
              <a:gd name="connsiteY73" fmla="*/ 2923197 h 6858000"/>
              <a:gd name="connsiteX74" fmla="*/ 507597 w 5734864"/>
              <a:gd name="connsiteY74" fmla="*/ 2931868 h 6858000"/>
              <a:gd name="connsiteX75" fmla="*/ 507379 w 5734864"/>
              <a:gd name="connsiteY75" fmla="*/ 2938322 h 6858000"/>
              <a:gd name="connsiteX76" fmla="*/ 504725 w 5734864"/>
              <a:gd name="connsiteY76" fmla="*/ 2954519 h 6858000"/>
              <a:gd name="connsiteX77" fmla="*/ 502018 w 5734864"/>
              <a:gd name="connsiteY77" fmla="*/ 2959643 h 6858000"/>
              <a:gd name="connsiteX78" fmla="*/ 498360 w 5734864"/>
              <a:gd name="connsiteY78" fmla="*/ 2961019 h 6858000"/>
              <a:gd name="connsiteX79" fmla="*/ 498483 w 5734864"/>
              <a:gd name="connsiteY79" fmla="*/ 2962590 h 6858000"/>
              <a:gd name="connsiteX80" fmla="*/ 484403 w 5734864"/>
              <a:gd name="connsiteY80" fmla="*/ 2990538 h 6858000"/>
              <a:gd name="connsiteX81" fmla="*/ 463075 w 5734864"/>
              <a:gd name="connsiteY81" fmla="*/ 3055956 h 6858000"/>
              <a:gd name="connsiteX82" fmla="*/ 455013 w 5734864"/>
              <a:gd name="connsiteY82" fmla="*/ 3094482 h 6858000"/>
              <a:gd name="connsiteX83" fmla="*/ 428391 w 5734864"/>
              <a:gd name="connsiteY83" fmla="*/ 3198850 h 6858000"/>
              <a:gd name="connsiteX84" fmla="*/ 401440 w 5734864"/>
              <a:gd name="connsiteY84" fmla="*/ 3307560 h 6858000"/>
              <a:gd name="connsiteX85" fmla="*/ 386076 w 5734864"/>
              <a:gd name="connsiteY85" fmla="*/ 3373943 h 6858000"/>
              <a:gd name="connsiteX86" fmla="*/ 374726 w 5734864"/>
              <a:gd name="connsiteY86" fmla="*/ 3381364 h 6858000"/>
              <a:gd name="connsiteX87" fmla="*/ 369145 w 5734864"/>
              <a:gd name="connsiteY87" fmla="*/ 3383729 h 6858000"/>
              <a:gd name="connsiteX88" fmla="*/ 364294 w 5734864"/>
              <a:gd name="connsiteY88" fmla="*/ 3414159 h 6858000"/>
              <a:gd name="connsiteX89" fmla="*/ 366450 w 5734864"/>
              <a:gd name="connsiteY89" fmla="*/ 3436925 h 6858000"/>
              <a:gd name="connsiteX90" fmla="*/ 351743 w 5734864"/>
              <a:gd name="connsiteY90" fmla="*/ 3521619 h 6858000"/>
              <a:gd name="connsiteX91" fmla="*/ 345784 w 5734864"/>
              <a:gd name="connsiteY91" fmla="*/ 3603757 h 6858000"/>
              <a:gd name="connsiteX92" fmla="*/ 344198 w 5734864"/>
              <a:gd name="connsiteY92" fmla="*/ 3652424 h 6858000"/>
              <a:gd name="connsiteX93" fmla="*/ 352450 w 5734864"/>
              <a:gd name="connsiteY93" fmla="*/ 3665222 h 6858000"/>
              <a:gd name="connsiteX94" fmla="*/ 342621 w 5734864"/>
              <a:gd name="connsiteY94" fmla="*/ 3700804 h 6858000"/>
              <a:gd name="connsiteX95" fmla="*/ 341514 w 5734864"/>
              <a:gd name="connsiteY95" fmla="*/ 3734774 h 6858000"/>
              <a:gd name="connsiteX96" fmla="*/ 340607 w 5734864"/>
              <a:gd name="connsiteY96" fmla="*/ 3785153 h 6858000"/>
              <a:gd name="connsiteX97" fmla="*/ 340707 w 5734864"/>
              <a:gd name="connsiteY97" fmla="*/ 3788177 h 6858000"/>
              <a:gd name="connsiteX98" fmla="*/ 340361 w 5734864"/>
              <a:gd name="connsiteY98" fmla="*/ 3798803 h 6858000"/>
              <a:gd name="connsiteX99" fmla="*/ 339642 w 5734864"/>
              <a:gd name="connsiteY99" fmla="*/ 3838750 h 6858000"/>
              <a:gd name="connsiteX100" fmla="*/ 360295 w 5734864"/>
              <a:gd name="connsiteY100" fmla="*/ 4015196 h 6858000"/>
              <a:gd name="connsiteX101" fmla="*/ 339043 w 5734864"/>
              <a:gd name="connsiteY101" fmla="*/ 4052778 h 6858000"/>
              <a:gd name="connsiteX102" fmla="*/ 339343 w 5734864"/>
              <a:gd name="connsiteY102" fmla="*/ 4096257 h 6858000"/>
              <a:gd name="connsiteX103" fmla="*/ 340786 w 5734864"/>
              <a:gd name="connsiteY103" fmla="*/ 4321136 h 6858000"/>
              <a:gd name="connsiteX104" fmla="*/ 343158 w 5734864"/>
              <a:gd name="connsiteY104" fmla="*/ 4429174 h 6858000"/>
              <a:gd name="connsiteX105" fmla="*/ 334599 w 5734864"/>
              <a:gd name="connsiteY105" fmla="*/ 4449938 h 6858000"/>
              <a:gd name="connsiteX106" fmla="*/ 332890 w 5734864"/>
              <a:gd name="connsiteY106" fmla="*/ 4453515 h 6858000"/>
              <a:gd name="connsiteX107" fmla="*/ 331105 w 5734864"/>
              <a:gd name="connsiteY107" fmla="*/ 4467941 h 6858000"/>
              <a:gd name="connsiteX108" fmla="*/ 324289 w 5734864"/>
              <a:gd name="connsiteY108" fmla="*/ 4471861 h 6858000"/>
              <a:gd name="connsiteX109" fmla="*/ 317079 w 5734864"/>
              <a:gd name="connsiteY109" fmla="*/ 4493468 h 6858000"/>
              <a:gd name="connsiteX110" fmla="*/ 315557 w 5734864"/>
              <a:gd name="connsiteY110" fmla="*/ 4520067 h 6858000"/>
              <a:gd name="connsiteX111" fmla="*/ 315240 w 5734864"/>
              <a:gd name="connsiteY111" fmla="*/ 4536872 h 6858000"/>
              <a:gd name="connsiteX112" fmla="*/ 316200 w 5734864"/>
              <a:gd name="connsiteY112" fmla="*/ 4538297 h 6858000"/>
              <a:gd name="connsiteX113" fmla="*/ 317507 w 5734864"/>
              <a:gd name="connsiteY113" fmla="*/ 4547582 h 6858000"/>
              <a:gd name="connsiteX114" fmla="*/ 323078 w 5734864"/>
              <a:gd name="connsiteY114" fmla="*/ 4592102 h 6858000"/>
              <a:gd name="connsiteX115" fmla="*/ 328722 w 5734864"/>
              <a:gd name="connsiteY115" fmla="*/ 4667914 h 6858000"/>
              <a:gd name="connsiteX116" fmla="*/ 335597 w 5734864"/>
              <a:gd name="connsiteY116" fmla="*/ 4695035 h 6858000"/>
              <a:gd name="connsiteX117" fmla="*/ 339485 w 5734864"/>
              <a:gd name="connsiteY117" fmla="*/ 4695979 h 6858000"/>
              <a:gd name="connsiteX118" fmla="*/ 341089 w 5734864"/>
              <a:gd name="connsiteY118" fmla="*/ 4704268 h 6858000"/>
              <a:gd name="connsiteX119" fmla="*/ 342177 w 5734864"/>
              <a:gd name="connsiteY119" fmla="*/ 4706060 h 6858000"/>
              <a:gd name="connsiteX120" fmla="*/ 347751 w 5734864"/>
              <a:gd name="connsiteY120" fmla="*/ 4716754 h 6858000"/>
              <a:gd name="connsiteX121" fmla="*/ 344125 w 5734864"/>
              <a:gd name="connsiteY121" fmla="*/ 4764669 h 6858000"/>
              <a:gd name="connsiteX122" fmla="*/ 340188 w 5734864"/>
              <a:gd name="connsiteY122" fmla="*/ 4779386 h 6858000"/>
              <a:gd name="connsiteX123" fmla="*/ 335146 w 5734864"/>
              <a:gd name="connsiteY123" fmla="*/ 4787491 h 6858000"/>
              <a:gd name="connsiteX124" fmla="*/ 319124 w 5734864"/>
              <a:gd name="connsiteY124" fmla="*/ 4843514 h 6858000"/>
              <a:gd name="connsiteX125" fmla="*/ 305956 w 5734864"/>
              <a:gd name="connsiteY125" fmla="*/ 4881505 h 6858000"/>
              <a:gd name="connsiteX126" fmla="*/ 301062 w 5734864"/>
              <a:gd name="connsiteY126" fmla="*/ 4889332 h 6858000"/>
              <a:gd name="connsiteX127" fmla="*/ 302141 w 5734864"/>
              <a:gd name="connsiteY127" fmla="*/ 4899400 h 6858000"/>
              <a:gd name="connsiteX128" fmla="*/ 304424 w 5734864"/>
              <a:gd name="connsiteY128" fmla="*/ 4902664 h 6858000"/>
              <a:gd name="connsiteX129" fmla="*/ 293123 w 5734864"/>
              <a:gd name="connsiteY129" fmla="*/ 4932769 h 6858000"/>
              <a:gd name="connsiteX130" fmla="*/ 292275 w 5734864"/>
              <a:gd name="connsiteY130" fmla="*/ 4936482 h 6858000"/>
              <a:gd name="connsiteX131" fmla="*/ 288304 w 5734864"/>
              <a:gd name="connsiteY131" fmla="*/ 4962325 h 6858000"/>
              <a:gd name="connsiteX132" fmla="*/ 287420 w 5734864"/>
              <a:gd name="connsiteY132" fmla="*/ 5042193 h 6858000"/>
              <a:gd name="connsiteX133" fmla="*/ 287020 w 5734864"/>
              <a:gd name="connsiteY133" fmla="*/ 5065655 h 6858000"/>
              <a:gd name="connsiteX134" fmla="*/ 288488 w 5734864"/>
              <a:gd name="connsiteY134" fmla="*/ 5082216 h 6858000"/>
              <a:gd name="connsiteX135" fmla="*/ 282763 w 5734864"/>
              <a:gd name="connsiteY135" fmla="*/ 5127114 h 6858000"/>
              <a:gd name="connsiteX136" fmla="*/ 269316 w 5734864"/>
              <a:gd name="connsiteY136" fmla="*/ 5202682 h 6858000"/>
              <a:gd name="connsiteX137" fmla="*/ 269174 w 5734864"/>
              <a:gd name="connsiteY137" fmla="*/ 5230835 h 6858000"/>
              <a:gd name="connsiteX138" fmla="*/ 272679 w 5734864"/>
              <a:gd name="connsiteY138" fmla="*/ 5232660 h 6858000"/>
              <a:gd name="connsiteX139" fmla="*/ 272160 w 5734864"/>
              <a:gd name="connsiteY139" fmla="*/ 5241150 h 6858000"/>
              <a:gd name="connsiteX140" fmla="*/ 272760 w 5734864"/>
              <a:gd name="connsiteY140" fmla="*/ 5243156 h 6858000"/>
              <a:gd name="connsiteX141" fmla="*/ 275462 w 5734864"/>
              <a:gd name="connsiteY141" fmla="*/ 5254919 h 6858000"/>
              <a:gd name="connsiteX142" fmla="*/ 262897 w 5734864"/>
              <a:gd name="connsiteY142" fmla="*/ 5286259 h 6858000"/>
              <a:gd name="connsiteX143" fmla="*/ 252761 w 5734864"/>
              <a:gd name="connsiteY143" fmla="*/ 5357801 h 6858000"/>
              <a:gd name="connsiteX144" fmla="*/ 242360 w 5734864"/>
              <a:gd name="connsiteY144" fmla="*/ 5460080 h 6858000"/>
              <a:gd name="connsiteX145" fmla="*/ 229880 w 5734864"/>
              <a:gd name="connsiteY145" fmla="*/ 5539714 h 6858000"/>
              <a:gd name="connsiteX146" fmla="*/ 204283 w 5734864"/>
              <a:gd name="connsiteY146" fmla="*/ 5639080 h 6858000"/>
              <a:gd name="connsiteX147" fmla="*/ 198948 w 5734864"/>
              <a:gd name="connsiteY147" fmla="*/ 5710958 h 6858000"/>
              <a:gd name="connsiteX148" fmla="*/ 192367 w 5734864"/>
              <a:gd name="connsiteY148" fmla="*/ 5719859 h 6858000"/>
              <a:gd name="connsiteX149" fmla="*/ 188035 w 5734864"/>
              <a:gd name="connsiteY149" fmla="*/ 5729935 h 6858000"/>
              <a:gd name="connsiteX150" fmla="*/ 188428 w 5734864"/>
              <a:gd name="connsiteY150" fmla="*/ 5731182 h 6858000"/>
              <a:gd name="connsiteX151" fmla="*/ 181635 w 5734864"/>
              <a:gd name="connsiteY151" fmla="*/ 5753538 h 6858000"/>
              <a:gd name="connsiteX152" fmla="*/ 169744 w 5734864"/>
              <a:gd name="connsiteY152" fmla="*/ 5796307 h 6858000"/>
              <a:gd name="connsiteX153" fmla="*/ 170351 w 5734864"/>
              <a:gd name="connsiteY153" fmla="*/ 5796644 h 6858000"/>
              <a:gd name="connsiteX154" fmla="*/ 171559 w 5734864"/>
              <a:gd name="connsiteY154" fmla="*/ 5803435 h 6858000"/>
              <a:gd name="connsiteX155" fmla="*/ 172284 w 5734864"/>
              <a:gd name="connsiteY155" fmla="*/ 5816391 h 6858000"/>
              <a:gd name="connsiteX156" fmla="*/ 182542 w 5734864"/>
              <a:gd name="connsiteY156" fmla="*/ 5846382 h 6858000"/>
              <a:gd name="connsiteX157" fmla="*/ 175877 w 5734864"/>
              <a:gd name="connsiteY157" fmla="*/ 5871336 h 6858000"/>
              <a:gd name="connsiteX158" fmla="*/ 174910 w 5734864"/>
              <a:gd name="connsiteY158" fmla="*/ 5876376 h 6858000"/>
              <a:gd name="connsiteX159" fmla="*/ 175047 w 5734864"/>
              <a:gd name="connsiteY159" fmla="*/ 5876483 h 6858000"/>
              <a:gd name="connsiteX160" fmla="*/ 174335 w 5734864"/>
              <a:gd name="connsiteY160" fmla="*/ 5881814 h 6858000"/>
              <a:gd name="connsiteX161" fmla="*/ 171273 w 5734864"/>
              <a:gd name="connsiteY161" fmla="*/ 5895339 h 6858000"/>
              <a:gd name="connsiteX162" fmla="*/ 171658 w 5734864"/>
              <a:gd name="connsiteY162" fmla="*/ 5898749 h 6858000"/>
              <a:gd name="connsiteX163" fmla="*/ 174658 w 5734864"/>
              <a:gd name="connsiteY163" fmla="*/ 5919558 h 6858000"/>
              <a:gd name="connsiteX164" fmla="*/ 169099 w 5734864"/>
              <a:gd name="connsiteY164" fmla="*/ 5984417 h 6858000"/>
              <a:gd name="connsiteX165" fmla="*/ 162007 w 5734864"/>
              <a:gd name="connsiteY165" fmla="*/ 6049043 h 6858000"/>
              <a:gd name="connsiteX166" fmla="*/ 156875 w 5734864"/>
              <a:gd name="connsiteY166" fmla="*/ 6114000 h 6858000"/>
              <a:gd name="connsiteX167" fmla="*/ 165441 w 5734864"/>
              <a:gd name="connsiteY167" fmla="*/ 6146938 h 6858000"/>
              <a:gd name="connsiteX168" fmla="*/ 165177 w 5734864"/>
              <a:gd name="connsiteY168" fmla="*/ 6150658 h 6858000"/>
              <a:gd name="connsiteX169" fmla="*/ 161772 w 5734864"/>
              <a:gd name="connsiteY169" fmla="*/ 6160011 h 6858000"/>
              <a:gd name="connsiteX170" fmla="*/ 160051 w 5734864"/>
              <a:gd name="connsiteY170" fmla="*/ 6163393 h 6858000"/>
              <a:gd name="connsiteX171" fmla="*/ 158473 w 5734864"/>
              <a:gd name="connsiteY171" fmla="*/ 6168628 h 6858000"/>
              <a:gd name="connsiteX172" fmla="*/ 158573 w 5734864"/>
              <a:gd name="connsiteY172" fmla="*/ 6168799 h 6858000"/>
              <a:gd name="connsiteX173" fmla="*/ 146463 w 5734864"/>
              <a:gd name="connsiteY173" fmla="*/ 6196671 h 6858000"/>
              <a:gd name="connsiteX174" fmla="*/ 150209 w 5734864"/>
              <a:gd name="connsiteY174" fmla="*/ 6232365 h 6858000"/>
              <a:gd name="connsiteX175" fmla="*/ 148544 w 5734864"/>
              <a:gd name="connsiteY175" fmla="*/ 6246162 h 6858000"/>
              <a:gd name="connsiteX176" fmla="*/ 148403 w 5734864"/>
              <a:gd name="connsiteY176" fmla="*/ 6253754 h 6858000"/>
              <a:gd name="connsiteX177" fmla="*/ 138880 w 5734864"/>
              <a:gd name="connsiteY177" fmla="*/ 6276449 h 6858000"/>
              <a:gd name="connsiteX178" fmla="*/ 138683 w 5734864"/>
              <a:gd name="connsiteY178" fmla="*/ 6279721 h 6858000"/>
              <a:gd name="connsiteX179" fmla="*/ 130721 w 5734864"/>
              <a:gd name="connsiteY179" fmla="*/ 6293675 h 6858000"/>
              <a:gd name="connsiteX180" fmla="*/ 120717 w 5734864"/>
              <a:gd name="connsiteY180" fmla="*/ 6313967 h 6858000"/>
              <a:gd name="connsiteX181" fmla="*/ 120841 w 5734864"/>
              <a:gd name="connsiteY181" fmla="*/ 6315437 h 6858000"/>
              <a:gd name="connsiteX182" fmla="*/ 115208 w 5734864"/>
              <a:gd name="connsiteY182" fmla="*/ 6324024 h 6858000"/>
              <a:gd name="connsiteX183" fmla="*/ 101217 w 5734864"/>
              <a:gd name="connsiteY183" fmla="*/ 6365923 h 6858000"/>
              <a:gd name="connsiteX184" fmla="*/ 74946 w 5734864"/>
              <a:gd name="connsiteY184" fmla="*/ 6556817 h 6858000"/>
              <a:gd name="connsiteX185" fmla="*/ 16001 w 5734864"/>
              <a:gd name="connsiteY185" fmla="*/ 6808678 h 6858000"/>
              <a:gd name="connsiteX186" fmla="*/ 0 w 5734864"/>
              <a:gd name="connsiteY186" fmla="*/ 6858000 h 6858000"/>
              <a:gd name="connsiteX187" fmla="*/ 5734864 w 5734864"/>
              <a:gd name="connsiteY187" fmla="*/ 6858000 h 6858000"/>
              <a:gd name="connsiteX188" fmla="*/ 5734864 w 5734864"/>
              <a:gd name="connsiteY188" fmla="*/ 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7865 w 5734864"/>
              <a:gd name="connsiteY13" fmla="*/ 1070795 h 6858000"/>
              <a:gd name="connsiteX14" fmla="*/ 862786 w 5734864"/>
              <a:gd name="connsiteY14" fmla="*/ 1238994 h 6858000"/>
              <a:gd name="connsiteX15" fmla="*/ 859345 w 5734864"/>
              <a:gd name="connsiteY15" fmla="*/ 1380427 h 6858000"/>
              <a:gd name="connsiteX16" fmla="*/ 855172 w 5734864"/>
              <a:gd name="connsiteY16" fmla="*/ 1435262 h 6858000"/>
              <a:gd name="connsiteX17" fmla="*/ 860494 w 5734864"/>
              <a:gd name="connsiteY17" fmla="*/ 1453861 h 6858000"/>
              <a:gd name="connsiteX18" fmla="*/ 853731 w 5734864"/>
              <a:gd name="connsiteY18" fmla="*/ 1467047 h 6858000"/>
              <a:gd name="connsiteX19" fmla="*/ 845847 w 5734864"/>
              <a:gd name="connsiteY19" fmla="*/ 1502307 h 6858000"/>
              <a:gd name="connsiteX20" fmla="*/ 817613 w 5734864"/>
              <a:gd name="connsiteY20" fmla="*/ 1565166 h 6858000"/>
              <a:gd name="connsiteX21" fmla="*/ 804223 w 5734864"/>
              <a:gd name="connsiteY21" fmla="*/ 1601941 h 6858000"/>
              <a:gd name="connsiteX22" fmla="*/ 791773 w 5734864"/>
              <a:gd name="connsiteY22" fmla="*/ 1627005 h 6858000"/>
              <a:gd name="connsiteX23" fmla="*/ 774645 w 5734864"/>
              <a:gd name="connsiteY23" fmla="*/ 1699922 h 6858000"/>
              <a:gd name="connsiteX24" fmla="*/ 752343 w 5734864"/>
              <a:gd name="connsiteY24" fmla="*/ 1824604 h 6858000"/>
              <a:gd name="connsiteX25" fmla="*/ 746254 w 5734864"/>
              <a:gd name="connsiteY25" fmla="*/ 1850222 h 6858000"/>
              <a:gd name="connsiteX26" fmla="*/ 728600 w 5734864"/>
              <a:gd name="connsiteY26" fmla="*/ 1869603 h 6858000"/>
              <a:gd name="connsiteX27" fmla="*/ 724396 w 5734864"/>
              <a:gd name="connsiteY27" fmla="*/ 1883104 h 6858000"/>
              <a:gd name="connsiteX28" fmla="*/ 722165 w 5734864"/>
              <a:gd name="connsiteY28" fmla="*/ 1885924 h 6858000"/>
              <a:gd name="connsiteX29" fmla="*/ 721338 w 5734864"/>
              <a:gd name="connsiteY29" fmla="*/ 1887123 h 6858000"/>
              <a:gd name="connsiteX30" fmla="*/ 714840 w 5734864"/>
              <a:gd name="connsiteY30" fmla="*/ 1902274 h 6858000"/>
              <a:gd name="connsiteX31" fmla="*/ 722847 w 5734864"/>
              <a:gd name="connsiteY31" fmla="*/ 1929891 h 6858000"/>
              <a:gd name="connsiteX32" fmla="*/ 714660 w 5734864"/>
              <a:gd name="connsiteY32" fmla="*/ 1982709 h 6858000"/>
              <a:gd name="connsiteX33" fmla="*/ 710759 w 5734864"/>
              <a:gd name="connsiteY33" fmla="*/ 2013010 h 6858000"/>
              <a:gd name="connsiteX34" fmla="*/ 697927 w 5734864"/>
              <a:gd name="connsiteY34" fmla="*/ 2069833 h 6858000"/>
              <a:gd name="connsiteX35" fmla="*/ 693594 w 5734864"/>
              <a:gd name="connsiteY35" fmla="*/ 2103731 h 6858000"/>
              <a:gd name="connsiteX36" fmla="*/ 691109 w 5734864"/>
              <a:gd name="connsiteY36" fmla="*/ 2124027 h 6858000"/>
              <a:gd name="connsiteX37" fmla="*/ 676593 w 5734864"/>
              <a:gd name="connsiteY37" fmla="*/ 2176182 h 6858000"/>
              <a:gd name="connsiteX38" fmla="*/ 633227 w 5734864"/>
              <a:gd name="connsiteY38" fmla="*/ 2258036 h 6858000"/>
              <a:gd name="connsiteX39" fmla="*/ 625564 w 5734864"/>
              <a:gd name="connsiteY39" fmla="*/ 2284567 h 6858000"/>
              <a:gd name="connsiteX40" fmla="*/ 627074 w 5734864"/>
              <a:gd name="connsiteY40" fmla="*/ 2289605 h 6858000"/>
              <a:gd name="connsiteX41" fmla="*/ 614574 w 5734864"/>
              <a:gd name="connsiteY41" fmla="*/ 2308717 h 6858000"/>
              <a:gd name="connsiteX42" fmla="*/ 606890 w 5734864"/>
              <a:gd name="connsiteY42" fmla="*/ 2320662 h 6858000"/>
              <a:gd name="connsiteX43" fmla="*/ 605558 w 5734864"/>
              <a:gd name="connsiteY43" fmla="*/ 2327897 h 6858000"/>
              <a:gd name="connsiteX44" fmla="*/ 602202 w 5734864"/>
              <a:gd name="connsiteY44" fmla="*/ 2357749 h 6858000"/>
              <a:gd name="connsiteX45" fmla="*/ 600213 w 5734864"/>
              <a:gd name="connsiteY45" fmla="*/ 2364905 h 6858000"/>
              <a:gd name="connsiteX46" fmla="*/ 597160 w 5734864"/>
              <a:gd name="connsiteY46" fmla="*/ 2388351 h 6858000"/>
              <a:gd name="connsiteX47" fmla="*/ 597982 w 5734864"/>
              <a:gd name="connsiteY47" fmla="*/ 2402296 h 6858000"/>
              <a:gd name="connsiteX48" fmla="*/ 593150 w 5734864"/>
              <a:gd name="connsiteY48" fmla="*/ 2420015 h 6858000"/>
              <a:gd name="connsiteX49" fmla="*/ 592833 w 5734864"/>
              <a:gd name="connsiteY49" fmla="*/ 2422749 h 6858000"/>
              <a:gd name="connsiteX50" fmla="*/ 594479 w 5734864"/>
              <a:gd name="connsiteY50" fmla="*/ 2426002 h 6858000"/>
              <a:gd name="connsiteX51" fmla="*/ 591963 w 5734864"/>
              <a:gd name="connsiteY51" fmla="*/ 2431950 h 6858000"/>
              <a:gd name="connsiteX52" fmla="*/ 591544 w 5734864"/>
              <a:gd name="connsiteY52" fmla="*/ 2433897 h 6858000"/>
              <a:gd name="connsiteX53" fmla="*/ 589519 w 5734864"/>
              <a:gd name="connsiteY53" fmla="*/ 2451398 h 6858000"/>
              <a:gd name="connsiteX54" fmla="*/ 590037 w 5734864"/>
              <a:gd name="connsiteY54" fmla="*/ 2455536 h 6858000"/>
              <a:gd name="connsiteX55" fmla="*/ 588179 w 5734864"/>
              <a:gd name="connsiteY55" fmla="*/ 2462981 h 6858000"/>
              <a:gd name="connsiteX56" fmla="*/ 583434 w 5734864"/>
              <a:gd name="connsiteY56" fmla="*/ 2503991 h 6858000"/>
              <a:gd name="connsiteX57" fmla="*/ 567942 w 5734864"/>
              <a:gd name="connsiteY57" fmla="*/ 2652936 h 6858000"/>
              <a:gd name="connsiteX58" fmla="*/ 573869 w 5734864"/>
              <a:gd name="connsiteY58" fmla="*/ 2670188 h 6858000"/>
              <a:gd name="connsiteX59" fmla="*/ 575243 w 5734864"/>
              <a:gd name="connsiteY59" fmla="*/ 2688114 h 6858000"/>
              <a:gd name="connsiteX60" fmla="*/ 573824 w 5734864"/>
              <a:gd name="connsiteY60" fmla="*/ 2689856 h 6858000"/>
              <a:gd name="connsiteX61" fmla="*/ 570699 w 5734864"/>
              <a:gd name="connsiteY61" fmla="*/ 2709353 h 6858000"/>
              <a:gd name="connsiteX62" fmla="*/ 573192 w 5734864"/>
              <a:gd name="connsiteY62" fmla="*/ 2714527 h 6858000"/>
              <a:gd name="connsiteX63" fmla="*/ 572044 w 5734864"/>
              <a:gd name="connsiteY63" fmla="*/ 2728187 h 6858000"/>
              <a:gd name="connsiteX64" fmla="*/ 572465 w 5734864"/>
              <a:gd name="connsiteY64" fmla="*/ 2755863 h 6858000"/>
              <a:gd name="connsiteX65" fmla="*/ 570028 w 5734864"/>
              <a:gd name="connsiteY65" fmla="*/ 2760324 h 6858000"/>
              <a:gd name="connsiteX66" fmla="*/ 566748 w 5734864"/>
              <a:gd name="connsiteY66" fmla="*/ 2800948 h 6858000"/>
              <a:gd name="connsiteX67" fmla="*/ 565509 w 5734864"/>
              <a:gd name="connsiteY67" fmla="*/ 2801167 h 6858000"/>
              <a:gd name="connsiteX68" fmla="*/ 559367 w 5734864"/>
              <a:gd name="connsiteY68" fmla="*/ 2811129 h 6858000"/>
              <a:gd name="connsiteX69" fmla="*/ 550354 w 5734864"/>
              <a:gd name="connsiteY69" fmla="*/ 2830949 h 6858000"/>
              <a:gd name="connsiteX70" fmla="*/ 514795 w 5734864"/>
              <a:gd name="connsiteY70" fmla="*/ 2872433 h 6858000"/>
              <a:gd name="connsiteX71" fmla="*/ 509875 w 5734864"/>
              <a:gd name="connsiteY71" fmla="*/ 2923099 h 6858000"/>
              <a:gd name="connsiteX72" fmla="*/ 509577 w 5734864"/>
              <a:gd name="connsiteY72" fmla="*/ 2923197 h 6858000"/>
              <a:gd name="connsiteX73" fmla="*/ 507597 w 5734864"/>
              <a:gd name="connsiteY73" fmla="*/ 2931868 h 6858000"/>
              <a:gd name="connsiteX74" fmla="*/ 507379 w 5734864"/>
              <a:gd name="connsiteY74" fmla="*/ 2938322 h 6858000"/>
              <a:gd name="connsiteX75" fmla="*/ 504725 w 5734864"/>
              <a:gd name="connsiteY75" fmla="*/ 2954519 h 6858000"/>
              <a:gd name="connsiteX76" fmla="*/ 502018 w 5734864"/>
              <a:gd name="connsiteY76" fmla="*/ 2959643 h 6858000"/>
              <a:gd name="connsiteX77" fmla="*/ 498360 w 5734864"/>
              <a:gd name="connsiteY77" fmla="*/ 2961019 h 6858000"/>
              <a:gd name="connsiteX78" fmla="*/ 498483 w 5734864"/>
              <a:gd name="connsiteY78" fmla="*/ 2962590 h 6858000"/>
              <a:gd name="connsiteX79" fmla="*/ 484403 w 5734864"/>
              <a:gd name="connsiteY79" fmla="*/ 2990538 h 6858000"/>
              <a:gd name="connsiteX80" fmla="*/ 463075 w 5734864"/>
              <a:gd name="connsiteY80" fmla="*/ 3055956 h 6858000"/>
              <a:gd name="connsiteX81" fmla="*/ 455013 w 5734864"/>
              <a:gd name="connsiteY81" fmla="*/ 3094482 h 6858000"/>
              <a:gd name="connsiteX82" fmla="*/ 428391 w 5734864"/>
              <a:gd name="connsiteY82" fmla="*/ 3198850 h 6858000"/>
              <a:gd name="connsiteX83" fmla="*/ 401440 w 5734864"/>
              <a:gd name="connsiteY83" fmla="*/ 3307560 h 6858000"/>
              <a:gd name="connsiteX84" fmla="*/ 386076 w 5734864"/>
              <a:gd name="connsiteY84" fmla="*/ 3373943 h 6858000"/>
              <a:gd name="connsiteX85" fmla="*/ 374726 w 5734864"/>
              <a:gd name="connsiteY85" fmla="*/ 3381364 h 6858000"/>
              <a:gd name="connsiteX86" fmla="*/ 369145 w 5734864"/>
              <a:gd name="connsiteY86" fmla="*/ 3383729 h 6858000"/>
              <a:gd name="connsiteX87" fmla="*/ 364294 w 5734864"/>
              <a:gd name="connsiteY87" fmla="*/ 3414159 h 6858000"/>
              <a:gd name="connsiteX88" fmla="*/ 366450 w 5734864"/>
              <a:gd name="connsiteY88" fmla="*/ 3436925 h 6858000"/>
              <a:gd name="connsiteX89" fmla="*/ 351743 w 5734864"/>
              <a:gd name="connsiteY89" fmla="*/ 3521619 h 6858000"/>
              <a:gd name="connsiteX90" fmla="*/ 345784 w 5734864"/>
              <a:gd name="connsiteY90" fmla="*/ 3603757 h 6858000"/>
              <a:gd name="connsiteX91" fmla="*/ 344198 w 5734864"/>
              <a:gd name="connsiteY91" fmla="*/ 3652424 h 6858000"/>
              <a:gd name="connsiteX92" fmla="*/ 352450 w 5734864"/>
              <a:gd name="connsiteY92" fmla="*/ 3665222 h 6858000"/>
              <a:gd name="connsiteX93" fmla="*/ 342621 w 5734864"/>
              <a:gd name="connsiteY93" fmla="*/ 3700804 h 6858000"/>
              <a:gd name="connsiteX94" fmla="*/ 341514 w 5734864"/>
              <a:gd name="connsiteY94" fmla="*/ 3734774 h 6858000"/>
              <a:gd name="connsiteX95" fmla="*/ 340607 w 5734864"/>
              <a:gd name="connsiteY95" fmla="*/ 3785153 h 6858000"/>
              <a:gd name="connsiteX96" fmla="*/ 340707 w 5734864"/>
              <a:gd name="connsiteY96" fmla="*/ 3788177 h 6858000"/>
              <a:gd name="connsiteX97" fmla="*/ 340361 w 5734864"/>
              <a:gd name="connsiteY97" fmla="*/ 3798803 h 6858000"/>
              <a:gd name="connsiteX98" fmla="*/ 339642 w 5734864"/>
              <a:gd name="connsiteY98" fmla="*/ 3838750 h 6858000"/>
              <a:gd name="connsiteX99" fmla="*/ 360295 w 5734864"/>
              <a:gd name="connsiteY99" fmla="*/ 4015196 h 6858000"/>
              <a:gd name="connsiteX100" fmla="*/ 339043 w 5734864"/>
              <a:gd name="connsiteY100" fmla="*/ 4052778 h 6858000"/>
              <a:gd name="connsiteX101" fmla="*/ 339343 w 5734864"/>
              <a:gd name="connsiteY101" fmla="*/ 4096257 h 6858000"/>
              <a:gd name="connsiteX102" fmla="*/ 340786 w 5734864"/>
              <a:gd name="connsiteY102" fmla="*/ 4321136 h 6858000"/>
              <a:gd name="connsiteX103" fmla="*/ 343158 w 5734864"/>
              <a:gd name="connsiteY103" fmla="*/ 4429174 h 6858000"/>
              <a:gd name="connsiteX104" fmla="*/ 334599 w 5734864"/>
              <a:gd name="connsiteY104" fmla="*/ 4449938 h 6858000"/>
              <a:gd name="connsiteX105" fmla="*/ 332890 w 5734864"/>
              <a:gd name="connsiteY105" fmla="*/ 4453515 h 6858000"/>
              <a:gd name="connsiteX106" fmla="*/ 331105 w 5734864"/>
              <a:gd name="connsiteY106" fmla="*/ 4467941 h 6858000"/>
              <a:gd name="connsiteX107" fmla="*/ 324289 w 5734864"/>
              <a:gd name="connsiteY107" fmla="*/ 4471861 h 6858000"/>
              <a:gd name="connsiteX108" fmla="*/ 317079 w 5734864"/>
              <a:gd name="connsiteY108" fmla="*/ 4493468 h 6858000"/>
              <a:gd name="connsiteX109" fmla="*/ 315557 w 5734864"/>
              <a:gd name="connsiteY109" fmla="*/ 4520067 h 6858000"/>
              <a:gd name="connsiteX110" fmla="*/ 315240 w 5734864"/>
              <a:gd name="connsiteY110" fmla="*/ 4536872 h 6858000"/>
              <a:gd name="connsiteX111" fmla="*/ 316200 w 5734864"/>
              <a:gd name="connsiteY111" fmla="*/ 4538297 h 6858000"/>
              <a:gd name="connsiteX112" fmla="*/ 317507 w 5734864"/>
              <a:gd name="connsiteY112" fmla="*/ 4547582 h 6858000"/>
              <a:gd name="connsiteX113" fmla="*/ 323078 w 5734864"/>
              <a:gd name="connsiteY113" fmla="*/ 4592102 h 6858000"/>
              <a:gd name="connsiteX114" fmla="*/ 328722 w 5734864"/>
              <a:gd name="connsiteY114" fmla="*/ 4667914 h 6858000"/>
              <a:gd name="connsiteX115" fmla="*/ 335597 w 5734864"/>
              <a:gd name="connsiteY115" fmla="*/ 4695035 h 6858000"/>
              <a:gd name="connsiteX116" fmla="*/ 339485 w 5734864"/>
              <a:gd name="connsiteY116" fmla="*/ 4695979 h 6858000"/>
              <a:gd name="connsiteX117" fmla="*/ 341089 w 5734864"/>
              <a:gd name="connsiteY117" fmla="*/ 4704268 h 6858000"/>
              <a:gd name="connsiteX118" fmla="*/ 342177 w 5734864"/>
              <a:gd name="connsiteY118" fmla="*/ 4706060 h 6858000"/>
              <a:gd name="connsiteX119" fmla="*/ 347751 w 5734864"/>
              <a:gd name="connsiteY119" fmla="*/ 4716754 h 6858000"/>
              <a:gd name="connsiteX120" fmla="*/ 344125 w 5734864"/>
              <a:gd name="connsiteY120" fmla="*/ 4764669 h 6858000"/>
              <a:gd name="connsiteX121" fmla="*/ 340188 w 5734864"/>
              <a:gd name="connsiteY121" fmla="*/ 4779386 h 6858000"/>
              <a:gd name="connsiteX122" fmla="*/ 335146 w 5734864"/>
              <a:gd name="connsiteY122" fmla="*/ 4787491 h 6858000"/>
              <a:gd name="connsiteX123" fmla="*/ 319124 w 5734864"/>
              <a:gd name="connsiteY123" fmla="*/ 4843514 h 6858000"/>
              <a:gd name="connsiteX124" fmla="*/ 305956 w 5734864"/>
              <a:gd name="connsiteY124" fmla="*/ 4881505 h 6858000"/>
              <a:gd name="connsiteX125" fmla="*/ 301062 w 5734864"/>
              <a:gd name="connsiteY125" fmla="*/ 4889332 h 6858000"/>
              <a:gd name="connsiteX126" fmla="*/ 302141 w 5734864"/>
              <a:gd name="connsiteY126" fmla="*/ 4899400 h 6858000"/>
              <a:gd name="connsiteX127" fmla="*/ 304424 w 5734864"/>
              <a:gd name="connsiteY127" fmla="*/ 4902664 h 6858000"/>
              <a:gd name="connsiteX128" fmla="*/ 293123 w 5734864"/>
              <a:gd name="connsiteY128" fmla="*/ 4932769 h 6858000"/>
              <a:gd name="connsiteX129" fmla="*/ 292275 w 5734864"/>
              <a:gd name="connsiteY129" fmla="*/ 4936482 h 6858000"/>
              <a:gd name="connsiteX130" fmla="*/ 288304 w 5734864"/>
              <a:gd name="connsiteY130" fmla="*/ 4962325 h 6858000"/>
              <a:gd name="connsiteX131" fmla="*/ 287420 w 5734864"/>
              <a:gd name="connsiteY131" fmla="*/ 5042193 h 6858000"/>
              <a:gd name="connsiteX132" fmla="*/ 287020 w 5734864"/>
              <a:gd name="connsiteY132" fmla="*/ 5065655 h 6858000"/>
              <a:gd name="connsiteX133" fmla="*/ 288488 w 5734864"/>
              <a:gd name="connsiteY133" fmla="*/ 5082216 h 6858000"/>
              <a:gd name="connsiteX134" fmla="*/ 282763 w 5734864"/>
              <a:gd name="connsiteY134" fmla="*/ 5127114 h 6858000"/>
              <a:gd name="connsiteX135" fmla="*/ 269316 w 5734864"/>
              <a:gd name="connsiteY135" fmla="*/ 5202682 h 6858000"/>
              <a:gd name="connsiteX136" fmla="*/ 269174 w 5734864"/>
              <a:gd name="connsiteY136" fmla="*/ 5230835 h 6858000"/>
              <a:gd name="connsiteX137" fmla="*/ 272679 w 5734864"/>
              <a:gd name="connsiteY137" fmla="*/ 5232660 h 6858000"/>
              <a:gd name="connsiteX138" fmla="*/ 272160 w 5734864"/>
              <a:gd name="connsiteY138" fmla="*/ 5241150 h 6858000"/>
              <a:gd name="connsiteX139" fmla="*/ 272760 w 5734864"/>
              <a:gd name="connsiteY139" fmla="*/ 5243156 h 6858000"/>
              <a:gd name="connsiteX140" fmla="*/ 275462 w 5734864"/>
              <a:gd name="connsiteY140" fmla="*/ 5254919 h 6858000"/>
              <a:gd name="connsiteX141" fmla="*/ 262897 w 5734864"/>
              <a:gd name="connsiteY141" fmla="*/ 5286259 h 6858000"/>
              <a:gd name="connsiteX142" fmla="*/ 252761 w 5734864"/>
              <a:gd name="connsiteY142" fmla="*/ 5357801 h 6858000"/>
              <a:gd name="connsiteX143" fmla="*/ 242360 w 5734864"/>
              <a:gd name="connsiteY143" fmla="*/ 5460080 h 6858000"/>
              <a:gd name="connsiteX144" fmla="*/ 229880 w 5734864"/>
              <a:gd name="connsiteY144" fmla="*/ 5539714 h 6858000"/>
              <a:gd name="connsiteX145" fmla="*/ 204283 w 5734864"/>
              <a:gd name="connsiteY145" fmla="*/ 5639080 h 6858000"/>
              <a:gd name="connsiteX146" fmla="*/ 198948 w 5734864"/>
              <a:gd name="connsiteY146" fmla="*/ 5710958 h 6858000"/>
              <a:gd name="connsiteX147" fmla="*/ 192367 w 5734864"/>
              <a:gd name="connsiteY147" fmla="*/ 5719859 h 6858000"/>
              <a:gd name="connsiteX148" fmla="*/ 188035 w 5734864"/>
              <a:gd name="connsiteY148" fmla="*/ 5729935 h 6858000"/>
              <a:gd name="connsiteX149" fmla="*/ 188428 w 5734864"/>
              <a:gd name="connsiteY149" fmla="*/ 5731182 h 6858000"/>
              <a:gd name="connsiteX150" fmla="*/ 181635 w 5734864"/>
              <a:gd name="connsiteY150" fmla="*/ 5753538 h 6858000"/>
              <a:gd name="connsiteX151" fmla="*/ 169744 w 5734864"/>
              <a:gd name="connsiteY151" fmla="*/ 5796307 h 6858000"/>
              <a:gd name="connsiteX152" fmla="*/ 170351 w 5734864"/>
              <a:gd name="connsiteY152" fmla="*/ 5796644 h 6858000"/>
              <a:gd name="connsiteX153" fmla="*/ 171559 w 5734864"/>
              <a:gd name="connsiteY153" fmla="*/ 5803435 h 6858000"/>
              <a:gd name="connsiteX154" fmla="*/ 172284 w 5734864"/>
              <a:gd name="connsiteY154" fmla="*/ 5816391 h 6858000"/>
              <a:gd name="connsiteX155" fmla="*/ 182542 w 5734864"/>
              <a:gd name="connsiteY155" fmla="*/ 5846382 h 6858000"/>
              <a:gd name="connsiteX156" fmla="*/ 175877 w 5734864"/>
              <a:gd name="connsiteY156" fmla="*/ 5871336 h 6858000"/>
              <a:gd name="connsiteX157" fmla="*/ 174910 w 5734864"/>
              <a:gd name="connsiteY157" fmla="*/ 5876376 h 6858000"/>
              <a:gd name="connsiteX158" fmla="*/ 175047 w 5734864"/>
              <a:gd name="connsiteY158" fmla="*/ 5876483 h 6858000"/>
              <a:gd name="connsiteX159" fmla="*/ 174335 w 5734864"/>
              <a:gd name="connsiteY159" fmla="*/ 5881814 h 6858000"/>
              <a:gd name="connsiteX160" fmla="*/ 171273 w 5734864"/>
              <a:gd name="connsiteY160" fmla="*/ 5895339 h 6858000"/>
              <a:gd name="connsiteX161" fmla="*/ 171658 w 5734864"/>
              <a:gd name="connsiteY161" fmla="*/ 5898749 h 6858000"/>
              <a:gd name="connsiteX162" fmla="*/ 174658 w 5734864"/>
              <a:gd name="connsiteY162" fmla="*/ 5919558 h 6858000"/>
              <a:gd name="connsiteX163" fmla="*/ 169099 w 5734864"/>
              <a:gd name="connsiteY163" fmla="*/ 5984417 h 6858000"/>
              <a:gd name="connsiteX164" fmla="*/ 162007 w 5734864"/>
              <a:gd name="connsiteY164" fmla="*/ 6049043 h 6858000"/>
              <a:gd name="connsiteX165" fmla="*/ 156875 w 5734864"/>
              <a:gd name="connsiteY165" fmla="*/ 6114000 h 6858000"/>
              <a:gd name="connsiteX166" fmla="*/ 165441 w 5734864"/>
              <a:gd name="connsiteY166" fmla="*/ 6146938 h 6858000"/>
              <a:gd name="connsiteX167" fmla="*/ 165177 w 5734864"/>
              <a:gd name="connsiteY167" fmla="*/ 6150658 h 6858000"/>
              <a:gd name="connsiteX168" fmla="*/ 161772 w 5734864"/>
              <a:gd name="connsiteY168" fmla="*/ 6160011 h 6858000"/>
              <a:gd name="connsiteX169" fmla="*/ 160051 w 5734864"/>
              <a:gd name="connsiteY169" fmla="*/ 6163393 h 6858000"/>
              <a:gd name="connsiteX170" fmla="*/ 158473 w 5734864"/>
              <a:gd name="connsiteY170" fmla="*/ 6168628 h 6858000"/>
              <a:gd name="connsiteX171" fmla="*/ 158573 w 5734864"/>
              <a:gd name="connsiteY171" fmla="*/ 6168799 h 6858000"/>
              <a:gd name="connsiteX172" fmla="*/ 146463 w 5734864"/>
              <a:gd name="connsiteY172" fmla="*/ 6196671 h 6858000"/>
              <a:gd name="connsiteX173" fmla="*/ 150209 w 5734864"/>
              <a:gd name="connsiteY173" fmla="*/ 6232365 h 6858000"/>
              <a:gd name="connsiteX174" fmla="*/ 148544 w 5734864"/>
              <a:gd name="connsiteY174" fmla="*/ 6246162 h 6858000"/>
              <a:gd name="connsiteX175" fmla="*/ 148403 w 5734864"/>
              <a:gd name="connsiteY175" fmla="*/ 6253754 h 6858000"/>
              <a:gd name="connsiteX176" fmla="*/ 138880 w 5734864"/>
              <a:gd name="connsiteY176" fmla="*/ 6276449 h 6858000"/>
              <a:gd name="connsiteX177" fmla="*/ 138683 w 5734864"/>
              <a:gd name="connsiteY177" fmla="*/ 6279721 h 6858000"/>
              <a:gd name="connsiteX178" fmla="*/ 130721 w 5734864"/>
              <a:gd name="connsiteY178" fmla="*/ 6293675 h 6858000"/>
              <a:gd name="connsiteX179" fmla="*/ 120717 w 5734864"/>
              <a:gd name="connsiteY179" fmla="*/ 6313967 h 6858000"/>
              <a:gd name="connsiteX180" fmla="*/ 120841 w 5734864"/>
              <a:gd name="connsiteY180" fmla="*/ 6315437 h 6858000"/>
              <a:gd name="connsiteX181" fmla="*/ 115208 w 5734864"/>
              <a:gd name="connsiteY181" fmla="*/ 6324024 h 6858000"/>
              <a:gd name="connsiteX182" fmla="*/ 101217 w 5734864"/>
              <a:gd name="connsiteY182" fmla="*/ 6365923 h 6858000"/>
              <a:gd name="connsiteX183" fmla="*/ 74946 w 5734864"/>
              <a:gd name="connsiteY183" fmla="*/ 6556817 h 6858000"/>
              <a:gd name="connsiteX184" fmla="*/ 16001 w 5734864"/>
              <a:gd name="connsiteY184" fmla="*/ 6808678 h 6858000"/>
              <a:gd name="connsiteX185" fmla="*/ 0 w 5734864"/>
              <a:gd name="connsiteY185" fmla="*/ 6858000 h 6858000"/>
              <a:gd name="connsiteX186" fmla="*/ 5734864 w 5734864"/>
              <a:gd name="connsiteY186" fmla="*/ 6858000 h 6858000"/>
              <a:gd name="connsiteX187" fmla="*/ 5734864 w 5734864"/>
              <a:gd name="connsiteY18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5734864" h="6858000">
                <a:moveTo>
                  <a:pt x="5734864" y="0"/>
                </a:moveTo>
                <a:lnTo>
                  <a:pt x="771611" y="0"/>
                </a:lnTo>
                <a:cubicBezTo>
                  <a:pt x="771634" y="16369"/>
                  <a:pt x="771656" y="32739"/>
                  <a:pt x="771679" y="49108"/>
                </a:cubicBezTo>
                <a:cubicBezTo>
                  <a:pt x="775201" y="55622"/>
                  <a:pt x="788724" y="196721"/>
                  <a:pt x="794248" y="200968"/>
                </a:cubicBezTo>
                <a:lnTo>
                  <a:pt x="801749" y="414071"/>
                </a:lnTo>
                <a:cubicBezTo>
                  <a:pt x="807329" y="440933"/>
                  <a:pt x="835107" y="598697"/>
                  <a:pt x="818548" y="585467"/>
                </a:cubicBezTo>
                <a:cubicBezTo>
                  <a:pt x="856197" y="664140"/>
                  <a:pt x="837895" y="708473"/>
                  <a:pt x="857476" y="800623"/>
                </a:cubicBezTo>
                <a:cubicBezTo>
                  <a:pt x="822401" y="857344"/>
                  <a:pt x="855723" y="824571"/>
                  <a:pt x="851083" y="878903"/>
                </a:cubicBezTo>
                <a:cubicBezTo>
                  <a:pt x="884811" y="859448"/>
                  <a:pt x="834648" y="946397"/>
                  <a:pt x="873564" y="943826"/>
                </a:cubicBezTo>
                <a:cubicBezTo>
                  <a:pt x="871487" y="953795"/>
                  <a:pt x="868248" y="963533"/>
                  <a:pt x="864705" y="973328"/>
                </a:cubicBezTo>
                <a:lnTo>
                  <a:pt x="862869" y="978457"/>
                </a:lnTo>
                <a:lnTo>
                  <a:pt x="862233" y="998041"/>
                </a:lnTo>
                <a:lnTo>
                  <a:pt x="853665" y="1004750"/>
                </a:lnTo>
                <a:lnTo>
                  <a:pt x="847865" y="1070795"/>
                </a:lnTo>
                <a:cubicBezTo>
                  <a:pt x="870234" y="1110486"/>
                  <a:pt x="833172" y="1190441"/>
                  <a:pt x="862786" y="1238994"/>
                </a:cubicBezTo>
                <a:cubicBezTo>
                  <a:pt x="864699" y="1290599"/>
                  <a:pt x="860615" y="1347716"/>
                  <a:pt x="859345" y="1380427"/>
                </a:cubicBezTo>
                <a:cubicBezTo>
                  <a:pt x="845703" y="1396391"/>
                  <a:pt x="873184" y="1435525"/>
                  <a:pt x="855172" y="1435262"/>
                </a:cubicBezTo>
                <a:lnTo>
                  <a:pt x="860494" y="1453861"/>
                </a:lnTo>
                <a:lnTo>
                  <a:pt x="853731" y="1467047"/>
                </a:lnTo>
                <a:cubicBezTo>
                  <a:pt x="846549" y="1480528"/>
                  <a:pt x="841728" y="1491093"/>
                  <a:pt x="845847" y="1502307"/>
                </a:cubicBezTo>
                <a:lnTo>
                  <a:pt x="817613" y="1565166"/>
                </a:lnTo>
                <a:cubicBezTo>
                  <a:pt x="805468" y="1557258"/>
                  <a:pt x="816534" y="1596564"/>
                  <a:pt x="804223" y="1601941"/>
                </a:cubicBezTo>
                <a:cubicBezTo>
                  <a:pt x="794287" y="1604654"/>
                  <a:pt x="795328" y="1617209"/>
                  <a:pt x="791773" y="1627005"/>
                </a:cubicBezTo>
                <a:cubicBezTo>
                  <a:pt x="781684" y="1634393"/>
                  <a:pt x="772978" y="1683187"/>
                  <a:pt x="774645" y="1699922"/>
                </a:cubicBezTo>
                <a:cubicBezTo>
                  <a:pt x="785341" y="1746767"/>
                  <a:pt x="744845" y="1787099"/>
                  <a:pt x="752343" y="1824604"/>
                </a:cubicBezTo>
                <a:cubicBezTo>
                  <a:pt x="751502" y="1834578"/>
                  <a:pt x="749297" y="1842929"/>
                  <a:pt x="746254" y="1850222"/>
                </a:cubicBezTo>
                <a:lnTo>
                  <a:pt x="728600" y="1869603"/>
                </a:lnTo>
                <a:lnTo>
                  <a:pt x="724396" y="1883104"/>
                </a:lnTo>
                <a:lnTo>
                  <a:pt x="722165" y="1885924"/>
                </a:lnTo>
                <a:lnTo>
                  <a:pt x="721338" y="1887123"/>
                </a:lnTo>
                <a:lnTo>
                  <a:pt x="714840" y="1902274"/>
                </a:lnTo>
                <a:lnTo>
                  <a:pt x="722847" y="1929891"/>
                </a:lnTo>
                <a:lnTo>
                  <a:pt x="714660" y="1982709"/>
                </a:lnTo>
                <a:cubicBezTo>
                  <a:pt x="727725" y="2006201"/>
                  <a:pt x="714739" y="1997091"/>
                  <a:pt x="710759" y="2013010"/>
                </a:cubicBezTo>
                <a:cubicBezTo>
                  <a:pt x="707970" y="2027531"/>
                  <a:pt x="700788" y="2054714"/>
                  <a:pt x="697927" y="2069833"/>
                </a:cubicBezTo>
                <a:cubicBezTo>
                  <a:pt x="685211" y="2080229"/>
                  <a:pt x="698762" y="2088241"/>
                  <a:pt x="693594" y="2103731"/>
                </a:cubicBezTo>
                <a:cubicBezTo>
                  <a:pt x="688481" y="2110649"/>
                  <a:pt x="687183" y="2115973"/>
                  <a:pt x="691109" y="2124027"/>
                </a:cubicBezTo>
                <a:cubicBezTo>
                  <a:pt x="666413" y="2155740"/>
                  <a:pt x="688031" y="2144874"/>
                  <a:pt x="676593" y="2176182"/>
                </a:cubicBezTo>
                <a:cubicBezTo>
                  <a:pt x="665190" y="2202944"/>
                  <a:pt x="656416" y="2233857"/>
                  <a:pt x="633227" y="2258036"/>
                </a:cubicBezTo>
                <a:cubicBezTo>
                  <a:pt x="626930" y="2262191"/>
                  <a:pt x="623498" y="2274069"/>
                  <a:pt x="625564" y="2284567"/>
                </a:cubicBezTo>
                <a:cubicBezTo>
                  <a:pt x="625918" y="2286374"/>
                  <a:pt x="626427" y="2288071"/>
                  <a:pt x="627074" y="2289605"/>
                </a:cubicBezTo>
                <a:cubicBezTo>
                  <a:pt x="619029" y="2296628"/>
                  <a:pt x="616453" y="2303188"/>
                  <a:pt x="614574" y="2308717"/>
                </a:cubicBezTo>
                <a:lnTo>
                  <a:pt x="606890" y="2320662"/>
                </a:lnTo>
                <a:lnTo>
                  <a:pt x="605558" y="2327897"/>
                </a:lnTo>
                <a:lnTo>
                  <a:pt x="602202" y="2357749"/>
                </a:lnTo>
                <a:lnTo>
                  <a:pt x="600213" y="2364905"/>
                </a:lnTo>
                <a:lnTo>
                  <a:pt x="597160" y="2388351"/>
                </a:lnTo>
                <a:lnTo>
                  <a:pt x="597982" y="2402296"/>
                </a:lnTo>
                <a:lnTo>
                  <a:pt x="593150" y="2420015"/>
                </a:lnTo>
                <a:cubicBezTo>
                  <a:pt x="593044" y="2420926"/>
                  <a:pt x="592939" y="2421838"/>
                  <a:pt x="592833" y="2422749"/>
                </a:cubicBezTo>
                <a:lnTo>
                  <a:pt x="594479" y="2426002"/>
                </a:lnTo>
                <a:cubicBezTo>
                  <a:pt x="594168" y="2427683"/>
                  <a:pt x="593118" y="2429721"/>
                  <a:pt x="591963" y="2431950"/>
                </a:cubicBezTo>
                <a:cubicBezTo>
                  <a:pt x="591823" y="2432599"/>
                  <a:pt x="591684" y="2433248"/>
                  <a:pt x="591544" y="2433897"/>
                </a:cubicBezTo>
                <a:lnTo>
                  <a:pt x="589519" y="2451398"/>
                </a:lnTo>
                <a:cubicBezTo>
                  <a:pt x="589692" y="2452777"/>
                  <a:pt x="589864" y="2454157"/>
                  <a:pt x="590037" y="2455536"/>
                </a:cubicBezTo>
                <a:lnTo>
                  <a:pt x="588179" y="2462981"/>
                </a:lnTo>
                <a:lnTo>
                  <a:pt x="583434" y="2503991"/>
                </a:lnTo>
                <a:cubicBezTo>
                  <a:pt x="576530" y="2566058"/>
                  <a:pt x="570433" y="2625224"/>
                  <a:pt x="567942" y="2652936"/>
                </a:cubicBezTo>
                <a:cubicBezTo>
                  <a:pt x="570864" y="2658290"/>
                  <a:pt x="572739" y="2664095"/>
                  <a:pt x="573869" y="2670188"/>
                </a:cubicBezTo>
                <a:lnTo>
                  <a:pt x="575243" y="2688114"/>
                </a:lnTo>
                <a:lnTo>
                  <a:pt x="573824" y="2689856"/>
                </a:lnTo>
                <a:cubicBezTo>
                  <a:pt x="569972" y="2698471"/>
                  <a:pt x="569572" y="2704494"/>
                  <a:pt x="570699" y="2709353"/>
                </a:cubicBezTo>
                <a:lnTo>
                  <a:pt x="573192" y="2714527"/>
                </a:lnTo>
                <a:cubicBezTo>
                  <a:pt x="572809" y="2719080"/>
                  <a:pt x="572427" y="2723634"/>
                  <a:pt x="572044" y="2728187"/>
                </a:cubicBezTo>
                <a:cubicBezTo>
                  <a:pt x="572184" y="2737412"/>
                  <a:pt x="572325" y="2746638"/>
                  <a:pt x="572465" y="2755863"/>
                </a:cubicBezTo>
                <a:lnTo>
                  <a:pt x="570028" y="2760324"/>
                </a:lnTo>
                <a:lnTo>
                  <a:pt x="566748" y="2800948"/>
                </a:lnTo>
                <a:lnTo>
                  <a:pt x="565509" y="2801167"/>
                </a:lnTo>
                <a:cubicBezTo>
                  <a:pt x="562655" y="2802587"/>
                  <a:pt x="560408" y="2805381"/>
                  <a:pt x="559367" y="2811129"/>
                </a:cubicBezTo>
                <a:cubicBezTo>
                  <a:pt x="543471" y="2797318"/>
                  <a:pt x="552020" y="2812773"/>
                  <a:pt x="550354" y="2830949"/>
                </a:cubicBezTo>
                <a:cubicBezTo>
                  <a:pt x="525292" y="2813553"/>
                  <a:pt x="531129" y="2868192"/>
                  <a:pt x="514795" y="2872433"/>
                </a:cubicBezTo>
                <a:lnTo>
                  <a:pt x="509875" y="2923099"/>
                </a:lnTo>
                <a:lnTo>
                  <a:pt x="509577" y="2923197"/>
                </a:lnTo>
                <a:cubicBezTo>
                  <a:pt x="508704" y="2924865"/>
                  <a:pt x="508038" y="2927556"/>
                  <a:pt x="507597" y="2931868"/>
                </a:cubicBezTo>
                <a:cubicBezTo>
                  <a:pt x="507524" y="2934019"/>
                  <a:pt x="507452" y="2936171"/>
                  <a:pt x="507379" y="2938322"/>
                </a:cubicBezTo>
                <a:lnTo>
                  <a:pt x="504725" y="2954519"/>
                </a:lnTo>
                <a:lnTo>
                  <a:pt x="502018" y="2959643"/>
                </a:lnTo>
                <a:lnTo>
                  <a:pt x="498360" y="2961019"/>
                </a:lnTo>
                <a:lnTo>
                  <a:pt x="498483" y="2962590"/>
                </a:lnTo>
                <a:cubicBezTo>
                  <a:pt x="502388" y="2975027"/>
                  <a:pt x="510202" y="2980016"/>
                  <a:pt x="484403" y="2990538"/>
                </a:cubicBezTo>
                <a:cubicBezTo>
                  <a:pt x="489425" y="3018352"/>
                  <a:pt x="474337" y="3021029"/>
                  <a:pt x="463075" y="3055956"/>
                </a:cubicBezTo>
                <a:cubicBezTo>
                  <a:pt x="469487" y="3072485"/>
                  <a:pt x="464165" y="3083955"/>
                  <a:pt x="455013" y="3094482"/>
                </a:cubicBezTo>
                <a:cubicBezTo>
                  <a:pt x="453131" y="3130054"/>
                  <a:pt x="437643" y="3160106"/>
                  <a:pt x="428391" y="3198850"/>
                </a:cubicBezTo>
                <a:lnTo>
                  <a:pt x="401440" y="3307560"/>
                </a:lnTo>
                <a:lnTo>
                  <a:pt x="386076" y="3373943"/>
                </a:lnTo>
                <a:cubicBezTo>
                  <a:pt x="386236" y="3376061"/>
                  <a:pt x="380537" y="3378856"/>
                  <a:pt x="374726" y="3381364"/>
                </a:cubicBezTo>
                <a:lnTo>
                  <a:pt x="369145" y="3383729"/>
                </a:lnTo>
                <a:lnTo>
                  <a:pt x="364294" y="3414159"/>
                </a:lnTo>
                <a:lnTo>
                  <a:pt x="366450" y="3436925"/>
                </a:lnTo>
                <a:lnTo>
                  <a:pt x="351743" y="3521619"/>
                </a:lnTo>
                <a:lnTo>
                  <a:pt x="345784" y="3603757"/>
                </a:lnTo>
                <a:cubicBezTo>
                  <a:pt x="345255" y="3619979"/>
                  <a:pt x="344727" y="3636202"/>
                  <a:pt x="344198" y="3652424"/>
                </a:cubicBezTo>
                <a:lnTo>
                  <a:pt x="352450" y="3665222"/>
                </a:lnTo>
                <a:lnTo>
                  <a:pt x="342621" y="3700804"/>
                </a:lnTo>
                <a:lnTo>
                  <a:pt x="341514" y="3734774"/>
                </a:lnTo>
                <a:cubicBezTo>
                  <a:pt x="341212" y="3751567"/>
                  <a:pt x="340909" y="3768360"/>
                  <a:pt x="340607" y="3785153"/>
                </a:cubicBezTo>
                <a:cubicBezTo>
                  <a:pt x="340640" y="3786161"/>
                  <a:pt x="340674" y="3787169"/>
                  <a:pt x="340707" y="3788177"/>
                </a:cubicBezTo>
                <a:cubicBezTo>
                  <a:pt x="340592" y="3791719"/>
                  <a:pt x="340476" y="3795261"/>
                  <a:pt x="340361" y="3798803"/>
                </a:cubicBezTo>
                <a:cubicBezTo>
                  <a:pt x="340121" y="3812119"/>
                  <a:pt x="339882" y="3825434"/>
                  <a:pt x="339642" y="3838750"/>
                </a:cubicBezTo>
                <a:cubicBezTo>
                  <a:pt x="337363" y="3949044"/>
                  <a:pt x="361794" y="3960437"/>
                  <a:pt x="360295" y="4015196"/>
                </a:cubicBezTo>
                <a:lnTo>
                  <a:pt x="339043" y="4052778"/>
                </a:lnTo>
                <a:lnTo>
                  <a:pt x="339343" y="4096257"/>
                </a:lnTo>
                <a:cubicBezTo>
                  <a:pt x="362058" y="4159145"/>
                  <a:pt x="332404" y="4250479"/>
                  <a:pt x="340786" y="4321136"/>
                </a:cubicBezTo>
                <a:cubicBezTo>
                  <a:pt x="341421" y="4376624"/>
                  <a:pt x="344189" y="4407708"/>
                  <a:pt x="343158" y="4429174"/>
                </a:cubicBezTo>
                <a:cubicBezTo>
                  <a:pt x="340948" y="4436304"/>
                  <a:pt x="337887" y="4443121"/>
                  <a:pt x="334599" y="4449938"/>
                </a:cubicBezTo>
                <a:lnTo>
                  <a:pt x="332890" y="4453515"/>
                </a:lnTo>
                <a:lnTo>
                  <a:pt x="331105" y="4467941"/>
                </a:lnTo>
                <a:lnTo>
                  <a:pt x="324289" y="4471861"/>
                </a:lnTo>
                <a:lnTo>
                  <a:pt x="317079" y="4493468"/>
                </a:lnTo>
                <a:cubicBezTo>
                  <a:pt x="315353" y="4501584"/>
                  <a:pt x="314639" y="4510343"/>
                  <a:pt x="315557" y="4520067"/>
                </a:cubicBezTo>
                <a:cubicBezTo>
                  <a:pt x="315451" y="4525669"/>
                  <a:pt x="315346" y="4531270"/>
                  <a:pt x="315240" y="4536872"/>
                </a:cubicBezTo>
                <a:lnTo>
                  <a:pt x="316200" y="4538297"/>
                </a:lnTo>
                <a:cubicBezTo>
                  <a:pt x="316738" y="4541182"/>
                  <a:pt x="316785" y="4544563"/>
                  <a:pt x="317507" y="4547582"/>
                </a:cubicBezTo>
                <a:cubicBezTo>
                  <a:pt x="322716" y="4552468"/>
                  <a:pt x="324912" y="4582137"/>
                  <a:pt x="323078" y="4592102"/>
                </a:cubicBezTo>
                <a:cubicBezTo>
                  <a:pt x="314597" y="4619728"/>
                  <a:pt x="334923" y="4645745"/>
                  <a:pt x="328722" y="4667914"/>
                </a:cubicBezTo>
                <a:cubicBezTo>
                  <a:pt x="330810" y="4685069"/>
                  <a:pt x="333803" y="4690356"/>
                  <a:pt x="335597" y="4695035"/>
                </a:cubicBezTo>
                <a:lnTo>
                  <a:pt x="339485" y="4695979"/>
                </a:lnTo>
                <a:lnTo>
                  <a:pt x="341089" y="4704268"/>
                </a:lnTo>
                <a:lnTo>
                  <a:pt x="342177" y="4706060"/>
                </a:lnTo>
                <a:cubicBezTo>
                  <a:pt x="344268" y="4709474"/>
                  <a:pt x="346234" y="4712931"/>
                  <a:pt x="347751" y="4716754"/>
                </a:cubicBezTo>
                <a:lnTo>
                  <a:pt x="344125" y="4764669"/>
                </a:lnTo>
                <a:lnTo>
                  <a:pt x="340188" y="4779386"/>
                </a:lnTo>
                <a:lnTo>
                  <a:pt x="335146" y="4787491"/>
                </a:lnTo>
                <a:lnTo>
                  <a:pt x="319124" y="4843514"/>
                </a:lnTo>
                <a:lnTo>
                  <a:pt x="305956" y="4881505"/>
                </a:lnTo>
                <a:lnTo>
                  <a:pt x="301062" y="4889332"/>
                </a:lnTo>
                <a:lnTo>
                  <a:pt x="302141" y="4899400"/>
                </a:lnTo>
                <a:cubicBezTo>
                  <a:pt x="302767" y="4900706"/>
                  <a:pt x="303536" y="4901803"/>
                  <a:pt x="304424" y="4902664"/>
                </a:cubicBezTo>
                <a:lnTo>
                  <a:pt x="293123" y="4932769"/>
                </a:lnTo>
                <a:lnTo>
                  <a:pt x="292275" y="4936482"/>
                </a:lnTo>
                <a:lnTo>
                  <a:pt x="288304" y="4962325"/>
                </a:lnTo>
                <a:cubicBezTo>
                  <a:pt x="288009" y="4988948"/>
                  <a:pt x="287715" y="5015570"/>
                  <a:pt x="287420" y="5042193"/>
                </a:cubicBezTo>
                <a:cubicBezTo>
                  <a:pt x="295373" y="5039737"/>
                  <a:pt x="281659" y="5060438"/>
                  <a:pt x="287020" y="5065655"/>
                </a:cubicBezTo>
                <a:cubicBezTo>
                  <a:pt x="291675" y="5068928"/>
                  <a:pt x="288601" y="5075970"/>
                  <a:pt x="288488" y="5082216"/>
                </a:cubicBezTo>
                <a:cubicBezTo>
                  <a:pt x="292282" y="5088207"/>
                  <a:pt x="287008" y="5117775"/>
                  <a:pt x="282763" y="5127114"/>
                </a:cubicBezTo>
                <a:cubicBezTo>
                  <a:pt x="267723" y="5152218"/>
                  <a:pt x="280799" y="5182399"/>
                  <a:pt x="269316" y="5202682"/>
                </a:cubicBezTo>
                <a:cubicBezTo>
                  <a:pt x="267050" y="5219969"/>
                  <a:pt x="268614" y="5225841"/>
                  <a:pt x="269174" y="5230835"/>
                </a:cubicBezTo>
                <a:lnTo>
                  <a:pt x="272679" y="5232660"/>
                </a:lnTo>
                <a:lnTo>
                  <a:pt x="272160" y="5241150"/>
                </a:lnTo>
                <a:lnTo>
                  <a:pt x="272760" y="5243156"/>
                </a:lnTo>
                <a:cubicBezTo>
                  <a:pt x="273922" y="5246984"/>
                  <a:pt x="274952" y="5250824"/>
                  <a:pt x="275462" y="5254919"/>
                </a:cubicBezTo>
                <a:cubicBezTo>
                  <a:pt x="258407" y="5258851"/>
                  <a:pt x="276976" y="5290392"/>
                  <a:pt x="262897" y="5286259"/>
                </a:cubicBezTo>
                <a:cubicBezTo>
                  <a:pt x="262724" y="5309439"/>
                  <a:pt x="239612" y="5337531"/>
                  <a:pt x="252761" y="5357801"/>
                </a:cubicBezTo>
                <a:cubicBezTo>
                  <a:pt x="248775" y="5392256"/>
                  <a:pt x="247799" y="5423412"/>
                  <a:pt x="242360" y="5460080"/>
                </a:cubicBezTo>
                <a:cubicBezTo>
                  <a:pt x="232632" y="5488478"/>
                  <a:pt x="242025" y="5519143"/>
                  <a:pt x="229880" y="5539714"/>
                </a:cubicBezTo>
                <a:cubicBezTo>
                  <a:pt x="230558" y="5572454"/>
                  <a:pt x="222150" y="5613340"/>
                  <a:pt x="204283" y="5639080"/>
                </a:cubicBezTo>
                <a:cubicBezTo>
                  <a:pt x="201596" y="5674226"/>
                  <a:pt x="191051" y="5680198"/>
                  <a:pt x="198948" y="5710958"/>
                </a:cubicBezTo>
                <a:cubicBezTo>
                  <a:pt x="196338" y="5713534"/>
                  <a:pt x="194185" y="5716550"/>
                  <a:pt x="192367" y="5719859"/>
                </a:cubicBezTo>
                <a:lnTo>
                  <a:pt x="188035" y="5729935"/>
                </a:lnTo>
                <a:lnTo>
                  <a:pt x="188428" y="5731182"/>
                </a:lnTo>
                <a:lnTo>
                  <a:pt x="181635" y="5753538"/>
                </a:lnTo>
                <a:lnTo>
                  <a:pt x="169744" y="5796307"/>
                </a:lnTo>
                <a:lnTo>
                  <a:pt x="170351" y="5796644"/>
                </a:lnTo>
                <a:cubicBezTo>
                  <a:pt x="171558" y="5797954"/>
                  <a:pt x="172173" y="5799948"/>
                  <a:pt x="171559" y="5803435"/>
                </a:cubicBezTo>
                <a:cubicBezTo>
                  <a:pt x="182664" y="5798231"/>
                  <a:pt x="175075" y="5805646"/>
                  <a:pt x="172284" y="5816391"/>
                </a:cubicBezTo>
                <a:cubicBezTo>
                  <a:pt x="188911" y="5810703"/>
                  <a:pt x="174844" y="5841128"/>
                  <a:pt x="182542" y="5846382"/>
                </a:cubicBezTo>
                <a:cubicBezTo>
                  <a:pt x="180118" y="5854404"/>
                  <a:pt x="177856" y="5862781"/>
                  <a:pt x="175877" y="5871336"/>
                </a:cubicBezTo>
                <a:lnTo>
                  <a:pt x="174910" y="5876376"/>
                </a:lnTo>
                <a:lnTo>
                  <a:pt x="175047" y="5876483"/>
                </a:lnTo>
                <a:cubicBezTo>
                  <a:pt x="175167" y="5877594"/>
                  <a:pt x="174973" y="5879257"/>
                  <a:pt x="174335" y="5881814"/>
                </a:cubicBezTo>
                <a:lnTo>
                  <a:pt x="171273" y="5895339"/>
                </a:lnTo>
                <a:cubicBezTo>
                  <a:pt x="171401" y="5896476"/>
                  <a:pt x="171530" y="5897612"/>
                  <a:pt x="171658" y="5898749"/>
                </a:cubicBezTo>
                <a:lnTo>
                  <a:pt x="174658" y="5919558"/>
                </a:lnTo>
                <a:cubicBezTo>
                  <a:pt x="173958" y="5933601"/>
                  <a:pt x="171208" y="5962838"/>
                  <a:pt x="169099" y="5984417"/>
                </a:cubicBezTo>
                <a:cubicBezTo>
                  <a:pt x="162916" y="6005205"/>
                  <a:pt x="164971" y="6025162"/>
                  <a:pt x="162007" y="6049043"/>
                </a:cubicBezTo>
                <a:cubicBezTo>
                  <a:pt x="150795" y="6073830"/>
                  <a:pt x="160091" y="6088483"/>
                  <a:pt x="156875" y="6114000"/>
                </a:cubicBezTo>
                <a:cubicBezTo>
                  <a:pt x="141597" y="6134477"/>
                  <a:pt x="163381" y="6133378"/>
                  <a:pt x="165441" y="6146938"/>
                </a:cubicBezTo>
                <a:lnTo>
                  <a:pt x="165177" y="6150658"/>
                </a:lnTo>
                <a:lnTo>
                  <a:pt x="161772" y="6160011"/>
                </a:lnTo>
                <a:lnTo>
                  <a:pt x="160051" y="6163393"/>
                </a:lnTo>
                <a:cubicBezTo>
                  <a:pt x="159032" y="6165775"/>
                  <a:pt x="158564" y="6167421"/>
                  <a:pt x="158473" y="6168628"/>
                </a:cubicBezTo>
                <a:cubicBezTo>
                  <a:pt x="158506" y="6168685"/>
                  <a:pt x="158540" y="6168742"/>
                  <a:pt x="158573" y="6168799"/>
                </a:cubicBezTo>
                <a:lnTo>
                  <a:pt x="146463" y="6196671"/>
                </a:lnTo>
                <a:cubicBezTo>
                  <a:pt x="152348" y="6205503"/>
                  <a:pt x="134460" y="6231012"/>
                  <a:pt x="150209" y="6232365"/>
                </a:cubicBezTo>
                <a:cubicBezTo>
                  <a:pt x="145821" y="6242321"/>
                  <a:pt x="137774" y="6246719"/>
                  <a:pt x="148544" y="6246162"/>
                </a:cubicBezTo>
                <a:cubicBezTo>
                  <a:pt x="147378" y="6249522"/>
                  <a:pt x="147566" y="6251866"/>
                  <a:pt x="148403" y="6253754"/>
                </a:cubicBezTo>
                <a:lnTo>
                  <a:pt x="138880" y="6276449"/>
                </a:lnTo>
                <a:cubicBezTo>
                  <a:pt x="138814" y="6277540"/>
                  <a:pt x="138749" y="6278630"/>
                  <a:pt x="138683" y="6279721"/>
                </a:cubicBezTo>
                <a:lnTo>
                  <a:pt x="130721" y="6293675"/>
                </a:lnTo>
                <a:lnTo>
                  <a:pt x="120717" y="6313967"/>
                </a:lnTo>
                <a:cubicBezTo>
                  <a:pt x="120758" y="6314457"/>
                  <a:pt x="120800" y="6314947"/>
                  <a:pt x="120841" y="6315437"/>
                </a:cubicBezTo>
                <a:lnTo>
                  <a:pt x="115208" y="6324024"/>
                </a:lnTo>
                <a:cubicBezTo>
                  <a:pt x="113007" y="6326672"/>
                  <a:pt x="103991" y="6364381"/>
                  <a:pt x="101217" y="6365923"/>
                </a:cubicBezTo>
                <a:lnTo>
                  <a:pt x="74946" y="6556817"/>
                </a:lnTo>
                <a:cubicBezTo>
                  <a:pt x="55357" y="6665926"/>
                  <a:pt x="35695" y="6744075"/>
                  <a:pt x="16001" y="6808678"/>
                </a:cubicBezTo>
                <a:lnTo>
                  <a:pt x="0" y="6858000"/>
                </a:lnTo>
                <a:lnTo>
                  <a:pt x="5734864" y="6858000"/>
                </a:lnTo>
                <a:lnTo>
                  <a:pt x="5734864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185FCD2-98E9-F0B5-9050-2F0995EB40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3408" y="992094"/>
            <a:ext cx="3616913" cy="279516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Demo	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BBD861-187F-2089-C36F-A4A931E445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6287" y="4121253"/>
            <a:ext cx="3125337" cy="1136843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Native JSON in SQL Server 2025</a:t>
            </a:r>
          </a:p>
        </p:txBody>
      </p:sp>
      <p:pic>
        <p:nvPicPr>
          <p:cNvPr id="6" name="Picture 5" descr="JSON Editor Online: edit JSON, format JSON, query JSON">
            <a:extLst>
              <a:ext uri="{FF2B5EF4-FFF2-40B4-BE49-F238E27FC236}">
                <a16:creationId xmlns:a16="http://schemas.microsoft.com/office/drawing/2014/main" id="{53AEFD12-D220-567B-5249-C6AA9A707F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5751" y="1589116"/>
            <a:ext cx="5708649" cy="3649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1326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92AAF27-6FF4-A0E1-B50C-2DEECBF8D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US" sz="3800"/>
              <a:t>T-SQL Enhancements — Regular Expressions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Content Placeholder 4">
            <a:extLst>
              <a:ext uri="{FF2B5EF4-FFF2-40B4-BE49-F238E27FC236}">
                <a16:creationId xmlns:a16="http://schemas.microsoft.com/office/drawing/2014/main" id="{E817CA23-E3DC-5F54-937B-8FCBB35CAF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90841067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781433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E56AB-93A4-5FAB-352E-A94C67863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T-SQL Enhancements — String and Data Functions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DF48E97-53FD-6412-8533-A23916D4C4F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8268086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4BDF2B-0ACB-4C20-6E4B-11BE02020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n-US" sz="4800"/>
              <a:t>T-SQL Enhancements — Aggregates and Matching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9CD5F37-904E-FB2F-51FD-3D0035679EA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55941518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1063774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C54F4CE-85F0-46ED-80DA-9518C9251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ADD1FCA-8ACB-4958-81DD-4CDD6D3E1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802086" cy="6858000"/>
          </a:xfrm>
          <a:custGeom>
            <a:avLst/>
            <a:gdLst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9647 w 5734864"/>
              <a:gd name="connsiteY33" fmla="*/ 1936120 h 6858000"/>
              <a:gd name="connsiteX34" fmla="*/ 714660 w 5734864"/>
              <a:gd name="connsiteY34" fmla="*/ 1982709 h 6858000"/>
              <a:gd name="connsiteX35" fmla="*/ 710759 w 5734864"/>
              <a:gd name="connsiteY35" fmla="*/ 2013010 h 6858000"/>
              <a:gd name="connsiteX36" fmla="*/ 697927 w 5734864"/>
              <a:gd name="connsiteY36" fmla="*/ 2069833 h 6858000"/>
              <a:gd name="connsiteX37" fmla="*/ 693594 w 5734864"/>
              <a:gd name="connsiteY37" fmla="*/ 2103731 h 6858000"/>
              <a:gd name="connsiteX38" fmla="*/ 691109 w 5734864"/>
              <a:gd name="connsiteY38" fmla="*/ 2124027 h 6858000"/>
              <a:gd name="connsiteX39" fmla="*/ 676593 w 5734864"/>
              <a:gd name="connsiteY39" fmla="*/ 2176182 h 6858000"/>
              <a:gd name="connsiteX40" fmla="*/ 633227 w 5734864"/>
              <a:gd name="connsiteY40" fmla="*/ 2258036 h 6858000"/>
              <a:gd name="connsiteX41" fmla="*/ 625564 w 5734864"/>
              <a:gd name="connsiteY41" fmla="*/ 2284567 h 6858000"/>
              <a:gd name="connsiteX42" fmla="*/ 627074 w 5734864"/>
              <a:gd name="connsiteY42" fmla="*/ 2289605 h 6858000"/>
              <a:gd name="connsiteX43" fmla="*/ 614574 w 5734864"/>
              <a:gd name="connsiteY43" fmla="*/ 2308717 h 6858000"/>
              <a:gd name="connsiteX44" fmla="*/ 606890 w 5734864"/>
              <a:gd name="connsiteY44" fmla="*/ 2320662 h 6858000"/>
              <a:gd name="connsiteX45" fmla="*/ 605558 w 5734864"/>
              <a:gd name="connsiteY45" fmla="*/ 2327897 h 6858000"/>
              <a:gd name="connsiteX46" fmla="*/ 602202 w 5734864"/>
              <a:gd name="connsiteY46" fmla="*/ 2357749 h 6858000"/>
              <a:gd name="connsiteX47" fmla="*/ 600213 w 5734864"/>
              <a:gd name="connsiteY47" fmla="*/ 2364905 h 6858000"/>
              <a:gd name="connsiteX48" fmla="*/ 597160 w 5734864"/>
              <a:gd name="connsiteY48" fmla="*/ 2388351 h 6858000"/>
              <a:gd name="connsiteX49" fmla="*/ 597982 w 5734864"/>
              <a:gd name="connsiteY49" fmla="*/ 2402296 h 6858000"/>
              <a:gd name="connsiteX50" fmla="*/ 593150 w 5734864"/>
              <a:gd name="connsiteY50" fmla="*/ 2420015 h 6858000"/>
              <a:gd name="connsiteX51" fmla="*/ 592833 w 5734864"/>
              <a:gd name="connsiteY51" fmla="*/ 2422749 h 6858000"/>
              <a:gd name="connsiteX52" fmla="*/ 594479 w 5734864"/>
              <a:gd name="connsiteY52" fmla="*/ 2426002 h 6858000"/>
              <a:gd name="connsiteX53" fmla="*/ 591963 w 5734864"/>
              <a:gd name="connsiteY53" fmla="*/ 2431950 h 6858000"/>
              <a:gd name="connsiteX54" fmla="*/ 591544 w 5734864"/>
              <a:gd name="connsiteY54" fmla="*/ 2433897 h 6858000"/>
              <a:gd name="connsiteX55" fmla="*/ 589519 w 5734864"/>
              <a:gd name="connsiteY55" fmla="*/ 2451398 h 6858000"/>
              <a:gd name="connsiteX56" fmla="*/ 590037 w 5734864"/>
              <a:gd name="connsiteY56" fmla="*/ 2455536 h 6858000"/>
              <a:gd name="connsiteX57" fmla="*/ 588179 w 5734864"/>
              <a:gd name="connsiteY57" fmla="*/ 2462981 h 6858000"/>
              <a:gd name="connsiteX58" fmla="*/ 583434 w 5734864"/>
              <a:gd name="connsiteY58" fmla="*/ 2503991 h 6858000"/>
              <a:gd name="connsiteX59" fmla="*/ 567942 w 5734864"/>
              <a:gd name="connsiteY59" fmla="*/ 2652936 h 6858000"/>
              <a:gd name="connsiteX60" fmla="*/ 573869 w 5734864"/>
              <a:gd name="connsiteY60" fmla="*/ 2670188 h 6858000"/>
              <a:gd name="connsiteX61" fmla="*/ 575243 w 5734864"/>
              <a:gd name="connsiteY61" fmla="*/ 2688114 h 6858000"/>
              <a:gd name="connsiteX62" fmla="*/ 573824 w 5734864"/>
              <a:gd name="connsiteY62" fmla="*/ 2689856 h 6858000"/>
              <a:gd name="connsiteX63" fmla="*/ 570699 w 5734864"/>
              <a:gd name="connsiteY63" fmla="*/ 2709353 h 6858000"/>
              <a:gd name="connsiteX64" fmla="*/ 573192 w 5734864"/>
              <a:gd name="connsiteY64" fmla="*/ 2714527 h 6858000"/>
              <a:gd name="connsiteX65" fmla="*/ 572044 w 5734864"/>
              <a:gd name="connsiteY65" fmla="*/ 2728187 h 6858000"/>
              <a:gd name="connsiteX66" fmla="*/ 572465 w 5734864"/>
              <a:gd name="connsiteY66" fmla="*/ 2755863 h 6858000"/>
              <a:gd name="connsiteX67" fmla="*/ 570028 w 5734864"/>
              <a:gd name="connsiteY67" fmla="*/ 2760324 h 6858000"/>
              <a:gd name="connsiteX68" fmla="*/ 566748 w 5734864"/>
              <a:gd name="connsiteY68" fmla="*/ 2800948 h 6858000"/>
              <a:gd name="connsiteX69" fmla="*/ 565509 w 5734864"/>
              <a:gd name="connsiteY69" fmla="*/ 2801167 h 6858000"/>
              <a:gd name="connsiteX70" fmla="*/ 559367 w 5734864"/>
              <a:gd name="connsiteY70" fmla="*/ 2811129 h 6858000"/>
              <a:gd name="connsiteX71" fmla="*/ 550354 w 5734864"/>
              <a:gd name="connsiteY71" fmla="*/ 2830949 h 6858000"/>
              <a:gd name="connsiteX72" fmla="*/ 514795 w 5734864"/>
              <a:gd name="connsiteY72" fmla="*/ 2872433 h 6858000"/>
              <a:gd name="connsiteX73" fmla="*/ 509875 w 5734864"/>
              <a:gd name="connsiteY73" fmla="*/ 2923099 h 6858000"/>
              <a:gd name="connsiteX74" fmla="*/ 509577 w 5734864"/>
              <a:gd name="connsiteY74" fmla="*/ 2923197 h 6858000"/>
              <a:gd name="connsiteX75" fmla="*/ 507597 w 5734864"/>
              <a:gd name="connsiteY75" fmla="*/ 2931868 h 6858000"/>
              <a:gd name="connsiteX76" fmla="*/ 507379 w 5734864"/>
              <a:gd name="connsiteY76" fmla="*/ 2938322 h 6858000"/>
              <a:gd name="connsiteX77" fmla="*/ 504725 w 5734864"/>
              <a:gd name="connsiteY77" fmla="*/ 2954519 h 6858000"/>
              <a:gd name="connsiteX78" fmla="*/ 502018 w 5734864"/>
              <a:gd name="connsiteY78" fmla="*/ 2959643 h 6858000"/>
              <a:gd name="connsiteX79" fmla="*/ 498360 w 5734864"/>
              <a:gd name="connsiteY79" fmla="*/ 2961019 h 6858000"/>
              <a:gd name="connsiteX80" fmla="*/ 498483 w 5734864"/>
              <a:gd name="connsiteY80" fmla="*/ 2962590 h 6858000"/>
              <a:gd name="connsiteX81" fmla="*/ 484403 w 5734864"/>
              <a:gd name="connsiteY81" fmla="*/ 2990538 h 6858000"/>
              <a:gd name="connsiteX82" fmla="*/ 463075 w 5734864"/>
              <a:gd name="connsiteY82" fmla="*/ 3055956 h 6858000"/>
              <a:gd name="connsiteX83" fmla="*/ 455013 w 5734864"/>
              <a:gd name="connsiteY83" fmla="*/ 3094482 h 6858000"/>
              <a:gd name="connsiteX84" fmla="*/ 428391 w 5734864"/>
              <a:gd name="connsiteY84" fmla="*/ 3198850 h 6858000"/>
              <a:gd name="connsiteX85" fmla="*/ 401440 w 5734864"/>
              <a:gd name="connsiteY85" fmla="*/ 3307560 h 6858000"/>
              <a:gd name="connsiteX86" fmla="*/ 386076 w 5734864"/>
              <a:gd name="connsiteY86" fmla="*/ 3373943 h 6858000"/>
              <a:gd name="connsiteX87" fmla="*/ 374726 w 5734864"/>
              <a:gd name="connsiteY87" fmla="*/ 3381364 h 6858000"/>
              <a:gd name="connsiteX88" fmla="*/ 369145 w 5734864"/>
              <a:gd name="connsiteY88" fmla="*/ 3383729 h 6858000"/>
              <a:gd name="connsiteX89" fmla="*/ 364294 w 5734864"/>
              <a:gd name="connsiteY89" fmla="*/ 3414159 h 6858000"/>
              <a:gd name="connsiteX90" fmla="*/ 366450 w 5734864"/>
              <a:gd name="connsiteY90" fmla="*/ 3436925 h 6858000"/>
              <a:gd name="connsiteX91" fmla="*/ 351743 w 5734864"/>
              <a:gd name="connsiteY91" fmla="*/ 3521619 h 6858000"/>
              <a:gd name="connsiteX92" fmla="*/ 345784 w 5734864"/>
              <a:gd name="connsiteY92" fmla="*/ 3603757 h 6858000"/>
              <a:gd name="connsiteX93" fmla="*/ 344198 w 5734864"/>
              <a:gd name="connsiteY93" fmla="*/ 3652424 h 6858000"/>
              <a:gd name="connsiteX94" fmla="*/ 352450 w 5734864"/>
              <a:gd name="connsiteY94" fmla="*/ 3665222 h 6858000"/>
              <a:gd name="connsiteX95" fmla="*/ 342621 w 5734864"/>
              <a:gd name="connsiteY95" fmla="*/ 3700804 h 6858000"/>
              <a:gd name="connsiteX96" fmla="*/ 341514 w 5734864"/>
              <a:gd name="connsiteY96" fmla="*/ 3734774 h 6858000"/>
              <a:gd name="connsiteX97" fmla="*/ 340607 w 5734864"/>
              <a:gd name="connsiteY97" fmla="*/ 3785153 h 6858000"/>
              <a:gd name="connsiteX98" fmla="*/ 340707 w 5734864"/>
              <a:gd name="connsiteY98" fmla="*/ 3788177 h 6858000"/>
              <a:gd name="connsiteX99" fmla="*/ 340361 w 5734864"/>
              <a:gd name="connsiteY99" fmla="*/ 3798803 h 6858000"/>
              <a:gd name="connsiteX100" fmla="*/ 339642 w 5734864"/>
              <a:gd name="connsiteY100" fmla="*/ 3838750 h 6858000"/>
              <a:gd name="connsiteX101" fmla="*/ 360295 w 5734864"/>
              <a:gd name="connsiteY101" fmla="*/ 4015196 h 6858000"/>
              <a:gd name="connsiteX102" fmla="*/ 339043 w 5734864"/>
              <a:gd name="connsiteY102" fmla="*/ 4052778 h 6858000"/>
              <a:gd name="connsiteX103" fmla="*/ 339343 w 5734864"/>
              <a:gd name="connsiteY103" fmla="*/ 4096257 h 6858000"/>
              <a:gd name="connsiteX104" fmla="*/ 340786 w 5734864"/>
              <a:gd name="connsiteY104" fmla="*/ 4321136 h 6858000"/>
              <a:gd name="connsiteX105" fmla="*/ 343158 w 5734864"/>
              <a:gd name="connsiteY105" fmla="*/ 4429174 h 6858000"/>
              <a:gd name="connsiteX106" fmla="*/ 334599 w 5734864"/>
              <a:gd name="connsiteY106" fmla="*/ 4449938 h 6858000"/>
              <a:gd name="connsiteX107" fmla="*/ 332890 w 5734864"/>
              <a:gd name="connsiteY107" fmla="*/ 4453515 h 6858000"/>
              <a:gd name="connsiteX108" fmla="*/ 331105 w 5734864"/>
              <a:gd name="connsiteY108" fmla="*/ 4467941 h 6858000"/>
              <a:gd name="connsiteX109" fmla="*/ 324289 w 5734864"/>
              <a:gd name="connsiteY109" fmla="*/ 4471861 h 6858000"/>
              <a:gd name="connsiteX110" fmla="*/ 317079 w 5734864"/>
              <a:gd name="connsiteY110" fmla="*/ 4493468 h 6858000"/>
              <a:gd name="connsiteX111" fmla="*/ 315557 w 5734864"/>
              <a:gd name="connsiteY111" fmla="*/ 4520067 h 6858000"/>
              <a:gd name="connsiteX112" fmla="*/ 315240 w 5734864"/>
              <a:gd name="connsiteY112" fmla="*/ 4536872 h 6858000"/>
              <a:gd name="connsiteX113" fmla="*/ 316200 w 5734864"/>
              <a:gd name="connsiteY113" fmla="*/ 4538297 h 6858000"/>
              <a:gd name="connsiteX114" fmla="*/ 317507 w 5734864"/>
              <a:gd name="connsiteY114" fmla="*/ 4547582 h 6858000"/>
              <a:gd name="connsiteX115" fmla="*/ 323078 w 5734864"/>
              <a:gd name="connsiteY115" fmla="*/ 4592102 h 6858000"/>
              <a:gd name="connsiteX116" fmla="*/ 328722 w 5734864"/>
              <a:gd name="connsiteY116" fmla="*/ 4667914 h 6858000"/>
              <a:gd name="connsiteX117" fmla="*/ 335597 w 5734864"/>
              <a:gd name="connsiteY117" fmla="*/ 4695035 h 6858000"/>
              <a:gd name="connsiteX118" fmla="*/ 339485 w 5734864"/>
              <a:gd name="connsiteY118" fmla="*/ 4695979 h 6858000"/>
              <a:gd name="connsiteX119" fmla="*/ 341089 w 5734864"/>
              <a:gd name="connsiteY119" fmla="*/ 4704268 h 6858000"/>
              <a:gd name="connsiteX120" fmla="*/ 342177 w 5734864"/>
              <a:gd name="connsiteY120" fmla="*/ 4706060 h 6858000"/>
              <a:gd name="connsiteX121" fmla="*/ 347751 w 5734864"/>
              <a:gd name="connsiteY121" fmla="*/ 4716754 h 6858000"/>
              <a:gd name="connsiteX122" fmla="*/ 344125 w 5734864"/>
              <a:gd name="connsiteY122" fmla="*/ 4764669 h 6858000"/>
              <a:gd name="connsiteX123" fmla="*/ 340188 w 5734864"/>
              <a:gd name="connsiteY123" fmla="*/ 4779386 h 6858000"/>
              <a:gd name="connsiteX124" fmla="*/ 335146 w 5734864"/>
              <a:gd name="connsiteY124" fmla="*/ 4787491 h 6858000"/>
              <a:gd name="connsiteX125" fmla="*/ 319124 w 5734864"/>
              <a:gd name="connsiteY125" fmla="*/ 4843514 h 6858000"/>
              <a:gd name="connsiteX126" fmla="*/ 305956 w 5734864"/>
              <a:gd name="connsiteY126" fmla="*/ 4881505 h 6858000"/>
              <a:gd name="connsiteX127" fmla="*/ 301062 w 5734864"/>
              <a:gd name="connsiteY127" fmla="*/ 4889332 h 6858000"/>
              <a:gd name="connsiteX128" fmla="*/ 302141 w 5734864"/>
              <a:gd name="connsiteY128" fmla="*/ 4899400 h 6858000"/>
              <a:gd name="connsiteX129" fmla="*/ 304424 w 5734864"/>
              <a:gd name="connsiteY129" fmla="*/ 4902664 h 6858000"/>
              <a:gd name="connsiteX130" fmla="*/ 293123 w 5734864"/>
              <a:gd name="connsiteY130" fmla="*/ 4932769 h 6858000"/>
              <a:gd name="connsiteX131" fmla="*/ 292275 w 5734864"/>
              <a:gd name="connsiteY131" fmla="*/ 4936482 h 6858000"/>
              <a:gd name="connsiteX132" fmla="*/ 288304 w 5734864"/>
              <a:gd name="connsiteY132" fmla="*/ 4962325 h 6858000"/>
              <a:gd name="connsiteX133" fmla="*/ 287420 w 5734864"/>
              <a:gd name="connsiteY133" fmla="*/ 5042193 h 6858000"/>
              <a:gd name="connsiteX134" fmla="*/ 287020 w 5734864"/>
              <a:gd name="connsiteY134" fmla="*/ 5065655 h 6858000"/>
              <a:gd name="connsiteX135" fmla="*/ 288488 w 5734864"/>
              <a:gd name="connsiteY135" fmla="*/ 5082216 h 6858000"/>
              <a:gd name="connsiteX136" fmla="*/ 282763 w 5734864"/>
              <a:gd name="connsiteY136" fmla="*/ 5127114 h 6858000"/>
              <a:gd name="connsiteX137" fmla="*/ 269316 w 5734864"/>
              <a:gd name="connsiteY137" fmla="*/ 5202682 h 6858000"/>
              <a:gd name="connsiteX138" fmla="*/ 269174 w 5734864"/>
              <a:gd name="connsiteY138" fmla="*/ 5230835 h 6858000"/>
              <a:gd name="connsiteX139" fmla="*/ 272679 w 5734864"/>
              <a:gd name="connsiteY139" fmla="*/ 5232660 h 6858000"/>
              <a:gd name="connsiteX140" fmla="*/ 272160 w 5734864"/>
              <a:gd name="connsiteY140" fmla="*/ 5241150 h 6858000"/>
              <a:gd name="connsiteX141" fmla="*/ 272760 w 5734864"/>
              <a:gd name="connsiteY141" fmla="*/ 5243156 h 6858000"/>
              <a:gd name="connsiteX142" fmla="*/ 275462 w 5734864"/>
              <a:gd name="connsiteY142" fmla="*/ 5254919 h 6858000"/>
              <a:gd name="connsiteX143" fmla="*/ 262897 w 5734864"/>
              <a:gd name="connsiteY143" fmla="*/ 5286259 h 6858000"/>
              <a:gd name="connsiteX144" fmla="*/ 252761 w 5734864"/>
              <a:gd name="connsiteY144" fmla="*/ 5357801 h 6858000"/>
              <a:gd name="connsiteX145" fmla="*/ 242360 w 5734864"/>
              <a:gd name="connsiteY145" fmla="*/ 5460080 h 6858000"/>
              <a:gd name="connsiteX146" fmla="*/ 229880 w 5734864"/>
              <a:gd name="connsiteY146" fmla="*/ 5539714 h 6858000"/>
              <a:gd name="connsiteX147" fmla="*/ 204283 w 5734864"/>
              <a:gd name="connsiteY147" fmla="*/ 5639080 h 6858000"/>
              <a:gd name="connsiteX148" fmla="*/ 198948 w 5734864"/>
              <a:gd name="connsiteY148" fmla="*/ 5710958 h 6858000"/>
              <a:gd name="connsiteX149" fmla="*/ 192367 w 5734864"/>
              <a:gd name="connsiteY149" fmla="*/ 5719859 h 6858000"/>
              <a:gd name="connsiteX150" fmla="*/ 188035 w 5734864"/>
              <a:gd name="connsiteY150" fmla="*/ 5729935 h 6858000"/>
              <a:gd name="connsiteX151" fmla="*/ 188428 w 5734864"/>
              <a:gd name="connsiteY151" fmla="*/ 5731182 h 6858000"/>
              <a:gd name="connsiteX152" fmla="*/ 181635 w 5734864"/>
              <a:gd name="connsiteY152" fmla="*/ 5753538 h 6858000"/>
              <a:gd name="connsiteX153" fmla="*/ 169744 w 5734864"/>
              <a:gd name="connsiteY153" fmla="*/ 5796307 h 6858000"/>
              <a:gd name="connsiteX154" fmla="*/ 170351 w 5734864"/>
              <a:gd name="connsiteY154" fmla="*/ 5796644 h 6858000"/>
              <a:gd name="connsiteX155" fmla="*/ 171559 w 5734864"/>
              <a:gd name="connsiteY155" fmla="*/ 5803435 h 6858000"/>
              <a:gd name="connsiteX156" fmla="*/ 172284 w 5734864"/>
              <a:gd name="connsiteY156" fmla="*/ 5816391 h 6858000"/>
              <a:gd name="connsiteX157" fmla="*/ 182542 w 5734864"/>
              <a:gd name="connsiteY157" fmla="*/ 5846382 h 6858000"/>
              <a:gd name="connsiteX158" fmla="*/ 175877 w 5734864"/>
              <a:gd name="connsiteY158" fmla="*/ 5871336 h 6858000"/>
              <a:gd name="connsiteX159" fmla="*/ 174910 w 5734864"/>
              <a:gd name="connsiteY159" fmla="*/ 5876376 h 6858000"/>
              <a:gd name="connsiteX160" fmla="*/ 175047 w 5734864"/>
              <a:gd name="connsiteY160" fmla="*/ 5876483 h 6858000"/>
              <a:gd name="connsiteX161" fmla="*/ 174335 w 5734864"/>
              <a:gd name="connsiteY161" fmla="*/ 5881814 h 6858000"/>
              <a:gd name="connsiteX162" fmla="*/ 171273 w 5734864"/>
              <a:gd name="connsiteY162" fmla="*/ 5895339 h 6858000"/>
              <a:gd name="connsiteX163" fmla="*/ 171658 w 5734864"/>
              <a:gd name="connsiteY163" fmla="*/ 5898749 h 6858000"/>
              <a:gd name="connsiteX164" fmla="*/ 174658 w 5734864"/>
              <a:gd name="connsiteY164" fmla="*/ 5919558 h 6858000"/>
              <a:gd name="connsiteX165" fmla="*/ 169099 w 5734864"/>
              <a:gd name="connsiteY165" fmla="*/ 5984417 h 6858000"/>
              <a:gd name="connsiteX166" fmla="*/ 162007 w 5734864"/>
              <a:gd name="connsiteY166" fmla="*/ 6049043 h 6858000"/>
              <a:gd name="connsiteX167" fmla="*/ 156875 w 5734864"/>
              <a:gd name="connsiteY167" fmla="*/ 6114000 h 6858000"/>
              <a:gd name="connsiteX168" fmla="*/ 165441 w 5734864"/>
              <a:gd name="connsiteY168" fmla="*/ 6146938 h 6858000"/>
              <a:gd name="connsiteX169" fmla="*/ 165177 w 5734864"/>
              <a:gd name="connsiteY169" fmla="*/ 6150658 h 6858000"/>
              <a:gd name="connsiteX170" fmla="*/ 161772 w 5734864"/>
              <a:gd name="connsiteY170" fmla="*/ 6160011 h 6858000"/>
              <a:gd name="connsiteX171" fmla="*/ 160051 w 5734864"/>
              <a:gd name="connsiteY171" fmla="*/ 6163393 h 6858000"/>
              <a:gd name="connsiteX172" fmla="*/ 158473 w 5734864"/>
              <a:gd name="connsiteY172" fmla="*/ 6168628 h 6858000"/>
              <a:gd name="connsiteX173" fmla="*/ 158573 w 5734864"/>
              <a:gd name="connsiteY173" fmla="*/ 6168799 h 6858000"/>
              <a:gd name="connsiteX174" fmla="*/ 146463 w 5734864"/>
              <a:gd name="connsiteY174" fmla="*/ 6196671 h 6858000"/>
              <a:gd name="connsiteX175" fmla="*/ 150209 w 5734864"/>
              <a:gd name="connsiteY175" fmla="*/ 6232365 h 6858000"/>
              <a:gd name="connsiteX176" fmla="*/ 148544 w 5734864"/>
              <a:gd name="connsiteY176" fmla="*/ 6246162 h 6858000"/>
              <a:gd name="connsiteX177" fmla="*/ 148403 w 5734864"/>
              <a:gd name="connsiteY177" fmla="*/ 6253754 h 6858000"/>
              <a:gd name="connsiteX178" fmla="*/ 138880 w 5734864"/>
              <a:gd name="connsiteY178" fmla="*/ 6276449 h 6858000"/>
              <a:gd name="connsiteX179" fmla="*/ 138683 w 5734864"/>
              <a:gd name="connsiteY179" fmla="*/ 6279721 h 6858000"/>
              <a:gd name="connsiteX180" fmla="*/ 130721 w 5734864"/>
              <a:gd name="connsiteY180" fmla="*/ 6293675 h 6858000"/>
              <a:gd name="connsiteX181" fmla="*/ 120717 w 5734864"/>
              <a:gd name="connsiteY181" fmla="*/ 6313967 h 6858000"/>
              <a:gd name="connsiteX182" fmla="*/ 120841 w 5734864"/>
              <a:gd name="connsiteY182" fmla="*/ 6315437 h 6858000"/>
              <a:gd name="connsiteX183" fmla="*/ 115208 w 5734864"/>
              <a:gd name="connsiteY183" fmla="*/ 6324024 h 6858000"/>
              <a:gd name="connsiteX184" fmla="*/ 101217 w 5734864"/>
              <a:gd name="connsiteY184" fmla="*/ 6365923 h 6858000"/>
              <a:gd name="connsiteX185" fmla="*/ 74946 w 5734864"/>
              <a:gd name="connsiteY185" fmla="*/ 6556817 h 6858000"/>
              <a:gd name="connsiteX186" fmla="*/ 16001 w 5734864"/>
              <a:gd name="connsiteY186" fmla="*/ 6808678 h 6858000"/>
              <a:gd name="connsiteX187" fmla="*/ 0 w 5734864"/>
              <a:gd name="connsiteY187" fmla="*/ 6858000 h 6858000"/>
              <a:gd name="connsiteX188" fmla="*/ 5734864 w 5734864"/>
              <a:gd name="connsiteY188" fmla="*/ 685800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4660 w 5734864"/>
              <a:gd name="connsiteY33" fmla="*/ 1982709 h 6858000"/>
              <a:gd name="connsiteX34" fmla="*/ 710759 w 5734864"/>
              <a:gd name="connsiteY34" fmla="*/ 2013010 h 6858000"/>
              <a:gd name="connsiteX35" fmla="*/ 697927 w 5734864"/>
              <a:gd name="connsiteY35" fmla="*/ 2069833 h 6858000"/>
              <a:gd name="connsiteX36" fmla="*/ 693594 w 5734864"/>
              <a:gd name="connsiteY36" fmla="*/ 2103731 h 6858000"/>
              <a:gd name="connsiteX37" fmla="*/ 691109 w 5734864"/>
              <a:gd name="connsiteY37" fmla="*/ 2124027 h 6858000"/>
              <a:gd name="connsiteX38" fmla="*/ 676593 w 5734864"/>
              <a:gd name="connsiteY38" fmla="*/ 2176182 h 6858000"/>
              <a:gd name="connsiteX39" fmla="*/ 633227 w 5734864"/>
              <a:gd name="connsiteY39" fmla="*/ 2258036 h 6858000"/>
              <a:gd name="connsiteX40" fmla="*/ 625564 w 5734864"/>
              <a:gd name="connsiteY40" fmla="*/ 2284567 h 6858000"/>
              <a:gd name="connsiteX41" fmla="*/ 627074 w 5734864"/>
              <a:gd name="connsiteY41" fmla="*/ 2289605 h 6858000"/>
              <a:gd name="connsiteX42" fmla="*/ 614574 w 5734864"/>
              <a:gd name="connsiteY42" fmla="*/ 2308717 h 6858000"/>
              <a:gd name="connsiteX43" fmla="*/ 606890 w 5734864"/>
              <a:gd name="connsiteY43" fmla="*/ 2320662 h 6858000"/>
              <a:gd name="connsiteX44" fmla="*/ 605558 w 5734864"/>
              <a:gd name="connsiteY44" fmla="*/ 2327897 h 6858000"/>
              <a:gd name="connsiteX45" fmla="*/ 602202 w 5734864"/>
              <a:gd name="connsiteY45" fmla="*/ 2357749 h 6858000"/>
              <a:gd name="connsiteX46" fmla="*/ 600213 w 5734864"/>
              <a:gd name="connsiteY46" fmla="*/ 2364905 h 6858000"/>
              <a:gd name="connsiteX47" fmla="*/ 597160 w 5734864"/>
              <a:gd name="connsiteY47" fmla="*/ 2388351 h 6858000"/>
              <a:gd name="connsiteX48" fmla="*/ 597982 w 5734864"/>
              <a:gd name="connsiteY48" fmla="*/ 2402296 h 6858000"/>
              <a:gd name="connsiteX49" fmla="*/ 593150 w 5734864"/>
              <a:gd name="connsiteY49" fmla="*/ 2420015 h 6858000"/>
              <a:gd name="connsiteX50" fmla="*/ 592833 w 5734864"/>
              <a:gd name="connsiteY50" fmla="*/ 2422749 h 6858000"/>
              <a:gd name="connsiteX51" fmla="*/ 594479 w 5734864"/>
              <a:gd name="connsiteY51" fmla="*/ 2426002 h 6858000"/>
              <a:gd name="connsiteX52" fmla="*/ 591963 w 5734864"/>
              <a:gd name="connsiteY52" fmla="*/ 2431950 h 6858000"/>
              <a:gd name="connsiteX53" fmla="*/ 591544 w 5734864"/>
              <a:gd name="connsiteY53" fmla="*/ 2433897 h 6858000"/>
              <a:gd name="connsiteX54" fmla="*/ 589519 w 5734864"/>
              <a:gd name="connsiteY54" fmla="*/ 2451398 h 6858000"/>
              <a:gd name="connsiteX55" fmla="*/ 590037 w 5734864"/>
              <a:gd name="connsiteY55" fmla="*/ 2455536 h 6858000"/>
              <a:gd name="connsiteX56" fmla="*/ 588179 w 5734864"/>
              <a:gd name="connsiteY56" fmla="*/ 2462981 h 6858000"/>
              <a:gd name="connsiteX57" fmla="*/ 583434 w 5734864"/>
              <a:gd name="connsiteY57" fmla="*/ 2503991 h 6858000"/>
              <a:gd name="connsiteX58" fmla="*/ 567942 w 5734864"/>
              <a:gd name="connsiteY58" fmla="*/ 2652936 h 6858000"/>
              <a:gd name="connsiteX59" fmla="*/ 573869 w 5734864"/>
              <a:gd name="connsiteY59" fmla="*/ 2670188 h 6858000"/>
              <a:gd name="connsiteX60" fmla="*/ 575243 w 5734864"/>
              <a:gd name="connsiteY60" fmla="*/ 2688114 h 6858000"/>
              <a:gd name="connsiteX61" fmla="*/ 573824 w 5734864"/>
              <a:gd name="connsiteY61" fmla="*/ 2689856 h 6858000"/>
              <a:gd name="connsiteX62" fmla="*/ 570699 w 5734864"/>
              <a:gd name="connsiteY62" fmla="*/ 2709353 h 6858000"/>
              <a:gd name="connsiteX63" fmla="*/ 573192 w 5734864"/>
              <a:gd name="connsiteY63" fmla="*/ 2714527 h 6858000"/>
              <a:gd name="connsiteX64" fmla="*/ 572044 w 5734864"/>
              <a:gd name="connsiteY64" fmla="*/ 2728187 h 6858000"/>
              <a:gd name="connsiteX65" fmla="*/ 572465 w 5734864"/>
              <a:gd name="connsiteY65" fmla="*/ 2755863 h 6858000"/>
              <a:gd name="connsiteX66" fmla="*/ 570028 w 5734864"/>
              <a:gd name="connsiteY66" fmla="*/ 2760324 h 6858000"/>
              <a:gd name="connsiteX67" fmla="*/ 566748 w 5734864"/>
              <a:gd name="connsiteY67" fmla="*/ 2800948 h 6858000"/>
              <a:gd name="connsiteX68" fmla="*/ 565509 w 5734864"/>
              <a:gd name="connsiteY68" fmla="*/ 2801167 h 6858000"/>
              <a:gd name="connsiteX69" fmla="*/ 559367 w 5734864"/>
              <a:gd name="connsiteY69" fmla="*/ 2811129 h 6858000"/>
              <a:gd name="connsiteX70" fmla="*/ 550354 w 5734864"/>
              <a:gd name="connsiteY70" fmla="*/ 2830949 h 6858000"/>
              <a:gd name="connsiteX71" fmla="*/ 514795 w 5734864"/>
              <a:gd name="connsiteY71" fmla="*/ 2872433 h 6858000"/>
              <a:gd name="connsiteX72" fmla="*/ 509875 w 5734864"/>
              <a:gd name="connsiteY72" fmla="*/ 2923099 h 6858000"/>
              <a:gd name="connsiteX73" fmla="*/ 509577 w 5734864"/>
              <a:gd name="connsiteY73" fmla="*/ 2923197 h 6858000"/>
              <a:gd name="connsiteX74" fmla="*/ 507597 w 5734864"/>
              <a:gd name="connsiteY74" fmla="*/ 2931868 h 6858000"/>
              <a:gd name="connsiteX75" fmla="*/ 507379 w 5734864"/>
              <a:gd name="connsiteY75" fmla="*/ 2938322 h 6858000"/>
              <a:gd name="connsiteX76" fmla="*/ 504725 w 5734864"/>
              <a:gd name="connsiteY76" fmla="*/ 2954519 h 6858000"/>
              <a:gd name="connsiteX77" fmla="*/ 502018 w 5734864"/>
              <a:gd name="connsiteY77" fmla="*/ 2959643 h 6858000"/>
              <a:gd name="connsiteX78" fmla="*/ 498360 w 5734864"/>
              <a:gd name="connsiteY78" fmla="*/ 2961019 h 6858000"/>
              <a:gd name="connsiteX79" fmla="*/ 498483 w 5734864"/>
              <a:gd name="connsiteY79" fmla="*/ 2962590 h 6858000"/>
              <a:gd name="connsiteX80" fmla="*/ 484403 w 5734864"/>
              <a:gd name="connsiteY80" fmla="*/ 2990538 h 6858000"/>
              <a:gd name="connsiteX81" fmla="*/ 463075 w 5734864"/>
              <a:gd name="connsiteY81" fmla="*/ 3055956 h 6858000"/>
              <a:gd name="connsiteX82" fmla="*/ 455013 w 5734864"/>
              <a:gd name="connsiteY82" fmla="*/ 3094482 h 6858000"/>
              <a:gd name="connsiteX83" fmla="*/ 428391 w 5734864"/>
              <a:gd name="connsiteY83" fmla="*/ 3198850 h 6858000"/>
              <a:gd name="connsiteX84" fmla="*/ 401440 w 5734864"/>
              <a:gd name="connsiteY84" fmla="*/ 3307560 h 6858000"/>
              <a:gd name="connsiteX85" fmla="*/ 386076 w 5734864"/>
              <a:gd name="connsiteY85" fmla="*/ 3373943 h 6858000"/>
              <a:gd name="connsiteX86" fmla="*/ 374726 w 5734864"/>
              <a:gd name="connsiteY86" fmla="*/ 3381364 h 6858000"/>
              <a:gd name="connsiteX87" fmla="*/ 369145 w 5734864"/>
              <a:gd name="connsiteY87" fmla="*/ 3383729 h 6858000"/>
              <a:gd name="connsiteX88" fmla="*/ 364294 w 5734864"/>
              <a:gd name="connsiteY88" fmla="*/ 3414159 h 6858000"/>
              <a:gd name="connsiteX89" fmla="*/ 366450 w 5734864"/>
              <a:gd name="connsiteY89" fmla="*/ 3436925 h 6858000"/>
              <a:gd name="connsiteX90" fmla="*/ 351743 w 5734864"/>
              <a:gd name="connsiteY90" fmla="*/ 3521619 h 6858000"/>
              <a:gd name="connsiteX91" fmla="*/ 345784 w 5734864"/>
              <a:gd name="connsiteY91" fmla="*/ 3603757 h 6858000"/>
              <a:gd name="connsiteX92" fmla="*/ 344198 w 5734864"/>
              <a:gd name="connsiteY92" fmla="*/ 3652424 h 6858000"/>
              <a:gd name="connsiteX93" fmla="*/ 352450 w 5734864"/>
              <a:gd name="connsiteY93" fmla="*/ 3665222 h 6858000"/>
              <a:gd name="connsiteX94" fmla="*/ 342621 w 5734864"/>
              <a:gd name="connsiteY94" fmla="*/ 3700804 h 6858000"/>
              <a:gd name="connsiteX95" fmla="*/ 341514 w 5734864"/>
              <a:gd name="connsiteY95" fmla="*/ 3734774 h 6858000"/>
              <a:gd name="connsiteX96" fmla="*/ 340607 w 5734864"/>
              <a:gd name="connsiteY96" fmla="*/ 3785153 h 6858000"/>
              <a:gd name="connsiteX97" fmla="*/ 340707 w 5734864"/>
              <a:gd name="connsiteY97" fmla="*/ 3788177 h 6858000"/>
              <a:gd name="connsiteX98" fmla="*/ 340361 w 5734864"/>
              <a:gd name="connsiteY98" fmla="*/ 3798803 h 6858000"/>
              <a:gd name="connsiteX99" fmla="*/ 339642 w 5734864"/>
              <a:gd name="connsiteY99" fmla="*/ 3838750 h 6858000"/>
              <a:gd name="connsiteX100" fmla="*/ 360295 w 5734864"/>
              <a:gd name="connsiteY100" fmla="*/ 4015196 h 6858000"/>
              <a:gd name="connsiteX101" fmla="*/ 339043 w 5734864"/>
              <a:gd name="connsiteY101" fmla="*/ 4052778 h 6858000"/>
              <a:gd name="connsiteX102" fmla="*/ 339343 w 5734864"/>
              <a:gd name="connsiteY102" fmla="*/ 4096257 h 6858000"/>
              <a:gd name="connsiteX103" fmla="*/ 340786 w 5734864"/>
              <a:gd name="connsiteY103" fmla="*/ 4321136 h 6858000"/>
              <a:gd name="connsiteX104" fmla="*/ 343158 w 5734864"/>
              <a:gd name="connsiteY104" fmla="*/ 4429174 h 6858000"/>
              <a:gd name="connsiteX105" fmla="*/ 334599 w 5734864"/>
              <a:gd name="connsiteY105" fmla="*/ 4449938 h 6858000"/>
              <a:gd name="connsiteX106" fmla="*/ 332890 w 5734864"/>
              <a:gd name="connsiteY106" fmla="*/ 4453515 h 6858000"/>
              <a:gd name="connsiteX107" fmla="*/ 331105 w 5734864"/>
              <a:gd name="connsiteY107" fmla="*/ 4467941 h 6858000"/>
              <a:gd name="connsiteX108" fmla="*/ 324289 w 5734864"/>
              <a:gd name="connsiteY108" fmla="*/ 4471861 h 6858000"/>
              <a:gd name="connsiteX109" fmla="*/ 317079 w 5734864"/>
              <a:gd name="connsiteY109" fmla="*/ 4493468 h 6858000"/>
              <a:gd name="connsiteX110" fmla="*/ 315557 w 5734864"/>
              <a:gd name="connsiteY110" fmla="*/ 4520067 h 6858000"/>
              <a:gd name="connsiteX111" fmla="*/ 315240 w 5734864"/>
              <a:gd name="connsiteY111" fmla="*/ 4536872 h 6858000"/>
              <a:gd name="connsiteX112" fmla="*/ 316200 w 5734864"/>
              <a:gd name="connsiteY112" fmla="*/ 4538297 h 6858000"/>
              <a:gd name="connsiteX113" fmla="*/ 317507 w 5734864"/>
              <a:gd name="connsiteY113" fmla="*/ 4547582 h 6858000"/>
              <a:gd name="connsiteX114" fmla="*/ 323078 w 5734864"/>
              <a:gd name="connsiteY114" fmla="*/ 4592102 h 6858000"/>
              <a:gd name="connsiteX115" fmla="*/ 328722 w 5734864"/>
              <a:gd name="connsiteY115" fmla="*/ 4667914 h 6858000"/>
              <a:gd name="connsiteX116" fmla="*/ 335597 w 5734864"/>
              <a:gd name="connsiteY116" fmla="*/ 4695035 h 6858000"/>
              <a:gd name="connsiteX117" fmla="*/ 339485 w 5734864"/>
              <a:gd name="connsiteY117" fmla="*/ 4695979 h 6858000"/>
              <a:gd name="connsiteX118" fmla="*/ 341089 w 5734864"/>
              <a:gd name="connsiteY118" fmla="*/ 4704268 h 6858000"/>
              <a:gd name="connsiteX119" fmla="*/ 342177 w 5734864"/>
              <a:gd name="connsiteY119" fmla="*/ 4706060 h 6858000"/>
              <a:gd name="connsiteX120" fmla="*/ 347751 w 5734864"/>
              <a:gd name="connsiteY120" fmla="*/ 4716754 h 6858000"/>
              <a:gd name="connsiteX121" fmla="*/ 344125 w 5734864"/>
              <a:gd name="connsiteY121" fmla="*/ 4764669 h 6858000"/>
              <a:gd name="connsiteX122" fmla="*/ 340188 w 5734864"/>
              <a:gd name="connsiteY122" fmla="*/ 4779386 h 6858000"/>
              <a:gd name="connsiteX123" fmla="*/ 335146 w 5734864"/>
              <a:gd name="connsiteY123" fmla="*/ 4787491 h 6858000"/>
              <a:gd name="connsiteX124" fmla="*/ 319124 w 5734864"/>
              <a:gd name="connsiteY124" fmla="*/ 4843514 h 6858000"/>
              <a:gd name="connsiteX125" fmla="*/ 305956 w 5734864"/>
              <a:gd name="connsiteY125" fmla="*/ 4881505 h 6858000"/>
              <a:gd name="connsiteX126" fmla="*/ 301062 w 5734864"/>
              <a:gd name="connsiteY126" fmla="*/ 4889332 h 6858000"/>
              <a:gd name="connsiteX127" fmla="*/ 302141 w 5734864"/>
              <a:gd name="connsiteY127" fmla="*/ 4899400 h 6858000"/>
              <a:gd name="connsiteX128" fmla="*/ 304424 w 5734864"/>
              <a:gd name="connsiteY128" fmla="*/ 4902664 h 6858000"/>
              <a:gd name="connsiteX129" fmla="*/ 293123 w 5734864"/>
              <a:gd name="connsiteY129" fmla="*/ 4932769 h 6858000"/>
              <a:gd name="connsiteX130" fmla="*/ 292275 w 5734864"/>
              <a:gd name="connsiteY130" fmla="*/ 4936482 h 6858000"/>
              <a:gd name="connsiteX131" fmla="*/ 288304 w 5734864"/>
              <a:gd name="connsiteY131" fmla="*/ 4962325 h 6858000"/>
              <a:gd name="connsiteX132" fmla="*/ 287420 w 5734864"/>
              <a:gd name="connsiteY132" fmla="*/ 5042193 h 6858000"/>
              <a:gd name="connsiteX133" fmla="*/ 287020 w 5734864"/>
              <a:gd name="connsiteY133" fmla="*/ 5065655 h 6858000"/>
              <a:gd name="connsiteX134" fmla="*/ 288488 w 5734864"/>
              <a:gd name="connsiteY134" fmla="*/ 5082216 h 6858000"/>
              <a:gd name="connsiteX135" fmla="*/ 282763 w 5734864"/>
              <a:gd name="connsiteY135" fmla="*/ 5127114 h 6858000"/>
              <a:gd name="connsiteX136" fmla="*/ 269316 w 5734864"/>
              <a:gd name="connsiteY136" fmla="*/ 5202682 h 6858000"/>
              <a:gd name="connsiteX137" fmla="*/ 269174 w 5734864"/>
              <a:gd name="connsiteY137" fmla="*/ 5230835 h 6858000"/>
              <a:gd name="connsiteX138" fmla="*/ 272679 w 5734864"/>
              <a:gd name="connsiteY138" fmla="*/ 5232660 h 6858000"/>
              <a:gd name="connsiteX139" fmla="*/ 272160 w 5734864"/>
              <a:gd name="connsiteY139" fmla="*/ 5241150 h 6858000"/>
              <a:gd name="connsiteX140" fmla="*/ 272760 w 5734864"/>
              <a:gd name="connsiteY140" fmla="*/ 5243156 h 6858000"/>
              <a:gd name="connsiteX141" fmla="*/ 275462 w 5734864"/>
              <a:gd name="connsiteY141" fmla="*/ 5254919 h 6858000"/>
              <a:gd name="connsiteX142" fmla="*/ 262897 w 5734864"/>
              <a:gd name="connsiteY142" fmla="*/ 5286259 h 6858000"/>
              <a:gd name="connsiteX143" fmla="*/ 252761 w 5734864"/>
              <a:gd name="connsiteY143" fmla="*/ 5357801 h 6858000"/>
              <a:gd name="connsiteX144" fmla="*/ 242360 w 5734864"/>
              <a:gd name="connsiteY144" fmla="*/ 5460080 h 6858000"/>
              <a:gd name="connsiteX145" fmla="*/ 229880 w 5734864"/>
              <a:gd name="connsiteY145" fmla="*/ 5539714 h 6858000"/>
              <a:gd name="connsiteX146" fmla="*/ 204283 w 5734864"/>
              <a:gd name="connsiteY146" fmla="*/ 5639080 h 6858000"/>
              <a:gd name="connsiteX147" fmla="*/ 198948 w 5734864"/>
              <a:gd name="connsiteY147" fmla="*/ 5710958 h 6858000"/>
              <a:gd name="connsiteX148" fmla="*/ 192367 w 5734864"/>
              <a:gd name="connsiteY148" fmla="*/ 5719859 h 6858000"/>
              <a:gd name="connsiteX149" fmla="*/ 188035 w 5734864"/>
              <a:gd name="connsiteY149" fmla="*/ 5729935 h 6858000"/>
              <a:gd name="connsiteX150" fmla="*/ 188428 w 5734864"/>
              <a:gd name="connsiteY150" fmla="*/ 5731182 h 6858000"/>
              <a:gd name="connsiteX151" fmla="*/ 181635 w 5734864"/>
              <a:gd name="connsiteY151" fmla="*/ 5753538 h 6858000"/>
              <a:gd name="connsiteX152" fmla="*/ 169744 w 5734864"/>
              <a:gd name="connsiteY152" fmla="*/ 5796307 h 6858000"/>
              <a:gd name="connsiteX153" fmla="*/ 170351 w 5734864"/>
              <a:gd name="connsiteY153" fmla="*/ 5796644 h 6858000"/>
              <a:gd name="connsiteX154" fmla="*/ 171559 w 5734864"/>
              <a:gd name="connsiteY154" fmla="*/ 5803435 h 6858000"/>
              <a:gd name="connsiteX155" fmla="*/ 172284 w 5734864"/>
              <a:gd name="connsiteY155" fmla="*/ 5816391 h 6858000"/>
              <a:gd name="connsiteX156" fmla="*/ 182542 w 5734864"/>
              <a:gd name="connsiteY156" fmla="*/ 5846382 h 6858000"/>
              <a:gd name="connsiteX157" fmla="*/ 175877 w 5734864"/>
              <a:gd name="connsiteY157" fmla="*/ 5871336 h 6858000"/>
              <a:gd name="connsiteX158" fmla="*/ 174910 w 5734864"/>
              <a:gd name="connsiteY158" fmla="*/ 5876376 h 6858000"/>
              <a:gd name="connsiteX159" fmla="*/ 175047 w 5734864"/>
              <a:gd name="connsiteY159" fmla="*/ 5876483 h 6858000"/>
              <a:gd name="connsiteX160" fmla="*/ 174335 w 5734864"/>
              <a:gd name="connsiteY160" fmla="*/ 5881814 h 6858000"/>
              <a:gd name="connsiteX161" fmla="*/ 171273 w 5734864"/>
              <a:gd name="connsiteY161" fmla="*/ 5895339 h 6858000"/>
              <a:gd name="connsiteX162" fmla="*/ 171658 w 5734864"/>
              <a:gd name="connsiteY162" fmla="*/ 5898749 h 6858000"/>
              <a:gd name="connsiteX163" fmla="*/ 174658 w 5734864"/>
              <a:gd name="connsiteY163" fmla="*/ 5919558 h 6858000"/>
              <a:gd name="connsiteX164" fmla="*/ 169099 w 5734864"/>
              <a:gd name="connsiteY164" fmla="*/ 5984417 h 6858000"/>
              <a:gd name="connsiteX165" fmla="*/ 162007 w 5734864"/>
              <a:gd name="connsiteY165" fmla="*/ 6049043 h 6858000"/>
              <a:gd name="connsiteX166" fmla="*/ 156875 w 5734864"/>
              <a:gd name="connsiteY166" fmla="*/ 6114000 h 6858000"/>
              <a:gd name="connsiteX167" fmla="*/ 165441 w 5734864"/>
              <a:gd name="connsiteY167" fmla="*/ 6146938 h 6858000"/>
              <a:gd name="connsiteX168" fmla="*/ 165177 w 5734864"/>
              <a:gd name="connsiteY168" fmla="*/ 6150658 h 6858000"/>
              <a:gd name="connsiteX169" fmla="*/ 161772 w 5734864"/>
              <a:gd name="connsiteY169" fmla="*/ 6160011 h 6858000"/>
              <a:gd name="connsiteX170" fmla="*/ 160051 w 5734864"/>
              <a:gd name="connsiteY170" fmla="*/ 6163393 h 6858000"/>
              <a:gd name="connsiteX171" fmla="*/ 158473 w 5734864"/>
              <a:gd name="connsiteY171" fmla="*/ 6168628 h 6858000"/>
              <a:gd name="connsiteX172" fmla="*/ 158573 w 5734864"/>
              <a:gd name="connsiteY172" fmla="*/ 6168799 h 6858000"/>
              <a:gd name="connsiteX173" fmla="*/ 146463 w 5734864"/>
              <a:gd name="connsiteY173" fmla="*/ 6196671 h 6858000"/>
              <a:gd name="connsiteX174" fmla="*/ 150209 w 5734864"/>
              <a:gd name="connsiteY174" fmla="*/ 6232365 h 6858000"/>
              <a:gd name="connsiteX175" fmla="*/ 148544 w 5734864"/>
              <a:gd name="connsiteY175" fmla="*/ 6246162 h 6858000"/>
              <a:gd name="connsiteX176" fmla="*/ 148403 w 5734864"/>
              <a:gd name="connsiteY176" fmla="*/ 6253754 h 6858000"/>
              <a:gd name="connsiteX177" fmla="*/ 138880 w 5734864"/>
              <a:gd name="connsiteY177" fmla="*/ 6276449 h 6858000"/>
              <a:gd name="connsiteX178" fmla="*/ 138683 w 5734864"/>
              <a:gd name="connsiteY178" fmla="*/ 6279721 h 6858000"/>
              <a:gd name="connsiteX179" fmla="*/ 130721 w 5734864"/>
              <a:gd name="connsiteY179" fmla="*/ 6293675 h 6858000"/>
              <a:gd name="connsiteX180" fmla="*/ 120717 w 5734864"/>
              <a:gd name="connsiteY180" fmla="*/ 6313967 h 6858000"/>
              <a:gd name="connsiteX181" fmla="*/ 120841 w 5734864"/>
              <a:gd name="connsiteY181" fmla="*/ 6315437 h 6858000"/>
              <a:gd name="connsiteX182" fmla="*/ 115208 w 5734864"/>
              <a:gd name="connsiteY182" fmla="*/ 6324024 h 6858000"/>
              <a:gd name="connsiteX183" fmla="*/ 101217 w 5734864"/>
              <a:gd name="connsiteY183" fmla="*/ 6365923 h 6858000"/>
              <a:gd name="connsiteX184" fmla="*/ 74946 w 5734864"/>
              <a:gd name="connsiteY184" fmla="*/ 6556817 h 6858000"/>
              <a:gd name="connsiteX185" fmla="*/ 16001 w 5734864"/>
              <a:gd name="connsiteY185" fmla="*/ 6808678 h 6858000"/>
              <a:gd name="connsiteX186" fmla="*/ 0 w 5734864"/>
              <a:gd name="connsiteY186" fmla="*/ 6858000 h 6858000"/>
              <a:gd name="connsiteX187" fmla="*/ 5734864 w 5734864"/>
              <a:gd name="connsiteY187" fmla="*/ 6858000 h 6858000"/>
              <a:gd name="connsiteX188" fmla="*/ 5734864 w 5734864"/>
              <a:gd name="connsiteY188" fmla="*/ 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7865 w 5734864"/>
              <a:gd name="connsiteY13" fmla="*/ 1070795 h 6858000"/>
              <a:gd name="connsiteX14" fmla="*/ 862786 w 5734864"/>
              <a:gd name="connsiteY14" fmla="*/ 1238994 h 6858000"/>
              <a:gd name="connsiteX15" fmla="*/ 859345 w 5734864"/>
              <a:gd name="connsiteY15" fmla="*/ 1380427 h 6858000"/>
              <a:gd name="connsiteX16" fmla="*/ 855172 w 5734864"/>
              <a:gd name="connsiteY16" fmla="*/ 1435262 h 6858000"/>
              <a:gd name="connsiteX17" fmla="*/ 860494 w 5734864"/>
              <a:gd name="connsiteY17" fmla="*/ 1453861 h 6858000"/>
              <a:gd name="connsiteX18" fmla="*/ 853731 w 5734864"/>
              <a:gd name="connsiteY18" fmla="*/ 1467047 h 6858000"/>
              <a:gd name="connsiteX19" fmla="*/ 845847 w 5734864"/>
              <a:gd name="connsiteY19" fmla="*/ 1502307 h 6858000"/>
              <a:gd name="connsiteX20" fmla="*/ 817613 w 5734864"/>
              <a:gd name="connsiteY20" fmla="*/ 1565166 h 6858000"/>
              <a:gd name="connsiteX21" fmla="*/ 804223 w 5734864"/>
              <a:gd name="connsiteY21" fmla="*/ 1601941 h 6858000"/>
              <a:gd name="connsiteX22" fmla="*/ 791773 w 5734864"/>
              <a:gd name="connsiteY22" fmla="*/ 1627005 h 6858000"/>
              <a:gd name="connsiteX23" fmla="*/ 774645 w 5734864"/>
              <a:gd name="connsiteY23" fmla="*/ 1699922 h 6858000"/>
              <a:gd name="connsiteX24" fmla="*/ 752343 w 5734864"/>
              <a:gd name="connsiteY24" fmla="*/ 1824604 h 6858000"/>
              <a:gd name="connsiteX25" fmla="*/ 746254 w 5734864"/>
              <a:gd name="connsiteY25" fmla="*/ 1850222 h 6858000"/>
              <a:gd name="connsiteX26" fmla="*/ 728600 w 5734864"/>
              <a:gd name="connsiteY26" fmla="*/ 1869603 h 6858000"/>
              <a:gd name="connsiteX27" fmla="*/ 724396 w 5734864"/>
              <a:gd name="connsiteY27" fmla="*/ 1883104 h 6858000"/>
              <a:gd name="connsiteX28" fmla="*/ 722165 w 5734864"/>
              <a:gd name="connsiteY28" fmla="*/ 1885924 h 6858000"/>
              <a:gd name="connsiteX29" fmla="*/ 721338 w 5734864"/>
              <a:gd name="connsiteY29" fmla="*/ 1887123 h 6858000"/>
              <a:gd name="connsiteX30" fmla="*/ 714840 w 5734864"/>
              <a:gd name="connsiteY30" fmla="*/ 1902274 h 6858000"/>
              <a:gd name="connsiteX31" fmla="*/ 722847 w 5734864"/>
              <a:gd name="connsiteY31" fmla="*/ 1929891 h 6858000"/>
              <a:gd name="connsiteX32" fmla="*/ 714660 w 5734864"/>
              <a:gd name="connsiteY32" fmla="*/ 1982709 h 6858000"/>
              <a:gd name="connsiteX33" fmla="*/ 710759 w 5734864"/>
              <a:gd name="connsiteY33" fmla="*/ 2013010 h 6858000"/>
              <a:gd name="connsiteX34" fmla="*/ 697927 w 5734864"/>
              <a:gd name="connsiteY34" fmla="*/ 2069833 h 6858000"/>
              <a:gd name="connsiteX35" fmla="*/ 693594 w 5734864"/>
              <a:gd name="connsiteY35" fmla="*/ 2103731 h 6858000"/>
              <a:gd name="connsiteX36" fmla="*/ 691109 w 5734864"/>
              <a:gd name="connsiteY36" fmla="*/ 2124027 h 6858000"/>
              <a:gd name="connsiteX37" fmla="*/ 676593 w 5734864"/>
              <a:gd name="connsiteY37" fmla="*/ 2176182 h 6858000"/>
              <a:gd name="connsiteX38" fmla="*/ 633227 w 5734864"/>
              <a:gd name="connsiteY38" fmla="*/ 2258036 h 6858000"/>
              <a:gd name="connsiteX39" fmla="*/ 625564 w 5734864"/>
              <a:gd name="connsiteY39" fmla="*/ 2284567 h 6858000"/>
              <a:gd name="connsiteX40" fmla="*/ 627074 w 5734864"/>
              <a:gd name="connsiteY40" fmla="*/ 2289605 h 6858000"/>
              <a:gd name="connsiteX41" fmla="*/ 614574 w 5734864"/>
              <a:gd name="connsiteY41" fmla="*/ 2308717 h 6858000"/>
              <a:gd name="connsiteX42" fmla="*/ 606890 w 5734864"/>
              <a:gd name="connsiteY42" fmla="*/ 2320662 h 6858000"/>
              <a:gd name="connsiteX43" fmla="*/ 605558 w 5734864"/>
              <a:gd name="connsiteY43" fmla="*/ 2327897 h 6858000"/>
              <a:gd name="connsiteX44" fmla="*/ 602202 w 5734864"/>
              <a:gd name="connsiteY44" fmla="*/ 2357749 h 6858000"/>
              <a:gd name="connsiteX45" fmla="*/ 600213 w 5734864"/>
              <a:gd name="connsiteY45" fmla="*/ 2364905 h 6858000"/>
              <a:gd name="connsiteX46" fmla="*/ 597160 w 5734864"/>
              <a:gd name="connsiteY46" fmla="*/ 2388351 h 6858000"/>
              <a:gd name="connsiteX47" fmla="*/ 597982 w 5734864"/>
              <a:gd name="connsiteY47" fmla="*/ 2402296 h 6858000"/>
              <a:gd name="connsiteX48" fmla="*/ 593150 w 5734864"/>
              <a:gd name="connsiteY48" fmla="*/ 2420015 h 6858000"/>
              <a:gd name="connsiteX49" fmla="*/ 592833 w 5734864"/>
              <a:gd name="connsiteY49" fmla="*/ 2422749 h 6858000"/>
              <a:gd name="connsiteX50" fmla="*/ 594479 w 5734864"/>
              <a:gd name="connsiteY50" fmla="*/ 2426002 h 6858000"/>
              <a:gd name="connsiteX51" fmla="*/ 591963 w 5734864"/>
              <a:gd name="connsiteY51" fmla="*/ 2431950 h 6858000"/>
              <a:gd name="connsiteX52" fmla="*/ 591544 w 5734864"/>
              <a:gd name="connsiteY52" fmla="*/ 2433897 h 6858000"/>
              <a:gd name="connsiteX53" fmla="*/ 589519 w 5734864"/>
              <a:gd name="connsiteY53" fmla="*/ 2451398 h 6858000"/>
              <a:gd name="connsiteX54" fmla="*/ 590037 w 5734864"/>
              <a:gd name="connsiteY54" fmla="*/ 2455536 h 6858000"/>
              <a:gd name="connsiteX55" fmla="*/ 588179 w 5734864"/>
              <a:gd name="connsiteY55" fmla="*/ 2462981 h 6858000"/>
              <a:gd name="connsiteX56" fmla="*/ 583434 w 5734864"/>
              <a:gd name="connsiteY56" fmla="*/ 2503991 h 6858000"/>
              <a:gd name="connsiteX57" fmla="*/ 567942 w 5734864"/>
              <a:gd name="connsiteY57" fmla="*/ 2652936 h 6858000"/>
              <a:gd name="connsiteX58" fmla="*/ 573869 w 5734864"/>
              <a:gd name="connsiteY58" fmla="*/ 2670188 h 6858000"/>
              <a:gd name="connsiteX59" fmla="*/ 575243 w 5734864"/>
              <a:gd name="connsiteY59" fmla="*/ 2688114 h 6858000"/>
              <a:gd name="connsiteX60" fmla="*/ 573824 w 5734864"/>
              <a:gd name="connsiteY60" fmla="*/ 2689856 h 6858000"/>
              <a:gd name="connsiteX61" fmla="*/ 570699 w 5734864"/>
              <a:gd name="connsiteY61" fmla="*/ 2709353 h 6858000"/>
              <a:gd name="connsiteX62" fmla="*/ 573192 w 5734864"/>
              <a:gd name="connsiteY62" fmla="*/ 2714527 h 6858000"/>
              <a:gd name="connsiteX63" fmla="*/ 572044 w 5734864"/>
              <a:gd name="connsiteY63" fmla="*/ 2728187 h 6858000"/>
              <a:gd name="connsiteX64" fmla="*/ 572465 w 5734864"/>
              <a:gd name="connsiteY64" fmla="*/ 2755863 h 6858000"/>
              <a:gd name="connsiteX65" fmla="*/ 570028 w 5734864"/>
              <a:gd name="connsiteY65" fmla="*/ 2760324 h 6858000"/>
              <a:gd name="connsiteX66" fmla="*/ 566748 w 5734864"/>
              <a:gd name="connsiteY66" fmla="*/ 2800948 h 6858000"/>
              <a:gd name="connsiteX67" fmla="*/ 565509 w 5734864"/>
              <a:gd name="connsiteY67" fmla="*/ 2801167 h 6858000"/>
              <a:gd name="connsiteX68" fmla="*/ 559367 w 5734864"/>
              <a:gd name="connsiteY68" fmla="*/ 2811129 h 6858000"/>
              <a:gd name="connsiteX69" fmla="*/ 550354 w 5734864"/>
              <a:gd name="connsiteY69" fmla="*/ 2830949 h 6858000"/>
              <a:gd name="connsiteX70" fmla="*/ 514795 w 5734864"/>
              <a:gd name="connsiteY70" fmla="*/ 2872433 h 6858000"/>
              <a:gd name="connsiteX71" fmla="*/ 509875 w 5734864"/>
              <a:gd name="connsiteY71" fmla="*/ 2923099 h 6858000"/>
              <a:gd name="connsiteX72" fmla="*/ 509577 w 5734864"/>
              <a:gd name="connsiteY72" fmla="*/ 2923197 h 6858000"/>
              <a:gd name="connsiteX73" fmla="*/ 507597 w 5734864"/>
              <a:gd name="connsiteY73" fmla="*/ 2931868 h 6858000"/>
              <a:gd name="connsiteX74" fmla="*/ 507379 w 5734864"/>
              <a:gd name="connsiteY74" fmla="*/ 2938322 h 6858000"/>
              <a:gd name="connsiteX75" fmla="*/ 504725 w 5734864"/>
              <a:gd name="connsiteY75" fmla="*/ 2954519 h 6858000"/>
              <a:gd name="connsiteX76" fmla="*/ 502018 w 5734864"/>
              <a:gd name="connsiteY76" fmla="*/ 2959643 h 6858000"/>
              <a:gd name="connsiteX77" fmla="*/ 498360 w 5734864"/>
              <a:gd name="connsiteY77" fmla="*/ 2961019 h 6858000"/>
              <a:gd name="connsiteX78" fmla="*/ 498483 w 5734864"/>
              <a:gd name="connsiteY78" fmla="*/ 2962590 h 6858000"/>
              <a:gd name="connsiteX79" fmla="*/ 484403 w 5734864"/>
              <a:gd name="connsiteY79" fmla="*/ 2990538 h 6858000"/>
              <a:gd name="connsiteX80" fmla="*/ 463075 w 5734864"/>
              <a:gd name="connsiteY80" fmla="*/ 3055956 h 6858000"/>
              <a:gd name="connsiteX81" fmla="*/ 455013 w 5734864"/>
              <a:gd name="connsiteY81" fmla="*/ 3094482 h 6858000"/>
              <a:gd name="connsiteX82" fmla="*/ 428391 w 5734864"/>
              <a:gd name="connsiteY82" fmla="*/ 3198850 h 6858000"/>
              <a:gd name="connsiteX83" fmla="*/ 401440 w 5734864"/>
              <a:gd name="connsiteY83" fmla="*/ 3307560 h 6858000"/>
              <a:gd name="connsiteX84" fmla="*/ 386076 w 5734864"/>
              <a:gd name="connsiteY84" fmla="*/ 3373943 h 6858000"/>
              <a:gd name="connsiteX85" fmla="*/ 374726 w 5734864"/>
              <a:gd name="connsiteY85" fmla="*/ 3381364 h 6858000"/>
              <a:gd name="connsiteX86" fmla="*/ 369145 w 5734864"/>
              <a:gd name="connsiteY86" fmla="*/ 3383729 h 6858000"/>
              <a:gd name="connsiteX87" fmla="*/ 364294 w 5734864"/>
              <a:gd name="connsiteY87" fmla="*/ 3414159 h 6858000"/>
              <a:gd name="connsiteX88" fmla="*/ 366450 w 5734864"/>
              <a:gd name="connsiteY88" fmla="*/ 3436925 h 6858000"/>
              <a:gd name="connsiteX89" fmla="*/ 351743 w 5734864"/>
              <a:gd name="connsiteY89" fmla="*/ 3521619 h 6858000"/>
              <a:gd name="connsiteX90" fmla="*/ 345784 w 5734864"/>
              <a:gd name="connsiteY90" fmla="*/ 3603757 h 6858000"/>
              <a:gd name="connsiteX91" fmla="*/ 344198 w 5734864"/>
              <a:gd name="connsiteY91" fmla="*/ 3652424 h 6858000"/>
              <a:gd name="connsiteX92" fmla="*/ 352450 w 5734864"/>
              <a:gd name="connsiteY92" fmla="*/ 3665222 h 6858000"/>
              <a:gd name="connsiteX93" fmla="*/ 342621 w 5734864"/>
              <a:gd name="connsiteY93" fmla="*/ 3700804 h 6858000"/>
              <a:gd name="connsiteX94" fmla="*/ 341514 w 5734864"/>
              <a:gd name="connsiteY94" fmla="*/ 3734774 h 6858000"/>
              <a:gd name="connsiteX95" fmla="*/ 340607 w 5734864"/>
              <a:gd name="connsiteY95" fmla="*/ 3785153 h 6858000"/>
              <a:gd name="connsiteX96" fmla="*/ 340707 w 5734864"/>
              <a:gd name="connsiteY96" fmla="*/ 3788177 h 6858000"/>
              <a:gd name="connsiteX97" fmla="*/ 340361 w 5734864"/>
              <a:gd name="connsiteY97" fmla="*/ 3798803 h 6858000"/>
              <a:gd name="connsiteX98" fmla="*/ 339642 w 5734864"/>
              <a:gd name="connsiteY98" fmla="*/ 3838750 h 6858000"/>
              <a:gd name="connsiteX99" fmla="*/ 360295 w 5734864"/>
              <a:gd name="connsiteY99" fmla="*/ 4015196 h 6858000"/>
              <a:gd name="connsiteX100" fmla="*/ 339043 w 5734864"/>
              <a:gd name="connsiteY100" fmla="*/ 4052778 h 6858000"/>
              <a:gd name="connsiteX101" fmla="*/ 339343 w 5734864"/>
              <a:gd name="connsiteY101" fmla="*/ 4096257 h 6858000"/>
              <a:gd name="connsiteX102" fmla="*/ 340786 w 5734864"/>
              <a:gd name="connsiteY102" fmla="*/ 4321136 h 6858000"/>
              <a:gd name="connsiteX103" fmla="*/ 343158 w 5734864"/>
              <a:gd name="connsiteY103" fmla="*/ 4429174 h 6858000"/>
              <a:gd name="connsiteX104" fmla="*/ 334599 w 5734864"/>
              <a:gd name="connsiteY104" fmla="*/ 4449938 h 6858000"/>
              <a:gd name="connsiteX105" fmla="*/ 332890 w 5734864"/>
              <a:gd name="connsiteY105" fmla="*/ 4453515 h 6858000"/>
              <a:gd name="connsiteX106" fmla="*/ 331105 w 5734864"/>
              <a:gd name="connsiteY106" fmla="*/ 4467941 h 6858000"/>
              <a:gd name="connsiteX107" fmla="*/ 324289 w 5734864"/>
              <a:gd name="connsiteY107" fmla="*/ 4471861 h 6858000"/>
              <a:gd name="connsiteX108" fmla="*/ 317079 w 5734864"/>
              <a:gd name="connsiteY108" fmla="*/ 4493468 h 6858000"/>
              <a:gd name="connsiteX109" fmla="*/ 315557 w 5734864"/>
              <a:gd name="connsiteY109" fmla="*/ 4520067 h 6858000"/>
              <a:gd name="connsiteX110" fmla="*/ 315240 w 5734864"/>
              <a:gd name="connsiteY110" fmla="*/ 4536872 h 6858000"/>
              <a:gd name="connsiteX111" fmla="*/ 316200 w 5734864"/>
              <a:gd name="connsiteY111" fmla="*/ 4538297 h 6858000"/>
              <a:gd name="connsiteX112" fmla="*/ 317507 w 5734864"/>
              <a:gd name="connsiteY112" fmla="*/ 4547582 h 6858000"/>
              <a:gd name="connsiteX113" fmla="*/ 323078 w 5734864"/>
              <a:gd name="connsiteY113" fmla="*/ 4592102 h 6858000"/>
              <a:gd name="connsiteX114" fmla="*/ 328722 w 5734864"/>
              <a:gd name="connsiteY114" fmla="*/ 4667914 h 6858000"/>
              <a:gd name="connsiteX115" fmla="*/ 335597 w 5734864"/>
              <a:gd name="connsiteY115" fmla="*/ 4695035 h 6858000"/>
              <a:gd name="connsiteX116" fmla="*/ 339485 w 5734864"/>
              <a:gd name="connsiteY116" fmla="*/ 4695979 h 6858000"/>
              <a:gd name="connsiteX117" fmla="*/ 341089 w 5734864"/>
              <a:gd name="connsiteY117" fmla="*/ 4704268 h 6858000"/>
              <a:gd name="connsiteX118" fmla="*/ 342177 w 5734864"/>
              <a:gd name="connsiteY118" fmla="*/ 4706060 h 6858000"/>
              <a:gd name="connsiteX119" fmla="*/ 347751 w 5734864"/>
              <a:gd name="connsiteY119" fmla="*/ 4716754 h 6858000"/>
              <a:gd name="connsiteX120" fmla="*/ 344125 w 5734864"/>
              <a:gd name="connsiteY120" fmla="*/ 4764669 h 6858000"/>
              <a:gd name="connsiteX121" fmla="*/ 340188 w 5734864"/>
              <a:gd name="connsiteY121" fmla="*/ 4779386 h 6858000"/>
              <a:gd name="connsiteX122" fmla="*/ 335146 w 5734864"/>
              <a:gd name="connsiteY122" fmla="*/ 4787491 h 6858000"/>
              <a:gd name="connsiteX123" fmla="*/ 319124 w 5734864"/>
              <a:gd name="connsiteY123" fmla="*/ 4843514 h 6858000"/>
              <a:gd name="connsiteX124" fmla="*/ 305956 w 5734864"/>
              <a:gd name="connsiteY124" fmla="*/ 4881505 h 6858000"/>
              <a:gd name="connsiteX125" fmla="*/ 301062 w 5734864"/>
              <a:gd name="connsiteY125" fmla="*/ 4889332 h 6858000"/>
              <a:gd name="connsiteX126" fmla="*/ 302141 w 5734864"/>
              <a:gd name="connsiteY126" fmla="*/ 4899400 h 6858000"/>
              <a:gd name="connsiteX127" fmla="*/ 304424 w 5734864"/>
              <a:gd name="connsiteY127" fmla="*/ 4902664 h 6858000"/>
              <a:gd name="connsiteX128" fmla="*/ 293123 w 5734864"/>
              <a:gd name="connsiteY128" fmla="*/ 4932769 h 6858000"/>
              <a:gd name="connsiteX129" fmla="*/ 292275 w 5734864"/>
              <a:gd name="connsiteY129" fmla="*/ 4936482 h 6858000"/>
              <a:gd name="connsiteX130" fmla="*/ 288304 w 5734864"/>
              <a:gd name="connsiteY130" fmla="*/ 4962325 h 6858000"/>
              <a:gd name="connsiteX131" fmla="*/ 287420 w 5734864"/>
              <a:gd name="connsiteY131" fmla="*/ 5042193 h 6858000"/>
              <a:gd name="connsiteX132" fmla="*/ 287020 w 5734864"/>
              <a:gd name="connsiteY132" fmla="*/ 5065655 h 6858000"/>
              <a:gd name="connsiteX133" fmla="*/ 288488 w 5734864"/>
              <a:gd name="connsiteY133" fmla="*/ 5082216 h 6858000"/>
              <a:gd name="connsiteX134" fmla="*/ 282763 w 5734864"/>
              <a:gd name="connsiteY134" fmla="*/ 5127114 h 6858000"/>
              <a:gd name="connsiteX135" fmla="*/ 269316 w 5734864"/>
              <a:gd name="connsiteY135" fmla="*/ 5202682 h 6858000"/>
              <a:gd name="connsiteX136" fmla="*/ 269174 w 5734864"/>
              <a:gd name="connsiteY136" fmla="*/ 5230835 h 6858000"/>
              <a:gd name="connsiteX137" fmla="*/ 272679 w 5734864"/>
              <a:gd name="connsiteY137" fmla="*/ 5232660 h 6858000"/>
              <a:gd name="connsiteX138" fmla="*/ 272160 w 5734864"/>
              <a:gd name="connsiteY138" fmla="*/ 5241150 h 6858000"/>
              <a:gd name="connsiteX139" fmla="*/ 272760 w 5734864"/>
              <a:gd name="connsiteY139" fmla="*/ 5243156 h 6858000"/>
              <a:gd name="connsiteX140" fmla="*/ 275462 w 5734864"/>
              <a:gd name="connsiteY140" fmla="*/ 5254919 h 6858000"/>
              <a:gd name="connsiteX141" fmla="*/ 262897 w 5734864"/>
              <a:gd name="connsiteY141" fmla="*/ 5286259 h 6858000"/>
              <a:gd name="connsiteX142" fmla="*/ 252761 w 5734864"/>
              <a:gd name="connsiteY142" fmla="*/ 5357801 h 6858000"/>
              <a:gd name="connsiteX143" fmla="*/ 242360 w 5734864"/>
              <a:gd name="connsiteY143" fmla="*/ 5460080 h 6858000"/>
              <a:gd name="connsiteX144" fmla="*/ 229880 w 5734864"/>
              <a:gd name="connsiteY144" fmla="*/ 5539714 h 6858000"/>
              <a:gd name="connsiteX145" fmla="*/ 204283 w 5734864"/>
              <a:gd name="connsiteY145" fmla="*/ 5639080 h 6858000"/>
              <a:gd name="connsiteX146" fmla="*/ 198948 w 5734864"/>
              <a:gd name="connsiteY146" fmla="*/ 5710958 h 6858000"/>
              <a:gd name="connsiteX147" fmla="*/ 192367 w 5734864"/>
              <a:gd name="connsiteY147" fmla="*/ 5719859 h 6858000"/>
              <a:gd name="connsiteX148" fmla="*/ 188035 w 5734864"/>
              <a:gd name="connsiteY148" fmla="*/ 5729935 h 6858000"/>
              <a:gd name="connsiteX149" fmla="*/ 188428 w 5734864"/>
              <a:gd name="connsiteY149" fmla="*/ 5731182 h 6858000"/>
              <a:gd name="connsiteX150" fmla="*/ 181635 w 5734864"/>
              <a:gd name="connsiteY150" fmla="*/ 5753538 h 6858000"/>
              <a:gd name="connsiteX151" fmla="*/ 169744 w 5734864"/>
              <a:gd name="connsiteY151" fmla="*/ 5796307 h 6858000"/>
              <a:gd name="connsiteX152" fmla="*/ 170351 w 5734864"/>
              <a:gd name="connsiteY152" fmla="*/ 5796644 h 6858000"/>
              <a:gd name="connsiteX153" fmla="*/ 171559 w 5734864"/>
              <a:gd name="connsiteY153" fmla="*/ 5803435 h 6858000"/>
              <a:gd name="connsiteX154" fmla="*/ 172284 w 5734864"/>
              <a:gd name="connsiteY154" fmla="*/ 5816391 h 6858000"/>
              <a:gd name="connsiteX155" fmla="*/ 182542 w 5734864"/>
              <a:gd name="connsiteY155" fmla="*/ 5846382 h 6858000"/>
              <a:gd name="connsiteX156" fmla="*/ 175877 w 5734864"/>
              <a:gd name="connsiteY156" fmla="*/ 5871336 h 6858000"/>
              <a:gd name="connsiteX157" fmla="*/ 174910 w 5734864"/>
              <a:gd name="connsiteY157" fmla="*/ 5876376 h 6858000"/>
              <a:gd name="connsiteX158" fmla="*/ 175047 w 5734864"/>
              <a:gd name="connsiteY158" fmla="*/ 5876483 h 6858000"/>
              <a:gd name="connsiteX159" fmla="*/ 174335 w 5734864"/>
              <a:gd name="connsiteY159" fmla="*/ 5881814 h 6858000"/>
              <a:gd name="connsiteX160" fmla="*/ 171273 w 5734864"/>
              <a:gd name="connsiteY160" fmla="*/ 5895339 h 6858000"/>
              <a:gd name="connsiteX161" fmla="*/ 171658 w 5734864"/>
              <a:gd name="connsiteY161" fmla="*/ 5898749 h 6858000"/>
              <a:gd name="connsiteX162" fmla="*/ 174658 w 5734864"/>
              <a:gd name="connsiteY162" fmla="*/ 5919558 h 6858000"/>
              <a:gd name="connsiteX163" fmla="*/ 169099 w 5734864"/>
              <a:gd name="connsiteY163" fmla="*/ 5984417 h 6858000"/>
              <a:gd name="connsiteX164" fmla="*/ 162007 w 5734864"/>
              <a:gd name="connsiteY164" fmla="*/ 6049043 h 6858000"/>
              <a:gd name="connsiteX165" fmla="*/ 156875 w 5734864"/>
              <a:gd name="connsiteY165" fmla="*/ 6114000 h 6858000"/>
              <a:gd name="connsiteX166" fmla="*/ 165441 w 5734864"/>
              <a:gd name="connsiteY166" fmla="*/ 6146938 h 6858000"/>
              <a:gd name="connsiteX167" fmla="*/ 165177 w 5734864"/>
              <a:gd name="connsiteY167" fmla="*/ 6150658 h 6858000"/>
              <a:gd name="connsiteX168" fmla="*/ 161772 w 5734864"/>
              <a:gd name="connsiteY168" fmla="*/ 6160011 h 6858000"/>
              <a:gd name="connsiteX169" fmla="*/ 160051 w 5734864"/>
              <a:gd name="connsiteY169" fmla="*/ 6163393 h 6858000"/>
              <a:gd name="connsiteX170" fmla="*/ 158473 w 5734864"/>
              <a:gd name="connsiteY170" fmla="*/ 6168628 h 6858000"/>
              <a:gd name="connsiteX171" fmla="*/ 158573 w 5734864"/>
              <a:gd name="connsiteY171" fmla="*/ 6168799 h 6858000"/>
              <a:gd name="connsiteX172" fmla="*/ 146463 w 5734864"/>
              <a:gd name="connsiteY172" fmla="*/ 6196671 h 6858000"/>
              <a:gd name="connsiteX173" fmla="*/ 150209 w 5734864"/>
              <a:gd name="connsiteY173" fmla="*/ 6232365 h 6858000"/>
              <a:gd name="connsiteX174" fmla="*/ 148544 w 5734864"/>
              <a:gd name="connsiteY174" fmla="*/ 6246162 h 6858000"/>
              <a:gd name="connsiteX175" fmla="*/ 148403 w 5734864"/>
              <a:gd name="connsiteY175" fmla="*/ 6253754 h 6858000"/>
              <a:gd name="connsiteX176" fmla="*/ 138880 w 5734864"/>
              <a:gd name="connsiteY176" fmla="*/ 6276449 h 6858000"/>
              <a:gd name="connsiteX177" fmla="*/ 138683 w 5734864"/>
              <a:gd name="connsiteY177" fmla="*/ 6279721 h 6858000"/>
              <a:gd name="connsiteX178" fmla="*/ 130721 w 5734864"/>
              <a:gd name="connsiteY178" fmla="*/ 6293675 h 6858000"/>
              <a:gd name="connsiteX179" fmla="*/ 120717 w 5734864"/>
              <a:gd name="connsiteY179" fmla="*/ 6313967 h 6858000"/>
              <a:gd name="connsiteX180" fmla="*/ 120841 w 5734864"/>
              <a:gd name="connsiteY180" fmla="*/ 6315437 h 6858000"/>
              <a:gd name="connsiteX181" fmla="*/ 115208 w 5734864"/>
              <a:gd name="connsiteY181" fmla="*/ 6324024 h 6858000"/>
              <a:gd name="connsiteX182" fmla="*/ 101217 w 5734864"/>
              <a:gd name="connsiteY182" fmla="*/ 6365923 h 6858000"/>
              <a:gd name="connsiteX183" fmla="*/ 74946 w 5734864"/>
              <a:gd name="connsiteY183" fmla="*/ 6556817 h 6858000"/>
              <a:gd name="connsiteX184" fmla="*/ 16001 w 5734864"/>
              <a:gd name="connsiteY184" fmla="*/ 6808678 h 6858000"/>
              <a:gd name="connsiteX185" fmla="*/ 0 w 5734864"/>
              <a:gd name="connsiteY185" fmla="*/ 6858000 h 6858000"/>
              <a:gd name="connsiteX186" fmla="*/ 5734864 w 5734864"/>
              <a:gd name="connsiteY186" fmla="*/ 6858000 h 6858000"/>
              <a:gd name="connsiteX187" fmla="*/ 5734864 w 5734864"/>
              <a:gd name="connsiteY18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5734864" h="6858000">
                <a:moveTo>
                  <a:pt x="5734864" y="0"/>
                </a:moveTo>
                <a:lnTo>
                  <a:pt x="771611" y="0"/>
                </a:lnTo>
                <a:cubicBezTo>
                  <a:pt x="771634" y="16369"/>
                  <a:pt x="771656" y="32739"/>
                  <a:pt x="771679" y="49108"/>
                </a:cubicBezTo>
                <a:cubicBezTo>
                  <a:pt x="775201" y="55622"/>
                  <a:pt x="788724" y="196721"/>
                  <a:pt x="794248" y="200968"/>
                </a:cubicBezTo>
                <a:lnTo>
                  <a:pt x="801749" y="414071"/>
                </a:lnTo>
                <a:cubicBezTo>
                  <a:pt x="807329" y="440933"/>
                  <a:pt x="835107" y="598697"/>
                  <a:pt x="818548" y="585467"/>
                </a:cubicBezTo>
                <a:cubicBezTo>
                  <a:pt x="856197" y="664140"/>
                  <a:pt x="837895" y="708473"/>
                  <a:pt x="857476" y="800623"/>
                </a:cubicBezTo>
                <a:cubicBezTo>
                  <a:pt x="822401" y="857344"/>
                  <a:pt x="855723" y="824571"/>
                  <a:pt x="851083" y="878903"/>
                </a:cubicBezTo>
                <a:cubicBezTo>
                  <a:pt x="884811" y="859448"/>
                  <a:pt x="834648" y="946397"/>
                  <a:pt x="873564" y="943826"/>
                </a:cubicBezTo>
                <a:cubicBezTo>
                  <a:pt x="871487" y="953795"/>
                  <a:pt x="868248" y="963533"/>
                  <a:pt x="864705" y="973328"/>
                </a:cubicBezTo>
                <a:lnTo>
                  <a:pt x="862869" y="978457"/>
                </a:lnTo>
                <a:lnTo>
                  <a:pt x="862233" y="998041"/>
                </a:lnTo>
                <a:lnTo>
                  <a:pt x="853665" y="1004750"/>
                </a:lnTo>
                <a:lnTo>
                  <a:pt x="847865" y="1070795"/>
                </a:lnTo>
                <a:cubicBezTo>
                  <a:pt x="870234" y="1110486"/>
                  <a:pt x="833172" y="1190441"/>
                  <a:pt x="862786" y="1238994"/>
                </a:cubicBezTo>
                <a:cubicBezTo>
                  <a:pt x="864699" y="1290599"/>
                  <a:pt x="860615" y="1347716"/>
                  <a:pt x="859345" y="1380427"/>
                </a:cubicBezTo>
                <a:cubicBezTo>
                  <a:pt x="845703" y="1396391"/>
                  <a:pt x="873184" y="1435525"/>
                  <a:pt x="855172" y="1435262"/>
                </a:cubicBezTo>
                <a:lnTo>
                  <a:pt x="860494" y="1453861"/>
                </a:lnTo>
                <a:lnTo>
                  <a:pt x="853731" y="1467047"/>
                </a:lnTo>
                <a:cubicBezTo>
                  <a:pt x="846549" y="1480528"/>
                  <a:pt x="841728" y="1491093"/>
                  <a:pt x="845847" y="1502307"/>
                </a:cubicBezTo>
                <a:lnTo>
                  <a:pt x="817613" y="1565166"/>
                </a:lnTo>
                <a:cubicBezTo>
                  <a:pt x="805468" y="1557258"/>
                  <a:pt x="816534" y="1596564"/>
                  <a:pt x="804223" y="1601941"/>
                </a:cubicBezTo>
                <a:cubicBezTo>
                  <a:pt x="794287" y="1604654"/>
                  <a:pt x="795328" y="1617209"/>
                  <a:pt x="791773" y="1627005"/>
                </a:cubicBezTo>
                <a:cubicBezTo>
                  <a:pt x="781684" y="1634393"/>
                  <a:pt x="772978" y="1683187"/>
                  <a:pt x="774645" y="1699922"/>
                </a:cubicBezTo>
                <a:cubicBezTo>
                  <a:pt x="785341" y="1746767"/>
                  <a:pt x="744845" y="1787099"/>
                  <a:pt x="752343" y="1824604"/>
                </a:cubicBezTo>
                <a:cubicBezTo>
                  <a:pt x="751502" y="1834578"/>
                  <a:pt x="749297" y="1842929"/>
                  <a:pt x="746254" y="1850222"/>
                </a:cubicBezTo>
                <a:lnTo>
                  <a:pt x="728600" y="1869603"/>
                </a:lnTo>
                <a:lnTo>
                  <a:pt x="724396" y="1883104"/>
                </a:lnTo>
                <a:lnTo>
                  <a:pt x="722165" y="1885924"/>
                </a:lnTo>
                <a:lnTo>
                  <a:pt x="721338" y="1887123"/>
                </a:lnTo>
                <a:lnTo>
                  <a:pt x="714840" y="1902274"/>
                </a:lnTo>
                <a:lnTo>
                  <a:pt x="722847" y="1929891"/>
                </a:lnTo>
                <a:lnTo>
                  <a:pt x="714660" y="1982709"/>
                </a:lnTo>
                <a:cubicBezTo>
                  <a:pt x="727725" y="2006201"/>
                  <a:pt x="714739" y="1997091"/>
                  <a:pt x="710759" y="2013010"/>
                </a:cubicBezTo>
                <a:cubicBezTo>
                  <a:pt x="707970" y="2027531"/>
                  <a:pt x="700788" y="2054714"/>
                  <a:pt x="697927" y="2069833"/>
                </a:cubicBezTo>
                <a:cubicBezTo>
                  <a:pt x="685211" y="2080229"/>
                  <a:pt x="698762" y="2088241"/>
                  <a:pt x="693594" y="2103731"/>
                </a:cubicBezTo>
                <a:cubicBezTo>
                  <a:pt x="688481" y="2110649"/>
                  <a:pt x="687183" y="2115973"/>
                  <a:pt x="691109" y="2124027"/>
                </a:cubicBezTo>
                <a:cubicBezTo>
                  <a:pt x="666413" y="2155740"/>
                  <a:pt x="688031" y="2144874"/>
                  <a:pt x="676593" y="2176182"/>
                </a:cubicBezTo>
                <a:cubicBezTo>
                  <a:pt x="665190" y="2202944"/>
                  <a:pt x="656416" y="2233857"/>
                  <a:pt x="633227" y="2258036"/>
                </a:cubicBezTo>
                <a:cubicBezTo>
                  <a:pt x="626930" y="2262191"/>
                  <a:pt x="623498" y="2274069"/>
                  <a:pt x="625564" y="2284567"/>
                </a:cubicBezTo>
                <a:cubicBezTo>
                  <a:pt x="625918" y="2286374"/>
                  <a:pt x="626427" y="2288071"/>
                  <a:pt x="627074" y="2289605"/>
                </a:cubicBezTo>
                <a:cubicBezTo>
                  <a:pt x="619029" y="2296628"/>
                  <a:pt x="616453" y="2303188"/>
                  <a:pt x="614574" y="2308717"/>
                </a:cubicBezTo>
                <a:lnTo>
                  <a:pt x="606890" y="2320662"/>
                </a:lnTo>
                <a:lnTo>
                  <a:pt x="605558" y="2327897"/>
                </a:lnTo>
                <a:lnTo>
                  <a:pt x="602202" y="2357749"/>
                </a:lnTo>
                <a:lnTo>
                  <a:pt x="600213" y="2364905"/>
                </a:lnTo>
                <a:lnTo>
                  <a:pt x="597160" y="2388351"/>
                </a:lnTo>
                <a:lnTo>
                  <a:pt x="597982" y="2402296"/>
                </a:lnTo>
                <a:lnTo>
                  <a:pt x="593150" y="2420015"/>
                </a:lnTo>
                <a:cubicBezTo>
                  <a:pt x="593044" y="2420926"/>
                  <a:pt x="592939" y="2421838"/>
                  <a:pt x="592833" y="2422749"/>
                </a:cubicBezTo>
                <a:lnTo>
                  <a:pt x="594479" y="2426002"/>
                </a:lnTo>
                <a:cubicBezTo>
                  <a:pt x="594168" y="2427683"/>
                  <a:pt x="593118" y="2429721"/>
                  <a:pt x="591963" y="2431950"/>
                </a:cubicBezTo>
                <a:cubicBezTo>
                  <a:pt x="591823" y="2432599"/>
                  <a:pt x="591684" y="2433248"/>
                  <a:pt x="591544" y="2433897"/>
                </a:cubicBezTo>
                <a:lnTo>
                  <a:pt x="589519" y="2451398"/>
                </a:lnTo>
                <a:cubicBezTo>
                  <a:pt x="589692" y="2452777"/>
                  <a:pt x="589864" y="2454157"/>
                  <a:pt x="590037" y="2455536"/>
                </a:cubicBezTo>
                <a:lnTo>
                  <a:pt x="588179" y="2462981"/>
                </a:lnTo>
                <a:lnTo>
                  <a:pt x="583434" y="2503991"/>
                </a:lnTo>
                <a:cubicBezTo>
                  <a:pt x="576530" y="2566058"/>
                  <a:pt x="570433" y="2625224"/>
                  <a:pt x="567942" y="2652936"/>
                </a:cubicBezTo>
                <a:cubicBezTo>
                  <a:pt x="570864" y="2658290"/>
                  <a:pt x="572739" y="2664095"/>
                  <a:pt x="573869" y="2670188"/>
                </a:cubicBezTo>
                <a:lnTo>
                  <a:pt x="575243" y="2688114"/>
                </a:lnTo>
                <a:lnTo>
                  <a:pt x="573824" y="2689856"/>
                </a:lnTo>
                <a:cubicBezTo>
                  <a:pt x="569972" y="2698471"/>
                  <a:pt x="569572" y="2704494"/>
                  <a:pt x="570699" y="2709353"/>
                </a:cubicBezTo>
                <a:lnTo>
                  <a:pt x="573192" y="2714527"/>
                </a:lnTo>
                <a:cubicBezTo>
                  <a:pt x="572809" y="2719080"/>
                  <a:pt x="572427" y="2723634"/>
                  <a:pt x="572044" y="2728187"/>
                </a:cubicBezTo>
                <a:cubicBezTo>
                  <a:pt x="572184" y="2737412"/>
                  <a:pt x="572325" y="2746638"/>
                  <a:pt x="572465" y="2755863"/>
                </a:cubicBezTo>
                <a:lnTo>
                  <a:pt x="570028" y="2760324"/>
                </a:lnTo>
                <a:lnTo>
                  <a:pt x="566748" y="2800948"/>
                </a:lnTo>
                <a:lnTo>
                  <a:pt x="565509" y="2801167"/>
                </a:lnTo>
                <a:cubicBezTo>
                  <a:pt x="562655" y="2802587"/>
                  <a:pt x="560408" y="2805381"/>
                  <a:pt x="559367" y="2811129"/>
                </a:cubicBezTo>
                <a:cubicBezTo>
                  <a:pt x="543471" y="2797318"/>
                  <a:pt x="552020" y="2812773"/>
                  <a:pt x="550354" y="2830949"/>
                </a:cubicBezTo>
                <a:cubicBezTo>
                  <a:pt x="525292" y="2813553"/>
                  <a:pt x="531129" y="2868192"/>
                  <a:pt x="514795" y="2872433"/>
                </a:cubicBezTo>
                <a:lnTo>
                  <a:pt x="509875" y="2923099"/>
                </a:lnTo>
                <a:lnTo>
                  <a:pt x="509577" y="2923197"/>
                </a:lnTo>
                <a:cubicBezTo>
                  <a:pt x="508704" y="2924865"/>
                  <a:pt x="508038" y="2927556"/>
                  <a:pt x="507597" y="2931868"/>
                </a:cubicBezTo>
                <a:cubicBezTo>
                  <a:pt x="507524" y="2934019"/>
                  <a:pt x="507452" y="2936171"/>
                  <a:pt x="507379" y="2938322"/>
                </a:cubicBezTo>
                <a:lnTo>
                  <a:pt x="504725" y="2954519"/>
                </a:lnTo>
                <a:lnTo>
                  <a:pt x="502018" y="2959643"/>
                </a:lnTo>
                <a:lnTo>
                  <a:pt x="498360" y="2961019"/>
                </a:lnTo>
                <a:lnTo>
                  <a:pt x="498483" y="2962590"/>
                </a:lnTo>
                <a:cubicBezTo>
                  <a:pt x="502388" y="2975027"/>
                  <a:pt x="510202" y="2980016"/>
                  <a:pt x="484403" y="2990538"/>
                </a:cubicBezTo>
                <a:cubicBezTo>
                  <a:pt x="489425" y="3018352"/>
                  <a:pt x="474337" y="3021029"/>
                  <a:pt x="463075" y="3055956"/>
                </a:cubicBezTo>
                <a:cubicBezTo>
                  <a:pt x="469487" y="3072485"/>
                  <a:pt x="464165" y="3083955"/>
                  <a:pt x="455013" y="3094482"/>
                </a:cubicBezTo>
                <a:cubicBezTo>
                  <a:pt x="453131" y="3130054"/>
                  <a:pt x="437643" y="3160106"/>
                  <a:pt x="428391" y="3198850"/>
                </a:cubicBezTo>
                <a:lnTo>
                  <a:pt x="401440" y="3307560"/>
                </a:lnTo>
                <a:lnTo>
                  <a:pt x="386076" y="3373943"/>
                </a:lnTo>
                <a:cubicBezTo>
                  <a:pt x="386236" y="3376061"/>
                  <a:pt x="380537" y="3378856"/>
                  <a:pt x="374726" y="3381364"/>
                </a:cubicBezTo>
                <a:lnTo>
                  <a:pt x="369145" y="3383729"/>
                </a:lnTo>
                <a:lnTo>
                  <a:pt x="364294" y="3414159"/>
                </a:lnTo>
                <a:lnTo>
                  <a:pt x="366450" y="3436925"/>
                </a:lnTo>
                <a:lnTo>
                  <a:pt x="351743" y="3521619"/>
                </a:lnTo>
                <a:lnTo>
                  <a:pt x="345784" y="3603757"/>
                </a:lnTo>
                <a:cubicBezTo>
                  <a:pt x="345255" y="3619979"/>
                  <a:pt x="344727" y="3636202"/>
                  <a:pt x="344198" y="3652424"/>
                </a:cubicBezTo>
                <a:lnTo>
                  <a:pt x="352450" y="3665222"/>
                </a:lnTo>
                <a:lnTo>
                  <a:pt x="342621" y="3700804"/>
                </a:lnTo>
                <a:lnTo>
                  <a:pt x="341514" y="3734774"/>
                </a:lnTo>
                <a:cubicBezTo>
                  <a:pt x="341212" y="3751567"/>
                  <a:pt x="340909" y="3768360"/>
                  <a:pt x="340607" y="3785153"/>
                </a:cubicBezTo>
                <a:cubicBezTo>
                  <a:pt x="340640" y="3786161"/>
                  <a:pt x="340674" y="3787169"/>
                  <a:pt x="340707" y="3788177"/>
                </a:cubicBezTo>
                <a:cubicBezTo>
                  <a:pt x="340592" y="3791719"/>
                  <a:pt x="340476" y="3795261"/>
                  <a:pt x="340361" y="3798803"/>
                </a:cubicBezTo>
                <a:cubicBezTo>
                  <a:pt x="340121" y="3812119"/>
                  <a:pt x="339882" y="3825434"/>
                  <a:pt x="339642" y="3838750"/>
                </a:cubicBezTo>
                <a:cubicBezTo>
                  <a:pt x="337363" y="3949044"/>
                  <a:pt x="361794" y="3960437"/>
                  <a:pt x="360295" y="4015196"/>
                </a:cubicBezTo>
                <a:lnTo>
                  <a:pt x="339043" y="4052778"/>
                </a:lnTo>
                <a:lnTo>
                  <a:pt x="339343" y="4096257"/>
                </a:lnTo>
                <a:cubicBezTo>
                  <a:pt x="362058" y="4159145"/>
                  <a:pt x="332404" y="4250479"/>
                  <a:pt x="340786" y="4321136"/>
                </a:cubicBezTo>
                <a:cubicBezTo>
                  <a:pt x="341421" y="4376624"/>
                  <a:pt x="344189" y="4407708"/>
                  <a:pt x="343158" y="4429174"/>
                </a:cubicBezTo>
                <a:cubicBezTo>
                  <a:pt x="340948" y="4436304"/>
                  <a:pt x="337887" y="4443121"/>
                  <a:pt x="334599" y="4449938"/>
                </a:cubicBezTo>
                <a:lnTo>
                  <a:pt x="332890" y="4453515"/>
                </a:lnTo>
                <a:lnTo>
                  <a:pt x="331105" y="4467941"/>
                </a:lnTo>
                <a:lnTo>
                  <a:pt x="324289" y="4471861"/>
                </a:lnTo>
                <a:lnTo>
                  <a:pt x="317079" y="4493468"/>
                </a:lnTo>
                <a:cubicBezTo>
                  <a:pt x="315353" y="4501584"/>
                  <a:pt x="314639" y="4510343"/>
                  <a:pt x="315557" y="4520067"/>
                </a:cubicBezTo>
                <a:cubicBezTo>
                  <a:pt x="315451" y="4525669"/>
                  <a:pt x="315346" y="4531270"/>
                  <a:pt x="315240" y="4536872"/>
                </a:cubicBezTo>
                <a:lnTo>
                  <a:pt x="316200" y="4538297"/>
                </a:lnTo>
                <a:cubicBezTo>
                  <a:pt x="316738" y="4541182"/>
                  <a:pt x="316785" y="4544563"/>
                  <a:pt x="317507" y="4547582"/>
                </a:cubicBezTo>
                <a:cubicBezTo>
                  <a:pt x="322716" y="4552468"/>
                  <a:pt x="324912" y="4582137"/>
                  <a:pt x="323078" y="4592102"/>
                </a:cubicBezTo>
                <a:cubicBezTo>
                  <a:pt x="314597" y="4619728"/>
                  <a:pt x="334923" y="4645745"/>
                  <a:pt x="328722" y="4667914"/>
                </a:cubicBezTo>
                <a:cubicBezTo>
                  <a:pt x="330810" y="4685069"/>
                  <a:pt x="333803" y="4690356"/>
                  <a:pt x="335597" y="4695035"/>
                </a:cubicBezTo>
                <a:lnTo>
                  <a:pt x="339485" y="4695979"/>
                </a:lnTo>
                <a:lnTo>
                  <a:pt x="341089" y="4704268"/>
                </a:lnTo>
                <a:lnTo>
                  <a:pt x="342177" y="4706060"/>
                </a:lnTo>
                <a:cubicBezTo>
                  <a:pt x="344268" y="4709474"/>
                  <a:pt x="346234" y="4712931"/>
                  <a:pt x="347751" y="4716754"/>
                </a:cubicBezTo>
                <a:lnTo>
                  <a:pt x="344125" y="4764669"/>
                </a:lnTo>
                <a:lnTo>
                  <a:pt x="340188" y="4779386"/>
                </a:lnTo>
                <a:lnTo>
                  <a:pt x="335146" y="4787491"/>
                </a:lnTo>
                <a:lnTo>
                  <a:pt x="319124" y="4843514"/>
                </a:lnTo>
                <a:lnTo>
                  <a:pt x="305956" y="4881505"/>
                </a:lnTo>
                <a:lnTo>
                  <a:pt x="301062" y="4889332"/>
                </a:lnTo>
                <a:lnTo>
                  <a:pt x="302141" y="4899400"/>
                </a:lnTo>
                <a:cubicBezTo>
                  <a:pt x="302767" y="4900706"/>
                  <a:pt x="303536" y="4901803"/>
                  <a:pt x="304424" y="4902664"/>
                </a:cubicBezTo>
                <a:lnTo>
                  <a:pt x="293123" y="4932769"/>
                </a:lnTo>
                <a:lnTo>
                  <a:pt x="292275" y="4936482"/>
                </a:lnTo>
                <a:lnTo>
                  <a:pt x="288304" y="4962325"/>
                </a:lnTo>
                <a:cubicBezTo>
                  <a:pt x="288009" y="4988948"/>
                  <a:pt x="287715" y="5015570"/>
                  <a:pt x="287420" y="5042193"/>
                </a:cubicBezTo>
                <a:cubicBezTo>
                  <a:pt x="295373" y="5039737"/>
                  <a:pt x="281659" y="5060438"/>
                  <a:pt x="287020" y="5065655"/>
                </a:cubicBezTo>
                <a:cubicBezTo>
                  <a:pt x="291675" y="5068928"/>
                  <a:pt x="288601" y="5075970"/>
                  <a:pt x="288488" y="5082216"/>
                </a:cubicBezTo>
                <a:cubicBezTo>
                  <a:pt x="292282" y="5088207"/>
                  <a:pt x="287008" y="5117775"/>
                  <a:pt x="282763" y="5127114"/>
                </a:cubicBezTo>
                <a:cubicBezTo>
                  <a:pt x="267723" y="5152218"/>
                  <a:pt x="280799" y="5182399"/>
                  <a:pt x="269316" y="5202682"/>
                </a:cubicBezTo>
                <a:cubicBezTo>
                  <a:pt x="267050" y="5219969"/>
                  <a:pt x="268614" y="5225841"/>
                  <a:pt x="269174" y="5230835"/>
                </a:cubicBezTo>
                <a:lnTo>
                  <a:pt x="272679" y="5232660"/>
                </a:lnTo>
                <a:lnTo>
                  <a:pt x="272160" y="5241150"/>
                </a:lnTo>
                <a:lnTo>
                  <a:pt x="272760" y="5243156"/>
                </a:lnTo>
                <a:cubicBezTo>
                  <a:pt x="273922" y="5246984"/>
                  <a:pt x="274952" y="5250824"/>
                  <a:pt x="275462" y="5254919"/>
                </a:cubicBezTo>
                <a:cubicBezTo>
                  <a:pt x="258407" y="5258851"/>
                  <a:pt x="276976" y="5290392"/>
                  <a:pt x="262897" y="5286259"/>
                </a:cubicBezTo>
                <a:cubicBezTo>
                  <a:pt x="262724" y="5309439"/>
                  <a:pt x="239612" y="5337531"/>
                  <a:pt x="252761" y="5357801"/>
                </a:cubicBezTo>
                <a:cubicBezTo>
                  <a:pt x="248775" y="5392256"/>
                  <a:pt x="247799" y="5423412"/>
                  <a:pt x="242360" y="5460080"/>
                </a:cubicBezTo>
                <a:cubicBezTo>
                  <a:pt x="232632" y="5488478"/>
                  <a:pt x="242025" y="5519143"/>
                  <a:pt x="229880" y="5539714"/>
                </a:cubicBezTo>
                <a:cubicBezTo>
                  <a:pt x="230558" y="5572454"/>
                  <a:pt x="222150" y="5613340"/>
                  <a:pt x="204283" y="5639080"/>
                </a:cubicBezTo>
                <a:cubicBezTo>
                  <a:pt x="201596" y="5674226"/>
                  <a:pt x="191051" y="5680198"/>
                  <a:pt x="198948" y="5710958"/>
                </a:cubicBezTo>
                <a:cubicBezTo>
                  <a:pt x="196338" y="5713534"/>
                  <a:pt x="194185" y="5716550"/>
                  <a:pt x="192367" y="5719859"/>
                </a:cubicBezTo>
                <a:lnTo>
                  <a:pt x="188035" y="5729935"/>
                </a:lnTo>
                <a:lnTo>
                  <a:pt x="188428" y="5731182"/>
                </a:lnTo>
                <a:lnTo>
                  <a:pt x="181635" y="5753538"/>
                </a:lnTo>
                <a:lnTo>
                  <a:pt x="169744" y="5796307"/>
                </a:lnTo>
                <a:lnTo>
                  <a:pt x="170351" y="5796644"/>
                </a:lnTo>
                <a:cubicBezTo>
                  <a:pt x="171558" y="5797954"/>
                  <a:pt x="172173" y="5799948"/>
                  <a:pt x="171559" y="5803435"/>
                </a:cubicBezTo>
                <a:cubicBezTo>
                  <a:pt x="182664" y="5798231"/>
                  <a:pt x="175075" y="5805646"/>
                  <a:pt x="172284" y="5816391"/>
                </a:cubicBezTo>
                <a:cubicBezTo>
                  <a:pt x="188911" y="5810703"/>
                  <a:pt x="174844" y="5841128"/>
                  <a:pt x="182542" y="5846382"/>
                </a:cubicBezTo>
                <a:cubicBezTo>
                  <a:pt x="180118" y="5854404"/>
                  <a:pt x="177856" y="5862781"/>
                  <a:pt x="175877" y="5871336"/>
                </a:cubicBezTo>
                <a:lnTo>
                  <a:pt x="174910" y="5876376"/>
                </a:lnTo>
                <a:lnTo>
                  <a:pt x="175047" y="5876483"/>
                </a:lnTo>
                <a:cubicBezTo>
                  <a:pt x="175167" y="5877594"/>
                  <a:pt x="174973" y="5879257"/>
                  <a:pt x="174335" y="5881814"/>
                </a:cubicBezTo>
                <a:lnTo>
                  <a:pt x="171273" y="5895339"/>
                </a:lnTo>
                <a:cubicBezTo>
                  <a:pt x="171401" y="5896476"/>
                  <a:pt x="171530" y="5897612"/>
                  <a:pt x="171658" y="5898749"/>
                </a:cubicBezTo>
                <a:lnTo>
                  <a:pt x="174658" y="5919558"/>
                </a:lnTo>
                <a:cubicBezTo>
                  <a:pt x="173958" y="5933601"/>
                  <a:pt x="171208" y="5962838"/>
                  <a:pt x="169099" y="5984417"/>
                </a:cubicBezTo>
                <a:cubicBezTo>
                  <a:pt x="162916" y="6005205"/>
                  <a:pt x="164971" y="6025162"/>
                  <a:pt x="162007" y="6049043"/>
                </a:cubicBezTo>
                <a:cubicBezTo>
                  <a:pt x="150795" y="6073830"/>
                  <a:pt x="160091" y="6088483"/>
                  <a:pt x="156875" y="6114000"/>
                </a:cubicBezTo>
                <a:cubicBezTo>
                  <a:pt x="141597" y="6134477"/>
                  <a:pt x="163381" y="6133378"/>
                  <a:pt x="165441" y="6146938"/>
                </a:cubicBezTo>
                <a:lnTo>
                  <a:pt x="165177" y="6150658"/>
                </a:lnTo>
                <a:lnTo>
                  <a:pt x="161772" y="6160011"/>
                </a:lnTo>
                <a:lnTo>
                  <a:pt x="160051" y="6163393"/>
                </a:lnTo>
                <a:cubicBezTo>
                  <a:pt x="159032" y="6165775"/>
                  <a:pt x="158564" y="6167421"/>
                  <a:pt x="158473" y="6168628"/>
                </a:cubicBezTo>
                <a:cubicBezTo>
                  <a:pt x="158506" y="6168685"/>
                  <a:pt x="158540" y="6168742"/>
                  <a:pt x="158573" y="6168799"/>
                </a:cubicBezTo>
                <a:lnTo>
                  <a:pt x="146463" y="6196671"/>
                </a:lnTo>
                <a:cubicBezTo>
                  <a:pt x="152348" y="6205503"/>
                  <a:pt x="134460" y="6231012"/>
                  <a:pt x="150209" y="6232365"/>
                </a:cubicBezTo>
                <a:cubicBezTo>
                  <a:pt x="145821" y="6242321"/>
                  <a:pt x="137774" y="6246719"/>
                  <a:pt x="148544" y="6246162"/>
                </a:cubicBezTo>
                <a:cubicBezTo>
                  <a:pt x="147378" y="6249522"/>
                  <a:pt x="147566" y="6251866"/>
                  <a:pt x="148403" y="6253754"/>
                </a:cubicBezTo>
                <a:lnTo>
                  <a:pt x="138880" y="6276449"/>
                </a:lnTo>
                <a:cubicBezTo>
                  <a:pt x="138814" y="6277540"/>
                  <a:pt x="138749" y="6278630"/>
                  <a:pt x="138683" y="6279721"/>
                </a:cubicBezTo>
                <a:lnTo>
                  <a:pt x="130721" y="6293675"/>
                </a:lnTo>
                <a:lnTo>
                  <a:pt x="120717" y="6313967"/>
                </a:lnTo>
                <a:cubicBezTo>
                  <a:pt x="120758" y="6314457"/>
                  <a:pt x="120800" y="6314947"/>
                  <a:pt x="120841" y="6315437"/>
                </a:cubicBezTo>
                <a:lnTo>
                  <a:pt x="115208" y="6324024"/>
                </a:lnTo>
                <a:cubicBezTo>
                  <a:pt x="113007" y="6326672"/>
                  <a:pt x="103991" y="6364381"/>
                  <a:pt x="101217" y="6365923"/>
                </a:cubicBezTo>
                <a:lnTo>
                  <a:pt x="74946" y="6556817"/>
                </a:lnTo>
                <a:cubicBezTo>
                  <a:pt x="55357" y="6665926"/>
                  <a:pt x="35695" y="6744075"/>
                  <a:pt x="16001" y="6808678"/>
                </a:cubicBezTo>
                <a:lnTo>
                  <a:pt x="0" y="6858000"/>
                </a:lnTo>
                <a:lnTo>
                  <a:pt x="5734864" y="6858000"/>
                </a:lnTo>
                <a:lnTo>
                  <a:pt x="5734864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7958D11-6384-4F95-00EF-91E74FF05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3408" y="992094"/>
            <a:ext cx="3616913" cy="279516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Demo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03AD18-DCED-C0E6-BA7E-C0D9D6FCE2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6287" y="4121253"/>
            <a:ext cx="3125337" cy="1136843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T-SQL Enhancements</a:t>
            </a:r>
          </a:p>
        </p:txBody>
      </p:sp>
      <p:pic>
        <p:nvPicPr>
          <p:cNvPr id="6" name="Picture 5" descr="SQL Server TSQL Debugger in SQL Server Management Studio">
            <a:extLst>
              <a:ext uri="{FF2B5EF4-FFF2-40B4-BE49-F238E27FC236}">
                <a16:creationId xmlns:a16="http://schemas.microsoft.com/office/drawing/2014/main" id="{1DC048A0-4FFB-64F9-3D07-6CCF332413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5751" y="795170"/>
            <a:ext cx="5708649" cy="5237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748161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5" name="Freeform: Shape 14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4200903-4C44-995B-B23D-49408C0FA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4000" dirty="0"/>
              <a:t>GitHub Copilot for SQL — Overview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7" name="Content Placeholder 4">
            <a:extLst>
              <a:ext uri="{FF2B5EF4-FFF2-40B4-BE49-F238E27FC236}">
                <a16:creationId xmlns:a16="http://schemas.microsoft.com/office/drawing/2014/main" id="{DF65EADA-CDE0-E0C3-2796-BD4113373E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89407533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5101412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2C41B3-7669-6746-810D-4BC09101D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9863"/>
            <a:ext cx="10515600" cy="1004594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GitHub Copilot for SQL — In Action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496" y="1587970"/>
            <a:ext cx="11033008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0261F8B-3C95-13F2-90E8-9F5A0E4346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43425326"/>
              </p:ext>
            </p:extLst>
          </p:nvPr>
        </p:nvGraphicFramePr>
        <p:xfrm>
          <a:off x="838200" y="1800911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79303478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7BD7FCF-A254-4A97-A15C-319B67622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52FFAF72-6204-4676-9C6F-9A4CC4D918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962785" cy="6858000"/>
          </a:xfrm>
          <a:custGeom>
            <a:avLst/>
            <a:gdLst>
              <a:gd name="connsiteX0" fmla="*/ 1044839 w 5962785"/>
              <a:gd name="connsiteY0" fmla="*/ 0 h 6858000"/>
              <a:gd name="connsiteX1" fmla="*/ 5962785 w 5962785"/>
              <a:gd name="connsiteY1" fmla="*/ 0 h 6858000"/>
              <a:gd name="connsiteX2" fmla="*/ 5962785 w 5962785"/>
              <a:gd name="connsiteY2" fmla="*/ 6858000 h 6858000"/>
              <a:gd name="connsiteX3" fmla="*/ 1469886 w 5962785"/>
              <a:gd name="connsiteY3" fmla="*/ 6858000 h 6858000"/>
              <a:gd name="connsiteX4" fmla="*/ 1416006 w 5962785"/>
              <a:gd name="connsiteY4" fmla="*/ 6823984 h 6858000"/>
              <a:gd name="connsiteX5" fmla="*/ 1232473 w 5962785"/>
              <a:gd name="connsiteY5" fmla="*/ 6733873 h 6858000"/>
              <a:gd name="connsiteX6" fmla="*/ 1075471 w 5962785"/>
              <a:gd name="connsiteY6" fmla="*/ 6503186 h 6858000"/>
              <a:gd name="connsiteX7" fmla="*/ 1020229 w 5962785"/>
              <a:gd name="connsiteY7" fmla="*/ 6438306 h 6858000"/>
              <a:gd name="connsiteX8" fmla="*/ 883579 w 5962785"/>
              <a:gd name="connsiteY8" fmla="*/ 6351798 h 6858000"/>
              <a:gd name="connsiteX9" fmla="*/ 645167 w 5962785"/>
              <a:gd name="connsiteY9" fmla="*/ 6167969 h 6858000"/>
              <a:gd name="connsiteX10" fmla="*/ 732391 w 5962785"/>
              <a:gd name="connsiteY10" fmla="*/ 6124716 h 6858000"/>
              <a:gd name="connsiteX11" fmla="*/ 985339 w 5962785"/>
              <a:gd name="connsiteY11" fmla="*/ 6236455 h 6858000"/>
              <a:gd name="connsiteX12" fmla="*/ 1168509 w 5962785"/>
              <a:gd name="connsiteY12" fmla="*/ 6265291 h 6858000"/>
              <a:gd name="connsiteX13" fmla="*/ 909746 w 5962785"/>
              <a:gd name="connsiteY13" fmla="*/ 6070649 h 6858000"/>
              <a:gd name="connsiteX14" fmla="*/ 659704 w 5962785"/>
              <a:gd name="connsiteY14" fmla="*/ 5818335 h 6858000"/>
              <a:gd name="connsiteX15" fmla="*/ 851597 w 5962785"/>
              <a:gd name="connsiteY15" fmla="*/ 5865193 h 6858000"/>
              <a:gd name="connsiteX16" fmla="*/ 860319 w 5962785"/>
              <a:gd name="connsiteY16" fmla="*/ 5832753 h 6858000"/>
              <a:gd name="connsiteX17" fmla="*/ 691686 w 5962785"/>
              <a:gd name="connsiteY17" fmla="*/ 5533581 h 6858000"/>
              <a:gd name="connsiteX18" fmla="*/ 610278 w 5962785"/>
              <a:gd name="connsiteY18" fmla="*/ 5411029 h 6858000"/>
              <a:gd name="connsiteX19" fmla="*/ 238123 w 5962785"/>
              <a:gd name="connsiteY19" fmla="*/ 5046976 h 6858000"/>
              <a:gd name="connsiteX20" fmla="*/ 592833 w 5962785"/>
              <a:gd name="connsiteY20" fmla="*/ 5209177 h 6858000"/>
              <a:gd name="connsiteX21" fmla="*/ 226494 w 5962785"/>
              <a:gd name="connsiteY21" fmla="*/ 4855939 h 6858000"/>
              <a:gd name="connsiteX22" fmla="*/ 49139 w 5962785"/>
              <a:gd name="connsiteY22" fmla="*/ 4726177 h 6858000"/>
              <a:gd name="connsiteX23" fmla="*/ 5527 w 5962785"/>
              <a:gd name="connsiteY23" fmla="*/ 4650483 h 6858000"/>
              <a:gd name="connsiteX24" fmla="*/ 84029 w 5962785"/>
              <a:gd name="connsiteY24" fmla="*/ 4632460 h 6858000"/>
              <a:gd name="connsiteX25" fmla="*/ 325347 w 5962785"/>
              <a:gd name="connsiteY25" fmla="*/ 4661296 h 6858000"/>
              <a:gd name="connsiteX26" fmla="*/ 25879 w 5962785"/>
              <a:gd name="connsiteY26" fmla="*/ 4423401 h 6858000"/>
              <a:gd name="connsiteX27" fmla="*/ 249753 w 5962785"/>
              <a:gd name="connsiteY27" fmla="*/ 4459446 h 6858000"/>
              <a:gd name="connsiteX28" fmla="*/ 313718 w 5962785"/>
              <a:gd name="connsiteY28" fmla="*/ 4365729 h 6858000"/>
              <a:gd name="connsiteX29" fmla="*/ 418386 w 5962785"/>
              <a:gd name="connsiteY29" fmla="*/ 4214341 h 6858000"/>
              <a:gd name="connsiteX30" fmla="*/ 491072 w 5962785"/>
              <a:gd name="connsiteY30" fmla="*/ 4131438 h 6858000"/>
              <a:gd name="connsiteX31" fmla="*/ 520147 w 5962785"/>
              <a:gd name="connsiteY31" fmla="*/ 3864706 h 6858000"/>
              <a:gd name="connsiteX32" fmla="*/ 459090 w 5962785"/>
              <a:gd name="connsiteY32" fmla="*/ 3572743 h 6858000"/>
              <a:gd name="connsiteX33" fmla="*/ 290458 w 5962785"/>
              <a:gd name="connsiteY33" fmla="*/ 3424959 h 6858000"/>
              <a:gd name="connsiteX34" fmla="*/ 339884 w 5962785"/>
              <a:gd name="connsiteY34" fmla="*/ 3259153 h 6858000"/>
              <a:gd name="connsiteX35" fmla="*/ 697501 w 5962785"/>
              <a:gd name="connsiteY35" fmla="*/ 3360078 h 6858000"/>
              <a:gd name="connsiteX36" fmla="*/ 165437 w 5962785"/>
              <a:gd name="connsiteY36" fmla="*/ 2967190 h 6858000"/>
              <a:gd name="connsiteX37" fmla="*/ 255568 w 5962785"/>
              <a:gd name="connsiteY37" fmla="*/ 2949167 h 6858000"/>
              <a:gd name="connsiteX38" fmla="*/ 578296 w 5962785"/>
              <a:gd name="connsiteY38" fmla="*/ 2725691 h 6858000"/>
              <a:gd name="connsiteX39" fmla="*/ 595740 w 5962785"/>
              <a:gd name="connsiteY39" fmla="*/ 2714876 h 6858000"/>
              <a:gd name="connsiteX40" fmla="*/ 650982 w 5962785"/>
              <a:gd name="connsiteY40" fmla="*/ 2574301 h 6858000"/>
              <a:gd name="connsiteX41" fmla="*/ 825429 w 5962785"/>
              <a:gd name="connsiteY41" fmla="*/ 2552674 h 6858000"/>
              <a:gd name="connsiteX42" fmla="*/ 970802 w 5962785"/>
              <a:gd name="connsiteY42" fmla="*/ 2585115 h 6858000"/>
              <a:gd name="connsiteX43" fmla="*/ 1127805 w 5962785"/>
              <a:gd name="connsiteY43" fmla="*/ 2545465 h 6858000"/>
              <a:gd name="connsiteX44" fmla="*/ 1267362 w 5962785"/>
              <a:gd name="connsiteY44" fmla="*/ 2563488 h 6858000"/>
              <a:gd name="connsiteX45" fmla="*/ 1386568 w 5962785"/>
              <a:gd name="connsiteY45" fmla="*/ 2538257 h 6858000"/>
              <a:gd name="connsiteX46" fmla="*/ 1270270 w 5962785"/>
              <a:gd name="connsiteY46" fmla="*/ 2419309 h 6858000"/>
              <a:gd name="connsiteX47" fmla="*/ 1107453 w 5962785"/>
              <a:gd name="connsiteY47" fmla="*/ 2419309 h 6858000"/>
              <a:gd name="connsiteX48" fmla="*/ 991154 w 5962785"/>
              <a:gd name="connsiteY48" fmla="*/ 2343615 h 6858000"/>
              <a:gd name="connsiteX49" fmla="*/ 880671 w 5962785"/>
              <a:gd name="connsiteY49" fmla="*/ 2206645 h 6858000"/>
              <a:gd name="connsiteX50" fmla="*/ 491072 w 5962785"/>
              <a:gd name="connsiteY50" fmla="*/ 1986771 h 6858000"/>
              <a:gd name="connsiteX51" fmla="*/ 421293 w 5962785"/>
              <a:gd name="connsiteY51" fmla="*/ 1903868 h 6858000"/>
              <a:gd name="connsiteX52" fmla="*/ 1531941 w 5962785"/>
              <a:gd name="connsiteY52" fmla="*/ 2224667 h 6858000"/>
              <a:gd name="connsiteX53" fmla="*/ 1188861 w 5962785"/>
              <a:gd name="connsiteY53" fmla="*/ 2091301 h 6858000"/>
              <a:gd name="connsiteX54" fmla="*/ 1421458 w 5962785"/>
              <a:gd name="connsiteY54" fmla="*/ 2116532 h 6858000"/>
              <a:gd name="connsiteX55" fmla="*/ 1549386 w 5962785"/>
              <a:gd name="connsiteY55" fmla="*/ 2026420 h 6858000"/>
              <a:gd name="connsiteX56" fmla="*/ 1549386 w 5962785"/>
              <a:gd name="connsiteY56" fmla="*/ 1997584 h 6858000"/>
              <a:gd name="connsiteX57" fmla="*/ 1453440 w 5962785"/>
              <a:gd name="connsiteY57" fmla="*/ 1914682 h 6858000"/>
              <a:gd name="connsiteX58" fmla="*/ 1398198 w 5962785"/>
              <a:gd name="connsiteY58" fmla="*/ 1860614 h 6858000"/>
              <a:gd name="connsiteX59" fmla="*/ 1247011 w 5962785"/>
              <a:gd name="connsiteY59" fmla="*/ 1665972 h 6858000"/>
              <a:gd name="connsiteX60" fmla="*/ 1354586 w 5962785"/>
              <a:gd name="connsiteY60" fmla="*/ 1644345 h 6858000"/>
              <a:gd name="connsiteX61" fmla="*/ 1395290 w 5962785"/>
              <a:gd name="connsiteY61" fmla="*/ 1604696 h 6858000"/>
              <a:gd name="connsiteX62" fmla="*/ 1366216 w 5962785"/>
              <a:gd name="connsiteY62" fmla="*/ 1547025 h 6858000"/>
              <a:gd name="connsiteX63" fmla="*/ 1031858 w 5962785"/>
              <a:gd name="connsiteY63" fmla="*/ 1370405 h 6858000"/>
              <a:gd name="connsiteX64" fmla="*/ 1005692 w 5962785"/>
              <a:gd name="connsiteY64" fmla="*/ 1233435 h 6858000"/>
              <a:gd name="connsiteX65" fmla="*/ 1069655 w 5962785"/>
              <a:gd name="connsiteY65" fmla="*/ 1211808 h 6858000"/>
              <a:gd name="connsiteX66" fmla="*/ 1142342 w 5962785"/>
              <a:gd name="connsiteY66" fmla="*/ 1222621 h 6858000"/>
              <a:gd name="connsiteX67" fmla="*/ 1084193 w 5962785"/>
              <a:gd name="connsiteY67" fmla="*/ 1114487 h 6858000"/>
              <a:gd name="connsiteX68" fmla="*/ 848689 w 5962785"/>
              <a:gd name="connsiteY68" fmla="*/ 1006353 h 6858000"/>
              <a:gd name="connsiteX69" fmla="*/ 805077 w 5962785"/>
              <a:gd name="connsiteY69" fmla="*/ 948681 h 6858000"/>
              <a:gd name="connsiteX70" fmla="*/ 863226 w 5962785"/>
              <a:gd name="connsiteY70" fmla="*/ 919844 h 6858000"/>
              <a:gd name="connsiteX71" fmla="*/ 906838 w 5962785"/>
              <a:gd name="connsiteY71" fmla="*/ 909031 h 6858000"/>
              <a:gd name="connsiteX72" fmla="*/ 5527 w 5962785"/>
              <a:gd name="connsiteY72" fmla="*/ 458471 h 6858000"/>
              <a:gd name="connsiteX73" fmla="*/ 209049 w 5962785"/>
              <a:gd name="connsiteY73" fmla="*/ 454867 h 6858000"/>
              <a:gd name="connsiteX74" fmla="*/ 409664 w 5962785"/>
              <a:gd name="connsiteY74" fmla="*/ 526956 h 6858000"/>
              <a:gd name="connsiteX75" fmla="*/ 621908 w 5962785"/>
              <a:gd name="connsiteY75" fmla="*/ 516143 h 6858000"/>
              <a:gd name="connsiteX76" fmla="*/ 822522 w 5962785"/>
              <a:gd name="connsiteY76" fmla="*/ 552188 h 6858000"/>
              <a:gd name="connsiteX77" fmla="*/ 996969 w 5962785"/>
              <a:gd name="connsiteY77" fmla="*/ 552188 h 6858000"/>
              <a:gd name="connsiteX78" fmla="*/ 834151 w 5962785"/>
              <a:gd name="connsiteY78" fmla="*/ 498120 h 6858000"/>
              <a:gd name="connsiteX79" fmla="*/ 773095 w 5962785"/>
              <a:gd name="connsiteY79" fmla="*/ 408008 h 6858000"/>
              <a:gd name="connsiteX80" fmla="*/ 793447 w 5962785"/>
              <a:gd name="connsiteY80" fmla="*/ 325106 h 6858000"/>
              <a:gd name="connsiteX81" fmla="*/ 860319 w 5962785"/>
              <a:gd name="connsiteY81" fmla="*/ 350336 h 6858000"/>
              <a:gd name="connsiteX82" fmla="*/ 938820 w 5962785"/>
              <a:gd name="connsiteY82" fmla="*/ 444054 h 6858000"/>
              <a:gd name="connsiteX83" fmla="*/ 956265 w 5962785"/>
              <a:gd name="connsiteY83" fmla="*/ 386381 h 6858000"/>
              <a:gd name="connsiteX84" fmla="*/ 1002784 w 5962785"/>
              <a:gd name="connsiteY84" fmla="*/ 343127 h 6858000"/>
              <a:gd name="connsiteX85" fmla="*/ 1270270 w 5962785"/>
              <a:gd name="connsiteY85" fmla="*/ 364755 h 6858000"/>
              <a:gd name="connsiteX86" fmla="*/ 1092915 w 5962785"/>
              <a:gd name="connsiteY86" fmla="*/ 180926 h 6858000"/>
              <a:gd name="connsiteX87" fmla="*/ 979525 w 5962785"/>
              <a:gd name="connsiteY87" fmla="*/ 152090 h 6858000"/>
              <a:gd name="connsiteX88" fmla="*/ 953358 w 5962785"/>
              <a:gd name="connsiteY88" fmla="*/ 76396 h 6858000"/>
              <a:gd name="connsiteX89" fmla="*/ 1005692 w 5962785"/>
              <a:gd name="connsiteY89" fmla="*/ 58373 h 6858000"/>
              <a:gd name="connsiteX90" fmla="*/ 1267362 w 5962785"/>
              <a:gd name="connsiteY90" fmla="*/ 123254 h 6858000"/>
              <a:gd name="connsiteX91" fmla="*/ 1310975 w 5962785"/>
              <a:gd name="connsiteY91" fmla="*/ 98023 h 6858000"/>
              <a:gd name="connsiteX92" fmla="*/ 1159787 w 5962785"/>
              <a:gd name="connsiteY92" fmla="*/ 435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E003F75-2FE5-7410-B3B3-22E255F24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8" y="643467"/>
            <a:ext cx="4620584" cy="456713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Demo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14AF82-A7C4-0A64-2040-EE4065407C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3467" y="5277684"/>
            <a:ext cx="4620584" cy="77549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GitHub Copilot for SQL</a:t>
            </a:r>
          </a:p>
        </p:txBody>
      </p:sp>
      <p:pic>
        <p:nvPicPr>
          <p:cNvPr id="6" name="Picture 5" descr="ssms 22 and copilot chat">
            <a:extLst>
              <a:ext uri="{FF2B5EF4-FFF2-40B4-BE49-F238E27FC236}">
                <a16:creationId xmlns:a16="http://schemas.microsoft.com/office/drawing/2014/main" id="{A9C69799-7E90-B133-E666-57E097E548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5518" y="643467"/>
            <a:ext cx="2743749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92115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E3D5927-9425-DF05-6AC7-D6EA2D85C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Change Event Streaming (CES) — The Problem</a:t>
            </a:r>
          </a:p>
        </p:txBody>
      </p:sp>
      <p:graphicFrame>
        <p:nvGraphicFramePr>
          <p:cNvPr id="7" name="Content Placeholder 4">
            <a:extLst>
              <a:ext uri="{FF2B5EF4-FFF2-40B4-BE49-F238E27FC236}">
                <a16:creationId xmlns:a16="http://schemas.microsoft.com/office/drawing/2014/main" id="{9A8AAD91-79AB-302B-6466-E042B1624D2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8996081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8354313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9059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D09C99-E5A0-E0E2-BA73-391F6A6C6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5697"/>
            <a:ext cx="3200400" cy="4238118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Change Event Streaming (CES) — The Solution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5539935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1B77507-1CAE-E381-5F5F-B552088B019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61514072"/>
              </p:ext>
            </p:extLst>
          </p:nvPr>
        </p:nvGraphicFramePr>
        <p:xfrm>
          <a:off x="5484139" y="477540"/>
          <a:ext cx="63016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4539402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2F8B81-03B5-CECB-1368-D23DD25EE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CT vs. CDC vs. CES — Comparison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429EA60-1A07-C827-34D5-595E7255FEE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74713541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8924800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9059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DB311E-1F67-D187-A579-64C8D68C7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5697"/>
            <a:ext cx="3200400" cy="4238118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CT vs. CDC vs. CES — When to Use What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5539935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C52AC05-4D7B-2541-E02E-E5CF331D56D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60122412"/>
              </p:ext>
            </p:extLst>
          </p:nvPr>
        </p:nvGraphicFramePr>
        <p:xfrm>
          <a:off x="5484139" y="477540"/>
          <a:ext cx="63016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52827132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27745-0E78-DF3D-5014-519CD6DDE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CT vs. CDC vs. CES — When to Use What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1F0D22F-1565-0F96-8691-B21B1B49D99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0447985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4B6A2C-BCAD-F0F3-D09C-9A78564FA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US" sz="3700"/>
              <a:t>CES Architecture — F1 Race Operations Example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70DADE6-DB28-FCEE-8940-AA20785517D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58260648"/>
              </p:ext>
            </p:extLst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6066432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E8D86-D3D9-7641-F77A-B5B5A005C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CES — Event Payload and Configuration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073D650-7580-8963-A687-7A23CE45EAF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0628876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3014812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OpticalDreamSoft - Formula 1 2026 F1 Red Bull Livery Concept Race Car 3D  model">
            <a:extLst>
              <a:ext uri="{FF2B5EF4-FFF2-40B4-BE49-F238E27FC236}">
                <a16:creationId xmlns:a16="http://schemas.microsoft.com/office/drawing/2014/main" id="{1939DD7E-D2FA-CEE0-8226-917762EAA51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l="418" r="3582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EF136A21-F398-FA89-9DAF-94FAB72D1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122362"/>
            <a:ext cx="9144000" cy="290051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>
                <a:solidFill>
                  <a:srgbClr val="FFFFFF"/>
                </a:solidFill>
              </a:rPr>
              <a:t>Demo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460212-7909-DE76-AFA6-E980710594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4000" y="4159404"/>
            <a:ext cx="9144000" cy="1098395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US">
                <a:solidFill>
                  <a:srgbClr val="FFFFFF"/>
                </a:solidFill>
              </a:rPr>
              <a:t>Change Event Streaming</a:t>
            </a:r>
          </a:p>
        </p:txBody>
      </p:sp>
    </p:spTree>
    <p:extLst>
      <p:ext uri="{BB962C8B-B14F-4D97-AF65-F5344CB8AC3E}">
        <p14:creationId xmlns:p14="http://schemas.microsoft.com/office/powerpoint/2010/main" val="1806413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5" name="Freeform: Shape 14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B7BF803-61CA-97AB-8C1A-804371B98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4000"/>
              <a:t>REST API Connectivity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7" name="Content Placeholder 4">
            <a:extLst>
              <a:ext uri="{FF2B5EF4-FFF2-40B4-BE49-F238E27FC236}">
                <a16:creationId xmlns:a16="http://schemas.microsoft.com/office/drawing/2014/main" id="{8C543563-45FD-5EC3-8130-174AFCC5469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1202532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6552036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6F8034-6547-8F68-D60D-08C5055AFCA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248" r="44377"/>
          <a:stretch>
            <a:fillRect/>
          </a:stretch>
        </p:blipFill>
        <p:spPr>
          <a:xfrm>
            <a:off x="-1" y="-2"/>
            <a:ext cx="5410198" cy="6858002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197" y="-1"/>
            <a:ext cx="678180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3B017B-82C7-3697-26DE-C63C26D5C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317" y="405685"/>
            <a:ext cx="5464968" cy="1559301"/>
          </a:xfrm>
        </p:spPr>
        <p:txBody>
          <a:bodyPr>
            <a:normAutofit/>
          </a:bodyPr>
          <a:lstStyle/>
          <a:p>
            <a:r>
              <a:rPr lang="en-US" sz="4000" dirty="0"/>
              <a:t>Data API Builder and </a:t>
            </a:r>
            <a:r>
              <a:rPr lang="en-US" sz="4000" dirty="0" err="1"/>
              <a:t>GraphQL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04A33B-4FE8-8FDC-CC6B-80CC037078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317" y="2743200"/>
            <a:ext cx="5247340" cy="3496878"/>
          </a:xfrm>
        </p:spPr>
        <p:txBody>
          <a:bodyPr anchor="ctr">
            <a:normAutofit/>
          </a:bodyPr>
          <a:lstStyle/>
          <a:p>
            <a:r>
              <a:rPr lang="en-US" sz="2000"/>
              <a:t>Data API Builder: generate REST and GraphQL APIs from SQL Server tables</a:t>
            </a:r>
          </a:p>
          <a:p>
            <a:r>
              <a:rPr lang="en-US" sz="2000"/>
              <a:t>Dramatically reduces backend code for data applications</a:t>
            </a:r>
          </a:p>
          <a:p>
            <a:r>
              <a:rPr lang="en-US" sz="2000"/>
              <a:t>Built-in authentication, authorization, and filtering</a:t>
            </a:r>
          </a:p>
          <a:p>
            <a:r>
              <a:rPr lang="en-US" sz="2000"/>
              <a:t>Works with SQL Server on-premises and in Azure (and Cosmos, PostgreSQL, MySQL)</a:t>
            </a:r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79205738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9059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B7F560-EDE9-6630-BF2B-1DBF14869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5697"/>
            <a:ext cx="3200400" cy="4238118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Microsoft Python Driver for SQL Server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5539935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5DDF182-B326-0EAB-DCAB-CBA13A8D115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2083529"/>
              </p:ext>
            </p:extLst>
          </p:nvPr>
        </p:nvGraphicFramePr>
        <p:xfrm>
          <a:off x="5484139" y="477540"/>
          <a:ext cx="63016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951084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ngle view of circuit shaped like a brain">
            <a:extLst>
              <a:ext uri="{FF2B5EF4-FFF2-40B4-BE49-F238E27FC236}">
                <a16:creationId xmlns:a16="http://schemas.microsoft.com/office/drawing/2014/main" id="{FEB49E57-ADCC-4B42-B215-68E84635154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009"/>
          <a:stretch>
            <a:fillRect/>
          </a:stretch>
        </p:blipFill>
        <p:spPr>
          <a:xfrm>
            <a:off x="20" y="-7619"/>
            <a:ext cx="12191979" cy="6887364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D60F200-5EB0-B223-2439-C96C67F0F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063219" y="-1252908"/>
            <a:ext cx="4065561" cy="12192000"/>
          </a:xfrm>
          <a:prstGeom prst="rect">
            <a:avLst/>
          </a:prstGeom>
          <a:gradFill flip="none" rotWithShape="1">
            <a:gsLst>
              <a:gs pos="17000">
                <a:srgbClr val="000000">
                  <a:alpha val="59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92CB243-67C5-E304-31A0-4D7D607BAF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9464116" y="322049"/>
            <a:ext cx="3067943" cy="2408606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51000">
                <a:schemeClr val="accent2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1A95761-C93E-94BF-087D-D2A823789E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0392" y="4172881"/>
            <a:ext cx="7154743" cy="2702991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52000">
                <a:schemeClr val="accent2">
                  <a:alpha val="0"/>
                </a:schemeClr>
              </a:gs>
            </a:gsLst>
            <a:lin ang="4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5B0F533-5632-6176-062A-5576FA538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029" y="1936866"/>
            <a:ext cx="4849044" cy="283927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Module 3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8F2CA7-C89B-6E8A-FE57-97BA52C175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9028" y="4873600"/>
            <a:ext cx="4849044" cy="118360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>
                <a:solidFill>
                  <a:srgbClr val="FFFFFF"/>
                </a:solidFill>
              </a:rPr>
              <a:t>AI Built-In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E63D1A5-FD49-4756-F62E-786C34E63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06736" y="-7619"/>
            <a:ext cx="995654" cy="6918113"/>
          </a:xfrm>
          <a:prstGeom prst="rect">
            <a:avLst/>
          </a:prstGeom>
          <a:gradFill flip="none" rotWithShape="1">
            <a:gsLst>
              <a:gs pos="0">
                <a:schemeClr val="accent5">
                  <a:alpha val="68000"/>
                </a:schemeClr>
              </a:gs>
              <a:gs pos="37000">
                <a:schemeClr val="accent5">
                  <a:alpha val="0"/>
                </a:schemeClr>
              </a:gs>
            </a:gsLst>
            <a:lin ang="10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56031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E584552-3C87-7FCF-9284-DB6DF9F2E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3700"/>
              <a:t>What Problems Are We Trying to Solve with AI?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1133FAC-6E5C-E855-A8C9-AA0B42A495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r>
              <a:rPr lang="en-US" sz="2000" dirty="0"/>
              <a:t>Smarter searching on existing text data</a:t>
            </a:r>
          </a:p>
          <a:p>
            <a:r>
              <a:rPr lang="en-US" sz="2000" dirty="0"/>
              <a:t>Centralized vector searching across documents and data</a:t>
            </a:r>
          </a:p>
          <a:p>
            <a:r>
              <a:rPr lang="en-US" sz="2000" dirty="0"/>
              <a:t>Building blocks for intelligent assistants, RAG, AI Agents</a:t>
            </a:r>
          </a:p>
          <a:p>
            <a:r>
              <a:rPr lang="en-US" sz="2000" dirty="0"/>
              <a:t>Taking advantage of AI in a secure and scalable fashion</a:t>
            </a:r>
          </a:p>
          <a:p>
            <a:r>
              <a:rPr lang="en-US" sz="2000" dirty="0"/>
              <a:t>Overcoming complexity by using familiar T-SQL</a:t>
            </a:r>
          </a:p>
          <a:p>
            <a:endParaRPr lang="en-US" sz="2000" dirty="0"/>
          </a:p>
        </p:txBody>
      </p:sp>
      <p:pic>
        <p:nvPicPr>
          <p:cNvPr id="7" name="Picture 6" descr="Top view of cubes connected with black lines">
            <a:extLst>
              <a:ext uri="{FF2B5EF4-FFF2-40B4-BE49-F238E27FC236}">
                <a16:creationId xmlns:a16="http://schemas.microsoft.com/office/drawing/2014/main" id="{AE840320-E204-F886-12B5-5EEACF07546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590" r="11668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079990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Computer script on a screen">
            <a:extLst>
              <a:ext uri="{FF2B5EF4-FFF2-40B4-BE49-F238E27FC236}">
                <a16:creationId xmlns:a16="http://schemas.microsoft.com/office/drawing/2014/main" id="{60DBEE35-56A4-A68D-D042-5EBCBA02E38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84" r="43557" b="-2"/>
          <a:stretch>
            <a:fillRect/>
          </a:stretch>
        </p:blipFill>
        <p:spPr>
          <a:xfrm>
            <a:off x="-1" y="-2"/>
            <a:ext cx="5410198" cy="6858002"/>
          </a:xfrm>
          <a:prstGeom prst="rect">
            <a:avLst/>
          </a:prstGeom>
        </p:spPr>
      </p:pic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197" y="-1"/>
            <a:ext cx="678180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4A7488-641F-77A8-BDB5-D17C5F6DC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317" y="405685"/>
            <a:ext cx="5464968" cy="1559301"/>
          </a:xfrm>
        </p:spPr>
        <p:txBody>
          <a:bodyPr>
            <a:normAutofit/>
          </a:bodyPr>
          <a:lstStyle/>
          <a:p>
            <a:r>
              <a:rPr lang="en-US" sz="4000"/>
              <a:t>Why AI in the Database?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E6DDA1-EBDF-7BF4-A96C-178104B465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317" y="2743200"/>
            <a:ext cx="5247340" cy="3496878"/>
          </a:xfrm>
        </p:spPr>
        <p:txBody>
          <a:bodyPr anchor="ctr">
            <a:normAutofit/>
          </a:bodyPr>
          <a:lstStyle/>
          <a:p>
            <a:r>
              <a:rPr lang="en-US" sz="2000"/>
              <a:t>Your data is already in SQL Server — why move it?</a:t>
            </a:r>
          </a:p>
          <a:p>
            <a:r>
              <a:rPr lang="en-US" sz="2000"/>
              <a:t>Security and governance already in place</a:t>
            </a:r>
          </a:p>
          <a:p>
            <a:r>
              <a:rPr lang="en-US" sz="2000"/>
              <a:t>T-SQL is the language your team already knows</a:t>
            </a:r>
          </a:p>
          <a:p>
            <a:r>
              <a:rPr lang="en-US" sz="2000"/>
              <a:t>Combine structured queries with semantic search (hybrid search)</a:t>
            </a:r>
          </a:p>
          <a:p>
            <a:r>
              <a:rPr lang="en-US" sz="2000"/>
              <a:t>Reduce architectural complexity: fewer moving parts</a:t>
            </a:r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8532483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02E877-03D2-7452-7CB7-B6A816C56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US" sz="4000"/>
              <a:t>Vector Search — The Concept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35A129-F78D-B578-0F3A-A8DA4D48B8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anchor="ctr">
            <a:normAutofit/>
          </a:bodyPr>
          <a:lstStyle/>
          <a:p>
            <a:r>
              <a:rPr lang="en-US" sz="2000"/>
              <a:t>Traditional search: keyword matching (LIKE, Full-Text Search)</a:t>
            </a:r>
          </a:p>
          <a:p>
            <a:r>
              <a:rPr lang="en-US" sz="2000"/>
              <a:t>Semantic search: meaning-based matching using embeddings</a:t>
            </a:r>
          </a:p>
          <a:p>
            <a:r>
              <a:rPr lang="en-US" sz="2000"/>
              <a:t>Embeddings: numerical representations that capture meaning</a:t>
            </a:r>
          </a:p>
          <a:p>
            <a:r>
              <a:rPr lang="en-US" sz="2000"/>
              <a:t>"The prompt may contain words not found in your data!" — this is why vector search matters</a:t>
            </a:r>
          </a:p>
          <a:p>
            <a:endParaRPr lang="en-US" sz="2000"/>
          </a:p>
        </p:txBody>
      </p:sp>
      <p:pic>
        <p:nvPicPr>
          <p:cNvPr id="4" name="Picture 3" descr="What are Vector Databases? A Beginner's Guide">
            <a:extLst>
              <a:ext uri="{FF2B5EF4-FFF2-40B4-BE49-F238E27FC236}">
                <a16:creationId xmlns:a16="http://schemas.microsoft.com/office/drawing/2014/main" id="{4AFEE85C-3C36-B637-1465-D6A21A948AF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374" r="22160" b="1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0051386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1D34770-47A8-402C-AF23-2B653F2D8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A2C57D-DE91-C052-A85C-99769B4E0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79" y="723898"/>
            <a:ext cx="6002110" cy="1495425"/>
          </a:xfrm>
        </p:spPr>
        <p:txBody>
          <a:bodyPr>
            <a:normAutofit/>
          </a:bodyPr>
          <a:lstStyle/>
          <a:p>
            <a:r>
              <a:rPr lang="en-US" sz="4000"/>
              <a:t>Vector Search with Your Data — The RAG Pattern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6A90D00-D5F8-2DA0-E165-D461927C06B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639" r="24767" b="-1"/>
          <a:stretch>
            <a:fillRect/>
          </a:stretch>
        </p:blipFill>
        <p:spPr>
          <a:xfrm>
            <a:off x="7199440" y="10"/>
            <a:ext cx="4992560" cy="6857990"/>
          </a:xfrm>
          <a:prstGeom prst="rect">
            <a:avLst/>
          </a:prstGeom>
          <a:effectLst/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65BC5EC-846A-DB77-2884-DF8E8A5632C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65815804"/>
              </p:ext>
            </p:extLst>
          </p:nvPr>
        </p:nvGraphicFramePr>
        <p:xfrm>
          <a:off x="836680" y="2405067"/>
          <a:ext cx="6002110" cy="37290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84397581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AE96F2-5864-C5E7-8EA2-B9A51C506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sz="4000" dirty="0"/>
              <a:t>Agentic RAG — Three Patterns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1ED9B3-0DB4-4BFB-656D-9DF066A805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>
            <a:normAutofit/>
          </a:bodyPr>
          <a:lstStyle/>
          <a:p>
            <a:r>
              <a:rPr lang="en-US" sz="2200" b="1" dirty="0"/>
              <a:t>Vector Search:</a:t>
            </a:r>
            <a:r>
              <a:rPr lang="en-US" sz="2200" dirty="0"/>
              <a:t> Retrieve most semantically relevant data to ground LLMs</a:t>
            </a:r>
          </a:p>
          <a:p>
            <a:r>
              <a:rPr lang="en-US" sz="2200" b="1" dirty="0"/>
              <a:t>Operational RAG:</a:t>
            </a:r>
            <a:r>
              <a:rPr lang="en-US" sz="2200" dirty="0"/>
              <a:t> Store vectors and data together for consistency</a:t>
            </a:r>
          </a:p>
          <a:p>
            <a:r>
              <a:rPr lang="en-US" sz="2200" b="1" dirty="0"/>
              <a:t>Structured Queries:</a:t>
            </a:r>
            <a:r>
              <a:rPr lang="en-US" sz="2200" dirty="0"/>
              <a:t> Allow LLMs to query structured data with rich metadata and query optimization</a:t>
            </a:r>
          </a:p>
          <a:p>
            <a:endParaRPr lang="en-US" sz="2200" dirty="0"/>
          </a:p>
          <a:p>
            <a:pPr marL="0" indent="0">
              <a:buNone/>
            </a:pPr>
            <a:r>
              <a:rPr lang="en-US" sz="2200" dirty="0"/>
              <a:t>Good repo for testing: </a:t>
            </a:r>
            <a:r>
              <a:rPr lang="en-US" sz="2200" b="1" dirty="0"/>
              <a:t>https://</a:t>
            </a:r>
            <a:r>
              <a:rPr lang="en-US" sz="2200" b="1" dirty="0" err="1"/>
              <a:t>github.com</a:t>
            </a:r>
            <a:r>
              <a:rPr lang="en-US" sz="2200" b="1" dirty="0"/>
              <a:t>/Azure-Samples/azure-</a:t>
            </a:r>
            <a:r>
              <a:rPr lang="en-US" sz="2200" b="1" dirty="0" err="1"/>
              <a:t>sql</a:t>
            </a:r>
            <a:r>
              <a:rPr lang="en-US" sz="2200" b="1" dirty="0"/>
              <a:t>-</a:t>
            </a:r>
            <a:r>
              <a:rPr lang="en-US" sz="2200" b="1" dirty="0" err="1"/>
              <a:t>db</a:t>
            </a:r>
            <a:r>
              <a:rPr lang="en-US" sz="2200" b="1" dirty="0"/>
              <a:t>-session-recommender</a:t>
            </a:r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44372198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50B2A-21A4-9601-ADDA-DFFA22022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Vector Data Type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2D83212-5529-CF78-71DF-E2FC6785AC1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1131575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4573240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AC0A90-360B-73AA-4572-0B8EEA14E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4000"/>
              <a:t>Model Definitions — CREATE EXTERNAL MODEL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294BFAD-48C2-1258-924C-5B5DDEA542C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26220903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7466921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5CC67E-0345-4D0F-25F1-12C0BB24A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4000"/>
              <a:t>Embedding Generation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1D9288E-A92D-13A5-3F8F-4026EF475A6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73614934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4536768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1B093E-11B2-0635-1764-F57EDCB3D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3100"/>
              <a:t>Searching with VECTOR_DISTANCE (KNN)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6DE9B07-FED0-FB08-32FA-0CD3812FE03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95685500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2730810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8EBF4F-1998-38F5-52C5-2984A3F66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US" sz="3000"/>
              <a:t>DiskANN Index and VECTOR_SEARCH (ANN)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CBB9091-7820-BACC-2CB8-11EE566DD2D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59068606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7201990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DDBB197-D710-4A4F-A9CA-FD2177498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5D1CFA-2CDB-4B64-BD9F-85744E8DA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2DDD89-9394-0F14-B02C-9A476432C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977976" cy="1454051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chemeClr val="tx2"/>
                </a:solidFill>
              </a:rPr>
              <a:t>Hybrid Search — The Best of Both Worlds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11785F-EC09-5A1F-BFCB-7C534F78BE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421682"/>
            <a:ext cx="4977578" cy="3639289"/>
          </a:xfrm>
        </p:spPr>
        <p:txBody>
          <a:bodyPr anchor="ctr">
            <a:normAutofit/>
          </a:bodyPr>
          <a:lstStyle/>
          <a:p>
            <a:r>
              <a:rPr lang="en-US" sz="1800" dirty="0">
                <a:solidFill>
                  <a:schemeClr val="tx2"/>
                </a:solidFill>
              </a:rPr>
              <a:t>Combine VECTOR_DISTANCE or VECTOR_SEARCH with standard SQL WHERE clauses</a:t>
            </a:r>
          </a:p>
          <a:p>
            <a:r>
              <a:rPr lang="en-US" sz="1800" dirty="0">
                <a:solidFill>
                  <a:schemeClr val="tx2"/>
                </a:solidFill>
              </a:rPr>
              <a:t>Example: "Find products similar to 'lightweight hiking gear' WHERE price &lt; 100 AND category = 'Outdoor'"</a:t>
            </a:r>
          </a:p>
          <a:p>
            <a:r>
              <a:rPr lang="en-US" sz="1800" dirty="0">
                <a:solidFill>
                  <a:schemeClr val="tx2"/>
                </a:solidFill>
              </a:rPr>
              <a:t>Leverages the full power of the SQL query optimizer</a:t>
            </a:r>
          </a:p>
          <a:p>
            <a:r>
              <a:rPr lang="en-US" sz="1800" dirty="0">
                <a:solidFill>
                  <a:schemeClr val="tx2"/>
                </a:solidFill>
              </a:rPr>
              <a:t>This is what sets SQL Server apart from standalone vector databases</a:t>
            </a:r>
          </a:p>
          <a:p>
            <a:endParaRPr lang="en-US" sz="1800" dirty="0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5EE5136-01F1-466C-962D-BA9B4C675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69897" y="0"/>
            <a:ext cx="5822103" cy="6685267"/>
            <a:chOff x="6357228" y="0"/>
            <a:chExt cx="5822103" cy="668526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1D3AD4-AF9B-4EB5-8C7B-C45D173B4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57228" y="0"/>
              <a:ext cx="5822102" cy="6685267"/>
            </a:xfrm>
            <a:custGeom>
              <a:avLst/>
              <a:gdLst>
                <a:gd name="connsiteX0" fmla="*/ 2605444 w 5822102"/>
                <a:gd name="connsiteY0" fmla="*/ 0 h 6685267"/>
                <a:gd name="connsiteX1" fmla="*/ 4757391 w 5822102"/>
                <a:gd name="connsiteY1" fmla="*/ 0 h 6685267"/>
                <a:gd name="connsiteX2" fmla="*/ 4913680 w 5822102"/>
                <a:gd name="connsiteY2" fmla="*/ 56274 h 6685267"/>
                <a:gd name="connsiteX3" fmla="*/ 5376238 w 5822102"/>
                <a:gd name="connsiteY3" fmla="*/ 282027 h 6685267"/>
                <a:gd name="connsiteX4" fmla="*/ 5658024 w 5822102"/>
                <a:gd name="connsiteY4" fmla="*/ 471014 h 6685267"/>
                <a:gd name="connsiteX5" fmla="*/ 5822102 w 5822102"/>
                <a:gd name="connsiteY5" fmla="*/ 609109 h 6685267"/>
                <a:gd name="connsiteX6" fmla="*/ 5822102 w 5822102"/>
                <a:gd name="connsiteY6" fmla="*/ 760697 h 6685267"/>
                <a:gd name="connsiteX7" fmla="*/ 5707785 w 5822102"/>
                <a:gd name="connsiteY7" fmla="*/ 666601 h 6685267"/>
                <a:gd name="connsiteX8" fmla="*/ 5577306 w 5822102"/>
                <a:gd name="connsiteY8" fmla="*/ 571666 h 6685267"/>
                <a:gd name="connsiteX9" fmla="*/ 5298630 w 5822102"/>
                <a:gd name="connsiteY9" fmla="*/ 407449 h 6685267"/>
                <a:gd name="connsiteX10" fmla="*/ 4690768 w 5822102"/>
                <a:gd name="connsiteY10" fmla="*/ 184979 h 6685267"/>
                <a:gd name="connsiteX11" fmla="*/ 4048577 w 5822102"/>
                <a:gd name="connsiteY11" fmla="*/ 99280 h 6685267"/>
                <a:gd name="connsiteX12" fmla="*/ 3405404 w 5822102"/>
                <a:gd name="connsiteY12" fmla="*/ 131937 h 6685267"/>
                <a:gd name="connsiteX13" fmla="*/ 3089702 w 5822102"/>
                <a:gd name="connsiteY13" fmla="*/ 190190 h 6685267"/>
                <a:gd name="connsiteX14" fmla="*/ 2780132 w 5822102"/>
                <a:gd name="connsiteY14" fmla="*/ 273457 h 6685267"/>
                <a:gd name="connsiteX15" fmla="*/ 2478040 w 5822102"/>
                <a:gd name="connsiteY15" fmla="*/ 379654 h 6685267"/>
                <a:gd name="connsiteX16" fmla="*/ 2184897 w 5822102"/>
                <a:gd name="connsiteY16" fmla="*/ 507972 h 6685267"/>
                <a:gd name="connsiteX17" fmla="*/ 1629141 w 5822102"/>
                <a:gd name="connsiteY17" fmla="*/ 823205 h 6685267"/>
                <a:gd name="connsiteX18" fmla="*/ 1497711 w 5822102"/>
                <a:gd name="connsiteY18" fmla="*/ 914000 h 6685267"/>
                <a:gd name="connsiteX19" fmla="*/ 1433099 w 5822102"/>
                <a:gd name="connsiteY19" fmla="*/ 960903 h 6685267"/>
                <a:gd name="connsiteX20" fmla="*/ 1369346 w 5822102"/>
                <a:gd name="connsiteY20" fmla="*/ 1008963 h 6685267"/>
                <a:gd name="connsiteX21" fmla="*/ 1123406 w 5822102"/>
                <a:gd name="connsiteY21" fmla="*/ 1212905 h 6685267"/>
                <a:gd name="connsiteX22" fmla="*/ 684367 w 5822102"/>
                <a:gd name="connsiteY22" fmla="*/ 1675564 h 6685267"/>
                <a:gd name="connsiteX23" fmla="*/ 497153 w 5822102"/>
                <a:gd name="connsiteY23" fmla="*/ 1933588 h 6685267"/>
                <a:gd name="connsiteX24" fmla="*/ 337770 w 5822102"/>
                <a:gd name="connsiteY24" fmla="*/ 2208983 h 6685267"/>
                <a:gd name="connsiteX25" fmla="*/ 302461 w 5822102"/>
                <a:gd name="connsiteY25" fmla="*/ 2280207 h 6685267"/>
                <a:gd name="connsiteX26" fmla="*/ 285296 w 5822102"/>
                <a:gd name="connsiteY26" fmla="*/ 2316107 h 6685267"/>
                <a:gd name="connsiteX27" fmla="*/ 268991 w 5822102"/>
                <a:gd name="connsiteY27" fmla="*/ 2352355 h 6685267"/>
                <a:gd name="connsiteX28" fmla="*/ 237849 w 5822102"/>
                <a:gd name="connsiteY28" fmla="*/ 2425432 h 6685267"/>
                <a:gd name="connsiteX29" fmla="*/ 208670 w 5822102"/>
                <a:gd name="connsiteY29" fmla="*/ 2499319 h 6685267"/>
                <a:gd name="connsiteX30" fmla="*/ 113775 w 5822102"/>
                <a:gd name="connsiteY30" fmla="*/ 2801929 h 6685267"/>
                <a:gd name="connsiteX31" fmla="*/ 36781 w 5822102"/>
                <a:gd name="connsiteY31" fmla="*/ 3428922 h 6685267"/>
                <a:gd name="connsiteX32" fmla="*/ 69148 w 5822102"/>
                <a:gd name="connsiteY32" fmla="*/ 3741955 h 6685267"/>
                <a:gd name="connsiteX33" fmla="*/ 167966 w 5822102"/>
                <a:gd name="connsiteY33" fmla="*/ 4041323 h 6685267"/>
                <a:gd name="connsiteX34" fmla="*/ 202049 w 5822102"/>
                <a:gd name="connsiteY34" fmla="*/ 4112894 h 6685267"/>
                <a:gd name="connsiteX35" fmla="*/ 239933 w 5822102"/>
                <a:gd name="connsiteY35" fmla="*/ 4182843 h 6685267"/>
                <a:gd name="connsiteX36" fmla="*/ 323916 w 5822102"/>
                <a:gd name="connsiteY36" fmla="*/ 4318456 h 6685267"/>
                <a:gd name="connsiteX37" fmla="*/ 416604 w 5822102"/>
                <a:gd name="connsiteY37" fmla="*/ 4449436 h 6685267"/>
                <a:gd name="connsiteX38" fmla="*/ 515911 w 5822102"/>
                <a:gd name="connsiteY38" fmla="*/ 4576711 h 6685267"/>
                <a:gd name="connsiteX39" fmla="*/ 722619 w 5822102"/>
                <a:gd name="connsiteY39" fmla="*/ 4828482 h 6685267"/>
                <a:gd name="connsiteX40" fmla="*/ 825972 w 5822102"/>
                <a:gd name="connsiteY40" fmla="*/ 4956104 h 6685267"/>
                <a:gd name="connsiteX41" fmla="*/ 926506 w 5822102"/>
                <a:gd name="connsiteY41" fmla="*/ 5085347 h 6685267"/>
                <a:gd name="connsiteX42" fmla="*/ 1027040 w 5822102"/>
                <a:gd name="connsiteY42" fmla="*/ 5210191 h 6685267"/>
                <a:gd name="connsiteX43" fmla="*/ 1132110 w 5822102"/>
                <a:gd name="connsiteY43" fmla="*/ 5330748 h 6685267"/>
                <a:gd name="connsiteX44" fmla="*/ 1354880 w 5822102"/>
                <a:gd name="connsiteY44" fmla="*/ 5558083 h 6685267"/>
                <a:gd name="connsiteX45" fmla="*/ 1855220 w 5822102"/>
                <a:gd name="connsiteY45" fmla="*/ 5937591 h 6685267"/>
                <a:gd name="connsiteX46" fmla="*/ 2131810 w 5822102"/>
                <a:gd name="connsiteY46" fmla="*/ 6080268 h 6685267"/>
                <a:gd name="connsiteX47" fmla="*/ 2423726 w 5822102"/>
                <a:gd name="connsiteY47" fmla="*/ 6188087 h 6685267"/>
                <a:gd name="connsiteX48" fmla="*/ 2727780 w 5822102"/>
                <a:gd name="connsiteY48" fmla="*/ 6262552 h 6685267"/>
                <a:gd name="connsiteX49" fmla="*/ 3041276 w 5822102"/>
                <a:gd name="connsiteY49" fmla="*/ 6304245 h 6685267"/>
                <a:gd name="connsiteX50" fmla="*/ 3360532 w 5822102"/>
                <a:gd name="connsiteY50" fmla="*/ 6317331 h 6685267"/>
                <a:gd name="connsiteX51" fmla="*/ 3439855 w 5822102"/>
                <a:gd name="connsiteY51" fmla="*/ 6316751 h 6685267"/>
                <a:gd name="connsiteX52" fmla="*/ 3478721 w 5822102"/>
                <a:gd name="connsiteY52" fmla="*/ 6315826 h 6685267"/>
                <a:gd name="connsiteX53" fmla="*/ 3517463 w 5822102"/>
                <a:gd name="connsiteY53" fmla="*/ 6313971 h 6685267"/>
                <a:gd name="connsiteX54" fmla="*/ 3671452 w 5822102"/>
                <a:gd name="connsiteY54" fmla="*/ 6301233 h 6685267"/>
                <a:gd name="connsiteX55" fmla="*/ 4265460 w 5822102"/>
                <a:gd name="connsiteY55" fmla="*/ 6149638 h 6685267"/>
                <a:gd name="connsiteX56" fmla="*/ 4546587 w 5822102"/>
                <a:gd name="connsiteY56" fmla="*/ 6018079 h 6685267"/>
                <a:gd name="connsiteX57" fmla="*/ 4818030 w 5822102"/>
                <a:gd name="connsiteY57" fmla="*/ 5858029 h 6685267"/>
                <a:gd name="connsiteX58" fmla="*/ 5081870 w 5822102"/>
                <a:gd name="connsiteY58" fmla="*/ 5676903 h 6685267"/>
                <a:gd name="connsiteX59" fmla="*/ 5212073 w 5822102"/>
                <a:gd name="connsiteY59" fmla="*/ 5581013 h 6685267"/>
                <a:gd name="connsiteX60" fmla="*/ 5343625 w 5822102"/>
                <a:gd name="connsiteY60" fmla="*/ 5481533 h 6685267"/>
                <a:gd name="connsiteX61" fmla="*/ 5610378 w 5822102"/>
                <a:gd name="connsiteY61" fmla="*/ 5284425 h 6685267"/>
                <a:gd name="connsiteX62" fmla="*/ 5822102 w 5822102"/>
                <a:gd name="connsiteY62" fmla="*/ 5126414 h 6685267"/>
                <a:gd name="connsiteX63" fmla="*/ 5822102 w 5822102"/>
                <a:gd name="connsiteY63" fmla="*/ 5556641 h 6685267"/>
                <a:gd name="connsiteX64" fmla="*/ 5576325 w 5822102"/>
                <a:gd name="connsiteY64" fmla="*/ 5749979 h 6685267"/>
                <a:gd name="connsiteX65" fmla="*/ 5447715 w 5822102"/>
                <a:gd name="connsiteY65" fmla="*/ 5852818 h 6685267"/>
                <a:gd name="connsiteX66" fmla="*/ 5315059 w 5822102"/>
                <a:gd name="connsiteY66" fmla="*/ 5956236 h 6685267"/>
                <a:gd name="connsiteX67" fmla="*/ 5038468 w 5822102"/>
                <a:gd name="connsiteY67" fmla="*/ 6155776 h 6685267"/>
                <a:gd name="connsiteX68" fmla="*/ 4741892 w 5822102"/>
                <a:gd name="connsiteY68" fmla="*/ 6338292 h 6685267"/>
                <a:gd name="connsiteX69" fmla="*/ 4420920 w 5822102"/>
                <a:gd name="connsiteY69" fmla="*/ 6492203 h 6685267"/>
                <a:gd name="connsiteX70" fmla="*/ 3717672 w 5822102"/>
                <a:gd name="connsiteY70" fmla="*/ 6670434 h 6685267"/>
                <a:gd name="connsiteX71" fmla="*/ 3535853 w 5822102"/>
                <a:gd name="connsiteY71" fmla="*/ 6683289 h 6685267"/>
                <a:gd name="connsiteX72" fmla="*/ 3490367 w 5822102"/>
                <a:gd name="connsiteY72" fmla="*/ 6684910 h 6685267"/>
                <a:gd name="connsiteX73" fmla="*/ 3445005 w 5822102"/>
                <a:gd name="connsiteY73" fmla="*/ 6685142 h 6685267"/>
                <a:gd name="connsiteX74" fmla="*/ 3355872 w 5822102"/>
                <a:gd name="connsiteY74" fmla="*/ 6684100 h 6685267"/>
                <a:gd name="connsiteX75" fmla="*/ 3179203 w 5822102"/>
                <a:gd name="connsiteY75" fmla="*/ 6677150 h 6685267"/>
                <a:gd name="connsiteX76" fmla="*/ 3002410 w 5822102"/>
                <a:gd name="connsiteY76" fmla="*/ 6661169 h 6685267"/>
                <a:gd name="connsiteX77" fmla="*/ 2650296 w 5822102"/>
                <a:gd name="connsiteY77" fmla="*/ 6604191 h 6685267"/>
                <a:gd name="connsiteX78" fmla="*/ 2306028 w 5822102"/>
                <a:gd name="connsiteY78" fmla="*/ 6505869 h 6685267"/>
                <a:gd name="connsiteX79" fmla="*/ 1978803 w 5822102"/>
                <a:gd name="connsiteY79" fmla="*/ 6363307 h 6685267"/>
                <a:gd name="connsiteX80" fmla="*/ 1678428 w 5822102"/>
                <a:gd name="connsiteY80" fmla="*/ 6177779 h 6685267"/>
                <a:gd name="connsiteX81" fmla="*/ 1175880 w 5822102"/>
                <a:gd name="connsiteY81" fmla="*/ 5710373 h 6685267"/>
                <a:gd name="connsiteX82" fmla="*/ 971502 w 5822102"/>
                <a:gd name="connsiteY82" fmla="*/ 5445399 h 6685267"/>
                <a:gd name="connsiteX83" fmla="*/ 790909 w 5822102"/>
                <a:gd name="connsiteY83" fmla="*/ 5169078 h 6685267"/>
                <a:gd name="connsiteX84" fmla="*/ 706680 w 5822102"/>
                <a:gd name="connsiteY84" fmla="*/ 5031959 h 6685267"/>
                <a:gd name="connsiteX85" fmla="*/ 619143 w 5822102"/>
                <a:gd name="connsiteY85" fmla="*/ 4897157 h 6685267"/>
                <a:gd name="connsiteX86" fmla="*/ 436465 w 5822102"/>
                <a:gd name="connsiteY86" fmla="*/ 4628710 h 6685267"/>
                <a:gd name="connsiteX87" fmla="*/ 347088 w 5822102"/>
                <a:gd name="connsiteY87" fmla="*/ 4492171 h 6685267"/>
                <a:gd name="connsiteX88" fmla="*/ 262001 w 5822102"/>
                <a:gd name="connsiteY88" fmla="*/ 4352619 h 6685267"/>
                <a:gd name="connsiteX89" fmla="*/ 118679 w 5822102"/>
                <a:gd name="connsiteY89" fmla="*/ 4059853 h 6685267"/>
                <a:gd name="connsiteX90" fmla="*/ 28322 w 5822102"/>
                <a:gd name="connsiteY90" fmla="*/ 3749136 h 6685267"/>
                <a:gd name="connsiteX91" fmla="*/ 0 w 5822102"/>
                <a:gd name="connsiteY91" fmla="*/ 3428922 h 6685267"/>
                <a:gd name="connsiteX92" fmla="*/ 253052 w 5822102"/>
                <a:gd name="connsiteY92" fmla="*/ 2174356 h 6685267"/>
                <a:gd name="connsiteX93" fmla="*/ 389141 w 5822102"/>
                <a:gd name="connsiteY93" fmla="*/ 1877652 h 6685267"/>
                <a:gd name="connsiteX94" fmla="*/ 552079 w 5822102"/>
                <a:gd name="connsiteY94" fmla="*/ 1591834 h 6685267"/>
                <a:gd name="connsiteX95" fmla="*/ 954950 w 5822102"/>
                <a:gd name="connsiteY95" fmla="*/ 1061773 h 6685267"/>
                <a:gd name="connsiteX96" fmla="*/ 1192922 w 5822102"/>
                <a:gd name="connsiteY96" fmla="*/ 822626 h 6685267"/>
                <a:gd name="connsiteX97" fmla="*/ 1255939 w 5822102"/>
                <a:gd name="connsiteY97" fmla="*/ 765880 h 6685267"/>
                <a:gd name="connsiteX98" fmla="*/ 1320183 w 5822102"/>
                <a:gd name="connsiteY98" fmla="*/ 710291 h 6685267"/>
                <a:gd name="connsiteX99" fmla="*/ 1452961 w 5822102"/>
                <a:gd name="connsiteY99" fmla="*/ 603514 h 6685267"/>
                <a:gd name="connsiteX100" fmla="*/ 2033360 w 5822102"/>
                <a:gd name="connsiteY100" fmla="*/ 235818 h 6685267"/>
                <a:gd name="connsiteX101" fmla="*/ 2512513 w 5822102"/>
                <a:gd name="connsiteY101" fmla="*/ 30012 h 668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5822102" h="6685267">
                  <a:moveTo>
                    <a:pt x="2605444" y="0"/>
                  </a:moveTo>
                  <a:lnTo>
                    <a:pt x="4757391" y="0"/>
                  </a:lnTo>
                  <a:lnTo>
                    <a:pt x="4913680" y="56274"/>
                  </a:lnTo>
                  <a:cubicBezTo>
                    <a:pt x="5074659" y="119278"/>
                    <a:pt x="5229483" y="195083"/>
                    <a:pt x="5376238" y="282027"/>
                  </a:cubicBezTo>
                  <a:cubicBezTo>
                    <a:pt x="5474014" y="340105"/>
                    <a:pt x="5568080" y="403280"/>
                    <a:pt x="5658024" y="471014"/>
                  </a:cubicBezTo>
                  <a:lnTo>
                    <a:pt x="5822102" y="609109"/>
                  </a:lnTo>
                  <a:lnTo>
                    <a:pt x="5822102" y="760697"/>
                  </a:lnTo>
                  <a:lnTo>
                    <a:pt x="5707785" y="666601"/>
                  </a:lnTo>
                  <a:cubicBezTo>
                    <a:pt x="5665273" y="633682"/>
                    <a:pt x="5621749" y="602008"/>
                    <a:pt x="5577306" y="571666"/>
                  </a:cubicBezTo>
                  <a:cubicBezTo>
                    <a:pt x="5487929" y="511562"/>
                    <a:pt x="5395118" y="456089"/>
                    <a:pt x="5298630" y="407449"/>
                  </a:cubicBezTo>
                  <a:cubicBezTo>
                    <a:pt x="5106266" y="309010"/>
                    <a:pt x="4901153" y="235355"/>
                    <a:pt x="4690768" y="184979"/>
                  </a:cubicBezTo>
                  <a:cubicBezTo>
                    <a:pt x="4480382" y="134486"/>
                    <a:pt x="4264724" y="106807"/>
                    <a:pt x="4048577" y="99280"/>
                  </a:cubicBezTo>
                  <a:cubicBezTo>
                    <a:pt x="3832182" y="90709"/>
                    <a:pt x="3617997" y="102290"/>
                    <a:pt x="3405404" y="131937"/>
                  </a:cubicBezTo>
                  <a:cubicBezTo>
                    <a:pt x="3299353" y="147340"/>
                    <a:pt x="3193915" y="166449"/>
                    <a:pt x="3089702" y="190190"/>
                  </a:cubicBezTo>
                  <a:cubicBezTo>
                    <a:pt x="2985491" y="214278"/>
                    <a:pt x="2882137" y="241725"/>
                    <a:pt x="2780132" y="273457"/>
                  </a:cubicBezTo>
                  <a:cubicBezTo>
                    <a:pt x="2678126" y="305073"/>
                    <a:pt x="2577348" y="340510"/>
                    <a:pt x="2478040" y="379654"/>
                  </a:cubicBezTo>
                  <a:cubicBezTo>
                    <a:pt x="2378854" y="418914"/>
                    <a:pt x="2281017" y="461763"/>
                    <a:pt x="2184897" y="507972"/>
                  </a:cubicBezTo>
                  <a:cubicBezTo>
                    <a:pt x="1992657" y="600271"/>
                    <a:pt x="1806791" y="705542"/>
                    <a:pt x="1629141" y="823205"/>
                  </a:cubicBezTo>
                  <a:cubicBezTo>
                    <a:pt x="1584882" y="852736"/>
                    <a:pt x="1540745" y="882731"/>
                    <a:pt x="1497711" y="914000"/>
                  </a:cubicBezTo>
                  <a:cubicBezTo>
                    <a:pt x="1475888" y="929286"/>
                    <a:pt x="1454555" y="945153"/>
                    <a:pt x="1433099" y="960903"/>
                  </a:cubicBezTo>
                  <a:cubicBezTo>
                    <a:pt x="1411521" y="976537"/>
                    <a:pt x="1390311" y="992634"/>
                    <a:pt x="1369346" y="1008963"/>
                  </a:cubicBezTo>
                  <a:cubicBezTo>
                    <a:pt x="1285119" y="1074165"/>
                    <a:pt x="1202730" y="1141797"/>
                    <a:pt x="1123406" y="1212905"/>
                  </a:cubicBezTo>
                  <a:cubicBezTo>
                    <a:pt x="964391" y="1354656"/>
                    <a:pt x="816900" y="1509261"/>
                    <a:pt x="684367" y="1675564"/>
                  </a:cubicBezTo>
                  <a:cubicBezTo>
                    <a:pt x="618161" y="1758716"/>
                    <a:pt x="555512" y="1844763"/>
                    <a:pt x="497153" y="1933588"/>
                  </a:cubicBezTo>
                  <a:cubicBezTo>
                    <a:pt x="439775" y="2022877"/>
                    <a:pt x="385584" y="2114367"/>
                    <a:pt x="337770" y="2208983"/>
                  </a:cubicBezTo>
                  <a:cubicBezTo>
                    <a:pt x="325388" y="2232493"/>
                    <a:pt x="313862" y="2256349"/>
                    <a:pt x="302461" y="2280207"/>
                  </a:cubicBezTo>
                  <a:lnTo>
                    <a:pt x="285296" y="2316107"/>
                  </a:lnTo>
                  <a:lnTo>
                    <a:pt x="268991" y="2352355"/>
                  </a:lnTo>
                  <a:cubicBezTo>
                    <a:pt x="258324" y="2376560"/>
                    <a:pt x="247535" y="2400764"/>
                    <a:pt x="237849" y="2425432"/>
                  </a:cubicBezTo>
                  <a:cubicBezTo>
                    <a:pt x="228163" y="2450099"/>
                    <a:pt x="217498" y="2474419"/>
                    <a:pt x="208670" y="2499319"/>
                  </a:cubicBezTo>
                  <a:cubicBezTo>
                    <a:pt x="170909" y="2598219"/>
                    <a:pt x="138908" y="2699206"/>
                    <a:pt x="113775" y="2801929"/>
                  </a:cubicBezTo>
                  <a:cubicBezTo>
                    <a:pt x="62773" y="3006911"/>
                    <a:pt x="36659" y="3217917"/>
                    <a:pt x="36781" y="3428922"/>
                  </a:cubicBezTo>
                  <a:cubicBezTo>
                    <a:pt x="37394" y="3534078"/>
                    <a:pt x="47816" y="3639001"/>
                    <a:pt x="69148" y="3741955"/>
                  </a:cubicBezTo>
                  <a:cubicBezTo>
                    <a:pt x="91585" y="3844679"/>
                    <a:pt x="124074" y="3945202"/>
                    <a:pt x="167966" y="4041323"/>
                  </a:cubicBezTo>
                  <a:cubicBezTo>
                    <a:pt x="178387" y="4065528"/>
                    <a:pt x="190525" y="4089153"/>
                    <a:pt x="202049" y="4112894"/>
                  </a:cubicBezTo>
                  <a:cubicBezTo>
                    <a:pt x="214555" y="4136288"/>
                    <a:pt x="226447" y="4159912"/>
                    <a:pt x="239933" y="4182843"/>
                  </a:cubicBezTo>
                  <a:cubicBezTo>
                    <a:pt x="265680" y="4229167"/>
                    <a:pt x="294368" y="4274101"/>
                    <a:pt x="323916" y="4318456"/>
                  </a:cubicBezTo>
                  <a:cubicBezTo>
                    <a:pt x="353341" y="4362927"/>
                    <a:pt x="384849" y="4406240"/>
                    <a:pt x="416604" y="4449436"/>
                  </a:cubicBezTo>
                  <a:cubicBezTo>
                    <a:pt x="448847" y="4492286"/>
                    <a:pt x="482319" y="4534557"/>
                    <a:pt x="515911" y="4576711"/>
                  </a:cubicBezTo>
                  <a:cubicBezTo>
                    <a:pt x="583219" y="4661137"/>
                    <a:pt x="653594" y="4743825"/>
                    <a:pt x="722619" y="4828482"/>
                  </a:cubicBezTo>
                  <a:cubicBezTo>
                    <a:pt x="757315" y="4870637"/>
                    <a:pt x="791889" y="4913138"/>
                    <a:pt x="825972" y="4956104"/>
                  </a:cubicBezTo>
                  <a:cubicBezTo>
                    <a:pt x="859934" y="4998722"/>
                    <a:pt x="893649" y="5044004"/>
                    <a:pt x="926506" y="5085347"/>
                  </a:cubicBezTo>
                  <a:cubicBezTo>
                    <a:pt x="959119" y="5127734"/>
                    <a:pt x="993324" y="5168847"/>
                    <a:pt x="1027040" y="5210191"/>
                  </a:cubicBezTo>
                  <a:cubicBezTo>
                    <a:pt x="1061737" y="5250840"/>
                    <a:pt x="1096188" y="5291488"/>
                    <a:pt x="1132110" y="5330748"/>
                  </a:cubicBezTo>
                  <a:cubicBezTo>
                    <a:pt x="1203465" y="5409731"/>
                    <a:pt x="1277639" y="5485818"/>
                    <a:pt x="1354880" y="5558083"/>
                  </a:cubicBezTo>
                  <a:cubicBezTo>
                    <a:pt x="1509603" y="5702266"/>
                    <a:pt x="1676588" y="5830930"/>
                    <a:pt x="1855220" y="5937591"/>
                  </a:cubicBezTo>
                  <a:cubicBezTo>
                    <a:pt x="1944720" y="5990632"/>
                    <a:pt x="2036549" y="6039272"/>
                    <a:pt x="2131810" y="6080268"/>
                  </a:cubicBezTo>
                  <a:cubicBezTo>
                    <a:pt x="2226460" y="6122423"/>
                    <a:pt x="2324173" y="6157977"/>
                    <a:pt x="2423726" y="6188087"/>
                  </a:cubicBezTo>
                  <a:cubicBezTo>
                    <a:pt x="2523280" y="6218313"/>
                    <a:pt x="2624794" y="6242749"/>
                    <a:pt x="2727780" y="6262552"/>
                  </a:cubicBezTo>
                  <a:cubicBezTo>
                    <a:pt x="2830890" y="6282008"/>
                    <a:pt x="2935714" y="6295326"/>
                    <a:pt x="3041276" y="6304245"/>
                  </a:cubicBezTo>
                  <a:cubicBezTo>
                    <a:pt x="3146836" y="6313277"/>
                    <a:pt x="3253499" y="6317215"/>
                    <a:pt x="3360532" y="6317331"/>
                  </a:cubicBezTo>
                  <a:cubicBezTo>
                    <a:pt x="3387259" y="6317331"/>
                    <a:pt x="3414354" y="6317794"/>
                    <a:pt x="3439855" y="6316751"/>
                  </a:cubicBezTo>
                  <a:lnTo>
                    <a:pt x="3478721" y="6315826"/>
                  </a:lnTo>
                  <a:lnTo>
                    <a:pt x="3517463" y="6313971"/>
                  </a:lnTo>
                  <a:cubicBezTo>
                    <a:pt x="3569078" y="6311772"/>
                    <a:pt x="3620449" y="6306907"/>
                    <a:pt x="3671452" y="6301233"/>
                  </a:cubicBezTo>
                  <a:cubicBezTo>
                    <a:pt x="3875707" y="6277608"/>
                    <a:pt x="4074445" y="6225841"/>
                    <a:pt x="4265460" y="6149638"/>
                  </a:cubicBezTo>
                  <a:cubicBezTo>
                    <a:pt x="4361212" y="6111884"/>
                    <a:pt x="4454636" y="6067065"/>
                    <a:pt x="4546587" y="6018079"/>
                  </a:cubicBezTo>
                  <a:cubicBezTo>
                    <a:pt x="4638662" y="5969322"/>
                    <a:pt x="4729020" y="5915240"/>
                    <a:pt x="4818030" y="5858029"/>
                  </a:cubicBezTo>
                  <a:cubicBezTo>
                    <a:pt x="4907038" y="5800703"/>
                    <a:pt x="4994577" y="5739672"/>
                    <a:pt x="5081870" y="5676903"/>
                  </a:cubicBezTo>
                  <a:cubicBezTo>
                    <a:pt x="5125392" y="5645519"/>
                    <a:pt x="5168794" y="5613324"/>
                    <a:pt x="5212073" y="5581013"/>
                  </a:cubicBezTo>
                  <a:lnTo>
                    <a:pt x="5343625" y="5481533"/>
                  </a:lnTo>
                  <a:cubicBezTo>
                    <a:pt x="5432696" y="5414768"/>
                    <a:pt x="5521951" y="5349452"/>
                    <a:pt x="5610378" y="5284425"/>
                  </a:cubicBezTo>
                  <a:lnTo>
                    <a:pt x="5822102" y="5126414"/>
                  </a:lnTo>
                  <a:lnTo>
                    <a:pt x="5822102" y="5556641"/>
                  </a:lnTo>
                  <a:lnTo>
                    <a:pt x="5576325" y="5749979"/>
                  </a:lnTo>
                  <a:lnTo>
                    <a:pt x="5447715" y="5852818"/>
                  </a:lnTo>
                  <a:cubicBezTo>
                    <a:pt x="5403945" y="5887445"/>
                    <a:pt x="5359932" y="5922073"/>
                    <a:pt x="5315059" y="5956236"/>
                  </a:cubicBezTo>
                  <a:cubicBezTo>
                    <a:pt x="5225682" y="6024680"/>
                    <a:pt x="5133976" y="6091734"/>
                    <a:pt x="5038468" y="6155776"/>
                  </a:cubicBezTo>
                  <a:cubicBezTo>
                    <a:pt x="4943084" y="6219703"/>
                    <a:pt x="4845002" y="6281777"/>
                    <a:pt x="4741892" y="6338292"/>
                  </a:cubicBezTo>
                  <a:cubicBezTo>
                    <a:pt x="4638784" y="6394692"/>
                    <a:pt x="4532120" y="6447038"/>
                    <a:pt x="4420920" y="6492203"/>
                  </a:cubicBezTo>
                  <a:cubicBezTo>
                    <a:pt x="4199255" y="6583693"/>
                    <a:pt x="3959813" y="6644840"/>
                    <a:pt x="3717672" y="6670434"/>
                  </a:cubicBezTo>
                  <a:cubicBezTo>
                    <a:pt x="3657106" y="6676456"/>
                    <a:pt x="3596419" y="6681321"/>
                    <a:pt x="3535853" y="6683289"/>
                  </a:cubicBezTo>
                  <a:lnTo>
                    <a:pt x="3490367" y="6684910"/>
                  </a:lnTo>
                  <a:lnTo>
                    <a:pt x="3445005" y="6685142"/>
                  </a:lnTo>
                  <a:cubicBezTo>
                    <a:pt x="3414354" y="6685605"/>
                    <a:pt x="3385297" y="6684679"/>
                    <a:pt x="3355872" y="6684100"/>
                  </a:cubicBezTo>
                  <a:cubicBezTo>
                    <a:pt x="3297146" y="6683405"/>
                    <a:pt x="3238052" y="6680047"/>
                    <a:pt x="3179203" y="6677150"/>
                  </a:cubicBezTo>
                  <a:cubicBezTo>
                    <a:pt x="3120232" y="6672519"/>
                    <a:pt x="3061259" y="6668233"/>
                    <a:pt x="3002410" y="6661169"/>
                  </a:cubicBezTo>
                  <a:cubicBezTo>
                    <a:pt x="2884589" y="6647851"/>
                    <a:pt x="2766891" y="6629669"/>
                    <a:pt x="2650296" y="6604191"/>
                  </a:cubicBezTo>
                  <a:cubicBezTo>
                    <a:pt x="2533702" y="6578713"/>
                    <a:pt x="2418456" y="6545938"/>
                    <a:pt x="2306028" y="6505869"/>
                  </a:cubicBezTo>
                  <a:cubicBezTo>
                    <a:pt x="2193602" y="6465683"/>
                    <a:pt x="2084118" y="6417738"/>
                    <a:pt x="1978803" y="6363307"/>
                  </a:cubicBezTo>
                  <a:cubicBezTo>
                    <a:pt x="1873855" y="6308066"/>
                    <a:pt x="1773077" y="6246340"/>
                    <a:pt x="1678428" y="6177779"/>
                  </a:cubicBezTo>
                  <a:cubicBezTo>
                    <a:pt x="1488393" y="6041356"/>
                    <a:pt x="1321900" y="5881423"/>
                    <a:pt x="1175880" y="5710373"/>
                  </a:cubicBezTo>
                  <a:cubicBezTo>
                    <a:pt x="1103177" y="5624441"/>
                    <a:pt x="1035501" y="5535732"/>
                    <a:pt x="971502" y="5445399"/>
                  </a:cubicBezTo>
                  <a:cubicBezTo>
                    <a:pt x="907380" y="5355069"/>
                    <a:pt x="847550" y="5262768"/>
                    <a:pt x="790909" y="5169078"/>
                  </a:cubicBezTo>
                  <a:cubicBezTo>
                    <a:pt x="761974" y="5121712"/>
                    <a:pt x="735492" y="5077357"/>
                    <a:pt x="706680" y="5031959"/>
                  </a:cubicBezTo>
                  <a:cubicBezTo>
                    <a:pt x="678114" y="4986910"/>
                    <a:pt x="649058" y="4941860"/>
                    <a:pt x="619143" y="4897157"/>
                  </a:cubicBezTo>
                  <a:lnTo>
                    <a:pt x="436465" y="4628710"/>
                  </a:lnTo>
                  <a:cubicBezTo>
                    <a:pt x="406182" y="4583544"/>
                    <a:pt x="376267" y="4538147"/>
                    <a:pt x="347088" y="4492171"/>
                  </a:cubicBezTo>
                  <a:cubicBezTo>
                    <a:pt x="317908" y="4446194"/>
                    <a:pt x="288974" y="4400102"/>
                    <a:pt x="262001" y="4352619"/>
                  </a:cubicBezTo>
                  <a:cubicBezTo>
                    <a:pt x="207934" y="4258119"/>
                    <a:pt x="158280" y="4160840"/>
                    <a:pt x="118679" y="4059853"/>
                  </a:cubicBezTo>
                  <a:cubicBezTo>
                    <a:pt x="78343" y="3959214"/>
                    <a:pt x="48429" y="3854870"/>
                    <a:pt x="28322" y="3749136"/>
                  </a:cubicBezTo>
                  <a:cubicBezTo>
                    <a:pt x="9073" y="3643402"/>
                    <a:pt x="0" y="3536046"/>
                    <a:pt x="0" y="3428922"/>
                  </a:cubicBezTo>
                  <a:cubicBezTo>
                    <a:pt x="1594" y="3001816"/>
                    <a:pt x="89010" y="2575868"/>
                    <a:pt x="253052" y="2174356"/>
                  </a:cubicBezTo>
                  <a:cubicBezTo>
                    <a:pt x="294246" y="2074066"/>
                    <a:pt x="338873" y="1974700"/>
                    <a:pt x="389141" y="1877652"/>
                  </a:cubicBezTo>
                  <a:cubicBezTo>
                    <a:pt x="438672" y="1780256"/>
                    <a:pt x="493230" y="1684945"/>
                    <a:pt x="552079" y="1591834"/>
                  </a:cubicBezTo>
                  <a:cubicBezTo>
                    <a:pt x="669900" y="1405728"/>
                    <a:pt x="804394" y="1227729"/>
                    <a:pt x="954950" y="1061773"/>
                  </a:cubicBezTo>
                  <a:cubicBezTo>
                    <a:pt x="1030597" y="979085"/>
                    <a:pt x="1109552" y="898829"/>
                    <a:pt x="1192922" y="822626"/>
                  </a:cubicBezTo>
                  <a:cubicBezTo>
                    <a:pt x="1213642" y="803402"/>
                    <a:pt x="1234483" y="784409"/>
                    <a:pt x="1255939" y="765880"/>
                  </a:cubicBezTo>
                  <a:cubicBezTo>
                    <a:pt x="1277273" y="747234"/>
                    <a:pt x="1298237" y="728241"/>
                    <a:pt x="1320183" y="710291"/>
                  </a:cubicBezTo>
                  <a:cubicBezTo>
                    <a:pt x="1363585" y="673811"/>
                    <a:pt x="1408088" y="638489"/>
                    <a:pt x="1452961" y="603514"/>
                  </a:cubicBezTo>
                  <a:cubicBezTo>
                    <a:pt x="1633310" y="464543"/>
                    <a:pt x="1828125" y="341437"/>
                    <a:pt x="2033360" y="235818"/>
                  </a:cubicBezTo>
                  <a:cubicBezTo>
                    <a:pt x="2187242" y="156561"/>
                    <a:pt x="2347554" y="87597"/>
                    <a:pt x="2512513" y="3001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5102EBE-A80F-4CFF-B1DD-941EF9728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04998" y="98659"/>
              <a:ext cx="5774333" cy="6315453"/>
            </a:xfrm>
            <a:custGeom>
              <a:avLst/>
              <a:gdLst>
                <a:gd name="connsiteX0" fmla="*/ 3707237 w 5774333"/>
                <a:gd name="connsiteY0" fmla="*/ 1489 h 6315453"/>
                <a:gd name="connsiteX1" fmla="*/ 4037665 w 5774333"/>
                <a:gd name="connsiteY1" fmla="*/ 6121 h 6315453"/>
                <a:gd name="connsiteX2" fmla="*/ 4692239 w 5774333"/>
                <a:gd name="connsiteY2" fmla="*/ 102128 h 6315453"/>
                <a:gd name="connsiteX3" fmla="*/ 5315059 w 5774333"/>
                <a:gd name="connsiteY3" fmla="*/ 324945 h 6315453"/>
                <a:gd name="connsiteX4" fmla="*/ 5738325 w 5774333"/>
                <a:gd name="connsiteY4" fmla="*/ 578286 h 6315453"/>
                <a:gd name="connsiteX5" fmla="*/ 5774333 w 5774333"/>
                <a:gd name="connsiteY5" fmla="*/ 606551 h 6315453"/>
                <a:gd name="connsiteX6" fmla="*/ 5774333 w 5774333"/>
                <a:gd name="connsiteY6" fmla="*/ 975490 h 6315453"/>
                <a:gd name="connsiteX7" fmla="*/ 5676001 w 5774333"/>
                <a:gd name="connsiteY7" fmla="*/ 889749 h 6315453"/>
                <a:gd name="connsiteX8" fmla="*/ 5177132 w 5774333"/>
                <a:gd name="connsiteY8" fmla="*/ 581926 h 6315453"/>
                <a:gd name="connsiteX9" fmla="*/ 4615735 w 5774333"/>
                <a:gd name="connsiteY9" fmla="*/ 388640 h 6315453"/>
                <a:gd name="connsiteX10" fmla="*/ 4020010 w 5774333"/>
                <a:gd name="connsiteY10" fmla="*/ 308500 h 6315453"/>
                <a:gd name="connsiteX11" fmla="*/ 3416315 w 5774333"/>
                <a:gd name="connsiteY11" fmla="*/ 328882 h 6315453"/>
                <a:gd name="connsiteX12" fmla="*/ 2823779 w 5774333"/>
                <a:gd name="connsiteY12" fmla="*/ 446545 h 6315453"/>
                <a:gd name="connsiteX13" fmla="*/ 2256987 w 5774333"/>
                <a:gd name="connsiteY13" fmla="*/ 651296 h 6315453"/>
                <a:gd name="connsiteX14" fmla="*/ 1244169 w 5774333"/>
                <a:gd name="connsiteY14" fmla="*/ 1280374 h 6315453"/>
                <a:gd name="connsiteX15" fmla="*/ 830141 w 5774333"/>
                <a:gd name="connsiteY15" fmla="*/ 1700184 h 6315453"/>
                <a:gd name="connsiteX16" fmla="*/ 502792 w 5774333"/>
                <a:gd name="connsiteY16" fmla="*/ 2182300 h 6315453"/>
                <a:gd name="connsiteX17" fmla="*/ 280637 w 5774333"/>
                <a:gd name="connsiteY17" fmla="*/ 2715256 h 6315453"/>
                <a:gd name="connsiteX18" fmla="*/ 199843 w 5774333"/>
                <a:gd name="connsiteY18" fmla="*/ 3283418 h 6315453"/>
                <a:gd name="connsiteX19" fmla="*/ 233926 w 5774333"/>
                <a:gd name="connsiteY19" fmla="*/ 3561593 h 6315453"/>
                <a:gd name="connsiteX20" fmla="*/ 334582 w 5774333"/>
                <a:gd name="connsiteY20" fmla="*/ 3821816 h 6315453"/>
                <a:gd name="connsiteX21" fmla="*/ 404834 w 5774333"/>
                <a:gd name="connsiteY21" fmla="*/ 3944343 h 6315453"/>
                <a:gd name="connsiteX22" fmla="*/ 485506 w 5774333"/>
                <a:gd name="connsiteY22" fmla="*/ 4062932 h 6315453"/>
                <a:gd name="connsiteX23" fmla="*/ 671861 w 5774333"/>
                <a:gd name="connsiteY23" fmla="*/ 4292120 h 6315453"/>
                <a:gd name="connsiteX24" fmla="*/ 873542 w 5774333"/>
                <a:gd name="connsiteY24" fmla="*/ 4523044 h 6315453"/>
                <a:gd name="connsiteX25" fmla="*/ 973831 w 5774333"/>
                <a:gd name="connsiteY25" fmla="*/ 4643601 h 6315453"/>
                <a:gd name="connsiteX26" fmla="*/ 1022014 w 5774333"/>
                <a:gd name="connsiteY26" fmla="*/ 4702780 h 6315453"/>
                <a:gd name="connsiteX27" fmla="*/ 1069215 w 5774333"/>
                <a:gd name="connsiteY27" fmla="*/ 4759411 h 6315453"/>
                <a:gd name="connsiteX28" fmla="*/ 1474784 w 5774333"/>
                <a:gd name="connsiteY28" fmla="*/ 5177948 h 6315453"/>
                <a:gd name="connsiteX29" fmla="*/ 1690442 w 5774333"/>
                <a:gd name="connsiteY29" fmla="*/ 5366255 h 6315453"/>
                <a:gd name="connsiteX30" fmla="*/ 1916276 w 5774333"/>
                <a:gd name="connsiteY30" fmla="*/ 5539852 h 6315453"/>
                <a:gd name="connsiteX31" fmla="*/ 2420784 w 5774333"/>
                <a:gd name="connsiteY31" fmla="*/ 5814437 h 6315453"/>
                <a:gd name="connsiteX32" fmla="*/ 2703015 w 5774333"/>
                <a:gd name="connsiteY32" fmla="*/ 5892029 h 6315453"/>
                <a:gd name="connsiteX33" fmla="*/ 2775350 w 5774333"/>
                <a:gd name="connsiteY33" fmla="*/ 5905695 h 6315453"/>
                <a:gd name="connsiteX34" fmla="*/ 2848299 w 5774333"/>
                <a:gd name="connsiteY34" fmla="*/ 5917161 h 6315453"/>
                <a:gd name="connsiteX35" fmla="*/ 2995544 w 5774333"/>
                <a:gd name="connsiteY35" fmla="*/ 5933605 h 6315453"/>
                <a:gd name="connsiteX36" fmla="*/ 3069596 w 5774333"/>
                <a:gd name="connsiteY36" fmla="*/ 5938933 h 6315453"/>
                <a:gd name="connsiteX37" fmla="*/ 3143894 w 5774333"/>
                <a:gd name="connsiteY37" fmla="*/ 5942639 h 6315453"/>
                <a:gd name="connsiteX38" fmla="*/ 3218436 w 5774333"/>
                <a:gd name="connsiteY38" fmla="*/ 5944260 h 6315453"/>
                <a:gd name="connsiteX39" fmla="*/ 3293101 w 5774333"/>
                <a:gd name="connsiteY39" fmla="*/ 5943913 h 6315453"/>
                <a:gd name="connsiteX40" fmla="*/ 3330494 w 5774333"/>
                <a:gd name="connsiteY40" fmla="*/ 5943565 h 6315453"/>
                <a:gd name="connsiteX41" fmla="*/ 3366540 w 5774333"/>
                <a:gd name="connsiteY41" fmla="*/ 5942059 h 6315453"/>
                <a:gd name="connsiteX42" fmla="*/ 3402462 w 5774333"/>
                <a:gd name="connsiteY42" fmla="*/ 5940323 h 6315453"/>
                <a:gd name="connsiteX43" fmla="*/ 3438262 w 5774333"/>
                <a:gd name="connsiteY43" fmla="*/ 5937543 h 6315453"/>
                <a:gd name="connsiteX44" fmla="*/ 3580236 w 5774333"/>
                <a:gd name="connsiteY44" fmla="*/ 5920982 h 6315453"/>
                <a:gd name="connsiteX45" fmla="*/ 4121034 w 5774333"/>
                <a:gd name="connsiteY45" fmla="*/ 5753290 h 6315453"/>
                <a:gd name="connsiteX46" fmla="*/ 4620639 w 5774333"/>
                <a:gd name="connsiteY46" fmla="*/ 5459364 h 6315453"/>
                <a:gd name="connsiteX47" fmla="*/ 4741771 w 5774333"/>
                <a:gd name="connsiteY47" fmla="*/ 5372971 h 6315453"/>
                <a:gd name="connsiteX48" fmla="*/ 4862901 w 5774333"/>
                <a:gd name="connsiteY48" fmla="*/ 5283682 h 6315453"/>
                <a:gd name="connsiteX49" fmla="*/ 5108229 w 5774333"/>
                <a:gd name="connsiteY49" fmla="*/ 5098386 h 6315453"/>
                <a:gd name="connsiteX50" fmla="*/ 5612493 w 5774333"/>
                <a:gd name="connsiteY50" fmla="*/ 4739724 h 6315453"/>
                <a:gd name="connsiteX51" fmla="*/ 5774333 w 5774333"/>
                <a:gd name="connsiteY51" fmla="*/ 4623488 h 6315453"/>
                <a:gd name="connsiteX52" fmla="*/ 5774333 w 5774333"/>
                <a:gd name="connsiteY52" fmla="*/ 5232926 h 6315453"/>
                <a:gd name="connsiteX53" fmla="*/ 5676492 w 5774333"/>
                <a:gd name="connsiteY53" fmla="*/ 5306859 h 6315453"/>
                <a:gd name="connsiteX54" fmla="*/ 5426260 w 5774333"/>
                <a:gd name="connsiteY54" fmla="*/ 5486233 h 6315453"/>
                <a:gd name="connsiteX55" fmla="*/ 5300225 w 5774333"/>
                <a:gd name="connsiteY55" fmla="*/ 5576217 h 6315453"/>
                <a:gd name="connsiteX56" fmla="*/ 5170757 w 5774333"/>
                <a:gd name="connsiteY56" fmla="*/ 5666780 h 6315453"/>
                <a:gd name="connsiteX57" fmla="*/ 5038100 w 5774333"/>
                <a:gd name="connsiteY57" fmla="*/ 5756185 h 6315453"/>
                <a:gd name="connsiteX58" fmla="*/ 4901276 w 5774333"/>
                <a:gd name="connsiteY58" fmla="*/ 5843043 h 6315453"/>
                <a:gd name="connsiteX59" fmla="*/ 4614019 w 5774333"/>
                <a:gd name="connsiteY59" fmla="*/ 6006103 h 6315453"/>
                <a:gd name="connsiteX60" fmla="*/ 4305061 w 5774333"/>
                <a:gd name="connsiteY60" fmla="*/ 6144726 h 6315453"/>
                <a:gd name="connsiteX61" fmla="*/ 3632710 w 5774333"/>
                <a:gd name="connsiteY61" fmla="*/ 6304196 h 6315453"/>
                <a:gd name="connsiteX62" fmla="*/ 3459594 w 5774333"/>
                <a:gd name="connsiteY62" fmla="*/ 6314504 h 6315453"/>
                <a:gd name="connsiteX63" fmla="*/ 3416315 w 5774333"/>
                <a:gd name="connsiteY63" fmla="*/ 6315429 h 6315453"/>
                <a:gd name="connsiteX64" fmla="*/ 3373159 w 5774333"/>
                <a:gd name="connsiteY64" fmla="*/ 6315198 h 6315453"/>
                <a:gd name="connsiteX65" fmla="*/ 3330127 w 5774333"/>
                <a:gd name="connsiteY65" fmla="*/ 6314735 h 6315453"/>
                <a:gd name="connsiteX66" fmla="*/ 3288320 w 5774333"/>
                <a:gd name="connsiteY66" fmla="*/ 6313230 h 6315453"/>
                <a:gd name="connsiteX67" fmla="*/ 2954350 w 5774333"/>
                <a:gd name="connsiteY67" fmla="*/ 6288098 h 6315453"/>
                <a:gd name="connsiteX68" fmla="*/ 2622466 w 5774333"/>
                <a:gd name="connsiteY68" fmla="*/ 6232742 h 6315453"/>
                <a:gd name="connsiteX69" fmla="*/ 2296466 w 5774333"/>
                <a:gd name="connsiteY69" fmla="*/ 6146001 h 6315453"/>
                <a:gd name="connsiteX70" fmla="*/ 1672419 w 5774333"/>
                <a:gd name="connsiteY70" fmla="*/ 5885197 h 6315453"/>
                <a:gd name="connsiteX71" fmla="*/ 1146578 w 5774333"/>
                <a:gd name="connsiteY71" fmla="*/ 5479168 h 6315453"/>
                <a:gd name="connsiteX72" fmla="*/ 933372 w 5774333"/>
                <a:gd name="connsiteY72" fmla="*/ 5234810 h 6315453"/>
                <a:gd name="connsiteX73" fmla="*/ 747140 w 5774333"/>
                <a:gd name="connsiteY73" fmla="*/ 4976091 h 6315453"/>
                <a:gd name="connsiteX74" fmla="*/ 703616 w 5774333"/>
                <a:gd name="connsiteY74" fmla="*/ 4910196 h 6315453"/>
                <a:gd name="connsiteX75" fmla="*/ 662053 w 5774333"/>
                <a:gd name="connsiteY75" fmla="*/ 4846269 h 6315453"/>
                <a:gd name="connsiteX76" fmla="*/ 580033 w 5774333"/>
                <a:gd name="connsiteY76" fmla="*/ 4722352 h 6315453"/>
                <a:gd name="connsiteX77" fmla="*/ 410105 w 5774333"/>
                <a:gd name="connsiteY77" fmla="*/ 4469193 h 6315453"/>
                <a:gd name="connsiteX78" fmla="*/ 244224 w 5774333"/>
                <a:gd name="connsiteY78" fmla="*/ 4201556 h 6315453"/>
                <a:gd name="connsiteX79" fmla="*/ 169437 w 5774333"/>
                <a:gd name="connsiteY79" fmla="*/ 4059690 h 6315453"/>
                <a:gd name="connsiteX80" fmla="*/ 105929 w 5774333"/>
                <a:gd name="connsiteY80" fmla="*/ 3911221 h 6315453"/>
                <a:gd name="connsiteX81" fmla="*/ 57256 w 5774333"/>
                <a:gd name="connsiteY81" fmla="*/ 3757195 h 6315453"/>
                <a:gd name="connsiteX82" fmla="*/ 39111 w 5774333"/>
                <a:gd name="connsiteY82" fmla="*/ 3678677 h 6315453"/>
                <a:gd name="connsiteX83" fmla="*/ 31142 w 5774333"/>
                <a:gd name="connsiteY83" fmla="*/ 3639300 h 6315453"/>
                <a:gd name="connsiteX84" fmla="*/ 24521 w 5774333"/>
                <a:gd name="connsiteY84" fmla="*/ 3599809 h 6315453"/>
                <a:gd name="connsiteX85" fmla="*/ 0 w 5774333"/>
                <a:gd name="connsiteY85" fmla="*/ 3283418 h 6315453"/>
                <a:gd name="connsiteX86" fmla="*/ 68045 w 5774333"/>
                <a:gd name="connsiteY86" fmla="*/ 2666963 h 6315453"/>
                <a:gd name="connsiteX87" fmla="*/ 272546 w 5774333"/>
                <a:gd name="connsiteY87" fmla="*/ 2076334 h 6315453"/>
                <a:gd name="connsiteX88" fmla="*/ 1039300 w 5774333"/>
                <a:gd name="connsiteY88" fmla="*/ 1073307 h 6315453"/>
                <a:gd name="connsiteX89" fmla="*/ 1547733 w 5774333"/>
                <a:gd name="connsiteY89" fmla="*/ 680365 h 6315453"/>
                <a:gd name="connsiteX90" fmla="*/ 2115995 w 5774333"/>
                <a:gd name="connsiteY90" fmla="*/ 368373 h 6315453"/>
                <a:gd name="connsiteX91" fmla="*/ 3377451 w 5774333"/>
                <a:gd name="connsiteY91" fmla="*/ 24304 h 6315453"/>
                <a:gd name="connsiteX92" fmla="*/ 3707237 w 5774333"/>
                <a:gd name="connsiteY92" fmla="*/ 1489 h 6315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5774333" h="6315453">
                  <a:moveTo>
                    <a:pt x="3707237" y="1489"/>
                  </a:moveTo>
                  <a:cubicBezTo>
                    <a:pt x="3817502" y="-1522"/>
                    <a:pt x="3927875" y="41"/>
                    <a:pt x="4037665" y="6121"/>
                  </a:cubicBezTo>
                  <a:cubicBezTo>
                    <a:pt x="4257614" y="18745"/>
                    <a:pt x="4477439" y="49665"/>
                    <a:pt x="4692239" y="102128"/>
                  </a:cubicBezTo>
                  <a:cubicBezTo>
                    <a:pt x="4907039" y="154474"/>
                    <a:pt x="5116811" y="228592"/>
                    <a:pt x="5315059" y="324945"/>
                  </a:cubicBezTo>
                  <a:cubicBezTo>
                    <a:pt x="5463562" y="397211"/>
                    <a:pt x="5606133" y="481527"/>
                    <a:pt x="5738325" y="578286"/>
                  </a:cubicBezTo>
                  <a:lnTo>
                    <a:pt x="5774333" y="606551"/>
                  </a:lnTo>
                  <a:lnTo>
                    <a:pt x="5774333" y="975490"/>
                  </a:lnTo>
                  <a:lnTo>
                    <a:pt x="5676001" y="889749"/>
                  </a:lnTo>
                  <a:cubicBezTo>
                    <a:pt x="5522381" y="769886"/>
                    <a:pt x="5355519" y="665657"/>
                    <a:pt x="5177132" y="581926"/>
                  </a:cubicBezTo>
                  <a:cubicBezTo>
                    <a:pt x="4998867" y="497965"/>
                    <a:pt x="4810183" y="433574"/>
                    <a:pt x="4615735" y="388640"/>
                  </a:cubicBezTo>
                  <a:cubicBezTo>
                    <a:pt x="4421289" y="343591"/>
                    <a:pt x="4221446" y="317649"/>
                    <a:pt x="4020010" y="308500"/>
                  </a:cubicBezTo>
                  <a:cubicBezTo>
                    <a:pt x="3818207" y="298887"/>
                    <a:pt x="3616649" y="305257"/>
                    <a:pt x="3416315" y="328882"/>
                  </a:cubicBezTo>
                  <a:cubicBezTo>
                    <a:pt x="3216106" y="352623"/>
                    <a:pt x="3017736" y="392346"/>
                    <a:pt x="2823779" y="446545"/>
                  </a:cubicBezTo>
                  <a:cubicBezTo>
                    <a:pt x="2629699" y="500513"/>
                    <a:pt x="2440401" y="570345"/>
                    <a:pt x="2256987" y="651296"/>
                  </a:cubicBezTo>
                  <a:cubicBezTo>
                    <a:pt x="1889058" y="811461"/>
                    <a:pt x="1545527" y="1023856"/>
                    <a:pt x="1244169" y="1280374"/>
                  </a:cubicBezTo>
                  <a:cubicBezTo>
                    <a:pt x="1093982" y="1409039"/>
                    <a:pt x="954828" y="1549400"/>
                    <a:pt x="830141" y="1700184"/>
                  </a:cubicBezTo>
                  <a:cubicBezTo>
                    <a:pt x="705209" y="1850736"/>
                    <a:pt x="594989" y="2012176"/>
                    <a:pt x="502792" y="2182300"/>
                  </a:cubicBezTo>
                  <a:cubicBezTo>
                    <a:pt x="410595" y="2352308"/>
                    <a:pt x="333847" y="2530307"/>
                    <a:pt x="280637" y="2715256"/>
                  </a:cubicBezTo>
                  <a:cubicBezTo>
                    <a:pt x="227306" y="2899741"/>
                    <a:pt x="199719" y="3091521"/>
                    <a:pt x="199843" y="3283418"/>
                  </a:cubicBezTo>
                  <a:cubicBezTo>
                    <a:pt x="200946" y="3377687"/>
                    <a:pt x="210754" y="3471261"/>
                    <a:pt x="233926" y="3561593"/>
                  </a:cubicBezTo>
                  <a:cubicBezTo>
                    <a:pt x="256730" y="3652040"/>
                    <a:pt x="292162" y="3738550"/>
                    <a:pt x="334582" y="3821816"/>
                  </a:cubicBezTo>
                  <a:cubicBezTo>
                    <a:pt x="356038" y="3863392"/>
                    <a:pt x="379823" y="3904157"/>
                    <a:pt x="404834" y="3944343"/>
                  </a:cubicBezTo>
                  <a:cubicBezTo>
                    <a:pt x="430212" y="3984413"/>
                    <a:pt x="457308" y="4023905"/>
                    <a:pt x="485506" y="4062932"/>
                  </a:cubicBezTo>
                  <a:cubicBezTo>
                    <a:pt x="542639" y="4140757"/>
                    <a:pt x="606146" y="4216265"/>
                    <a:pt x="671861" y="4292120"/>
                  </a:cubicBezTo>
                  <a:cubicBezTo>
                    <a:pt x="737576" y="4368091"/>
                    <a:pt x="806234" y="4444062"/>
                    <a:pt x="873542" y="4523044"/>
                  </a:cubicBezTo>
                  <a:cubicBezTo>
                    <a:pt x="907258" y="4562419"/>
                    <a:pt x="940606" y="4602721"/>
                    <a:pt x="973831" y="4643601"/>
                  </a:cubicBezTo>
                  <a:lnTo>
                    <a:pt x="1022014" y="4702780"/>
                  </a:lnTo>
                  <a:cubicBezTo>
                    <a:pt x="1037829" y="4721658"/>
                    <a:pt x="1052910" y="4740998"/>
                    <a:pt x="1069215" y="4759411"/>
                  </a:cubicBezTo>
                  <a:cubicBezTo>
                    <a:pt x="1196477" y="4909269"/>
                    <a:pt x="1334527" y="5047199"/>
                    <a:pt x="1474784" y="5177948"/>
                  </a:cubicBezTo>
                  <a:cubicBezTo>
                    <a:pt x="1545281" y="5243033"/>
                    <a:pt x="1617003" y="5305917"/>
                    <a:pt x="1690442" y="5366255"/>
                  </a:cubicBezTo>
                  <a:cubicBezTo>
                    <a:pt x="1763881" y="5426591"/>
                    <a:pt x="1838668" y="5484959"/>
                    <a:pt x="1916276" y="5539852"/>
                  </a:cubicBezTo>
                  <a:cubicBezTo>
                    <a:pt x="2070877" y="5649872"/>
                    <a:pt x="2237617" y="5748194"/>
                    <a:pt x="2420784" y="5814437"/>
                  </a:cubicBezTo>
                  <a:cubicBezTo>
                    <a:pt x="2512124" y="5847559"/>
                    <a:pt x="2606773" y="5872921"/>
                    <a:pt x="2703015" y="5892029"/>
                  </a:cubicBezTo>
                  <a:cubicBezTo>
                    <a:pt x="2727168" y="5896546"/>
                    <a:pt x="2751075" y="5901758"/>
                    <a:pt x="2775350" y="5905695"/>
                  </a:cubicBezTo>
                  <a:lnTo>
                    <a:pt x="2848299" y="5917161"/>
                  </a:lnTo>
                  <a:cubicBezTo>
                    <a:pt x="2897218" y="5923298"/>
                    <a:pt x="2946136" y="5929784"/>
                    <a:pt x="2995544" y="5933605"/>
                  </a:cubicBezTo>
                  <a:cubicBezTo>
                    <a:pt x="3020188" y="5935806"/>
                    <a:pt x="3044831" y="5937891"/>
                    <a:pt x="3069596" y="5938933"/>
                  </a:cubicBezTo>
                  <a:cubicBezTo>
                    <a:pt x="3094362" y="5940090"/>
                    <a:pt x="3119005" y="5941943"/>
                    <a:pt x="3143894" y="5942639"/>
                  </a:cubicBezTo>
                  <a:lnTo>
                    <a:pt x="3218436" y="5944260"/>
                  </a:lnTo>
                  <a:cubicBezTo>
                    <a:pt x="3243201" y="5944838"/>
                    <a:pt x="3268212" y="5944029"/>
                    <a:pt x="3293101" y="5943913"/>
                  </a:cubicBezTo>
                  <a:lnTo>
                    <a:pt x="3330494" y="5943565"/>
                  </a:lnTo>
                  <a:cubicBezTo>
                    <a:pt x="3342632" y="5943218"/>
                    <a:pt x="3354524" y="5942523"/>
                    <a:pt x="3366540" y="5942059"/>
                  </a:cubicBezTo>
                  <a:cubicBezTo>
                    <a:pt x="3378554" y="5941480"/>
                    <a:pt x="3390570" y="5941134"/>
                    <a:pt x="3402462" y="5940323"/>
                  </a:cubicBezTo>
                  <a:lnTo>
                    <a:pt x="3438262" y="5937543"/>
                  </a:lnTo>
                  <a:cubicBezTo>
                    <a:pt x="3485954" y="5933953"/>
                    <a:pt x="3533279" y="5927931"/>
                    <a:pt x="3580236" y="5920982"/>
                  </a:cubicBezTo>
                  <a:cubicBezTo>
                    <a:pt x="3768185" y="5891567"/>
                    <a:pt x="3948901" y="5834010"/>
                    <a:pt x="4121034" y="5753290"/>
                  </a:cubicBezTo>
                  <a:cubicBezTo>
                    <a:pt x="4293782" y="5673497"/>
                    <a:pt x="4458191" y="5571353"/>
                    <a:pt x="4620639" y="5459364"/>
                  </a:cubicBezTo>
                  <a:cubicBezTo>
                    <a:pt x="4661221" y="5431455"/>
                    <a:pt x="4701557" y="5402271"/>
                    <a:pt x="4741771" y="5372971"/>
                  </a:cubicBezTo>
                  <a:cubicBezTo>
                    <a:pt x="4782230" y="5343672"/>
                    <a:pt x="4822566" y="5313908"/>
                    <a:pt x="4862901" y="5283682"/>
                  </a:cubicBezTo>
                  <a:lnTo>
                    <a:pt x="5108229" y="5098386"/>
                  </a:lnTo>
                  <a:cubicBezTo>
                    <a:pt x="5276563" y="4972270"/>
                    <a:pt x="5446489" y="4854838"/>
                    <a:pt x="5612493" y="4739724"/>
                  </a:cubicBezTo>
                  <a:lnTo>
                    <a:pt x="5774333" y="4623488"/>
                  </a:lnTo>
                  <a:lnTo>
                    <a:pt x="5774333" y="5232926"/>
                  </a:lnTo>
                  <a:lnTo>
                    <a:pt x="5676492" y="5306859"/>
                  </a:lnTo>
                  <a:cubicBezTo>
                    <a:pt x="5592693" y="5367905"/>
                    <a:pt x="5508955" y="5427286"/>
                    <a:pt x="5426260" y="5486233"/>
                  </a:cubicBezTo>
                  <a:lnTo>
                    <a:pt x="5300225" y="5576217"/>
                  </a:lnTo>
                  <a:cubicBezTo>
                    <a:pt x="5257559" y="5606443"/>
                    <a:pt x="5214525" y="5636901"/>
                    <a:pt x="5170757" y="5666780"/>
                  </a:cubicBezTo>
                  <a:cubicBezTo>
                    <a:pt x="5127110" y="5696775"/>
                    <a:pt x="5082973" y="5726654"/>
                    <a:pt x="5038100" y="5756185"/>
                  </a:cubicBezTo>
                  <a:cubicBezTo>
                    <a:pt x="4993106" y="5785486"/>
                    <a:pt x="4947743" y="5814553"/>
                    <a:pt x="4901276" y="5843043"/>
                  </a:cubicBezTo>
                  <a:cubicBezTo>
                    <a:pt x="4808835" y="5900136"/>
                    <a:pt x="4713449" y="5955494"/>
                    <a:pt x="4614019" y="6006103"/>
                  </a:cubicBezTo>
                  <a:cubicBezTo>
                    <a:pt x="4514711" y="6056943"/>
                    <a:pt x="4411971" y="6104192"/>
                    <a:pt x="4305061" y="6144726"/>
                  </a:cubicBezTo>
                  <a:cubicBezTo>
                    <a:pt x="4092223" y="6226952"/>
                    <a:pt x="3863569" y="6282424"/>
                    <a:pt x="3632710" y="6304196"/>
                  </a:cubicBezTo>
                  <a:cubicBezTo>
                    <a:pt x="3574964" y="6309408"/>
                    <a:pt x="3517218" y="6313345"/>
                    <a:pt x="3459594" y="6314504"/>
                  </a:cubicBezTo>
                  <a:lnTo>
                    <a:pt x="3416315" y="6315429"/>
                  </a:lnTo>
                  <a:cubicBezTo>
                    <a:pt x="3401971" y="6315546"/>
                    <a:pt x="3387505" y="6315198"/>
                    <a:pt x="3373159" y="6315198"/>
                  </a:cubicBezTo>
                  <a:lnTo>
                    <a:pt x="3330127" y="6314735"/>
                  </a:lnTo>
                  <a:lnTo>
                    <a:pt x="3288320" y="6313230"/>
                  </a:lnTo>
                  <a:cubicBezTo>
                    <a:pt x="3176996" y="6309870"/>
                    <a:pt x="3065428" y="6301533"/>
                    <a:pt x="2954350" y="6288098"/>
                  </a:cubicBezTo>
                  <a:cubicBezTo>
                    <a:pt x="2843150" y="6275360"/>
                    <a:pt x="2732194" y="6257061"/>
                    <a:pt x="2622466" y="6232742"/>
                  </a:cubicBezTo>
                  <a:cubicBezTo>
                    <a:pt x="2512859" y="6208190"/>
                    <a:pt x="2404110" y="6179122"/>
                    <a:pt x="2296466" y="6146001"/>
                  </a:cubicBezTo>
                  <a:cubicBezTo>
                    <a:pt x="2081544" y="6079179"/>
                    <a:pt x="1869073" y="5996027"/>
                    <a:pt x="1672419" y="5885197"/>
                  </a:cubicBezTo>
                  <a:cubicBezTo>
                    <a:pt x="1475643" y="5774599"/>
                    <a:pt x="1299954" y="5634353"/>
                    <a:pt x="1146578" y="5479168"/>
                  </a:cubicBezTo>
                  <a:cubicBezTo>
                    <a:pt x="1069461" y="5401692"/>
                    <a:pt x="999333" y="5319235"/>
                    <a:pt x="933372" y="5234810"/>
                  </a:cubicBezTo>
                  <a:cubicBezTo>
                    <a:pt x="867781" y="5150038"/>
                    <a:pt x="805375" y="5063991"/>
                    <a:pt x="747140" y="4976091"/>
                  </a:cubicBezTo>
                  <a:cubicBezTo>
                    <a:pt x="732182" y="4954319"/>
                    <a:pt x="718082" y="4932199"/>
                    <a:pt x="703616" y="4910196"/>
                  </a:cubicBezTo>
                  <a:lnTo>
                    <a:pt x="662053" y="4846269"/>
                  </a:lnTo>
                  <a:cubicBezTo>
                    <a:pt x="635449" y="4804925"/>
                    <a:pt x="607864" y="4763928"/>
                    <a:pt x="580033" y="4722352"/>
                  </a:cubicBezTo>
                  <a:lnTo>
                    <a:pt x="410105" y="4469193"/>
                  </a:lnTo>
                  <a:cubicBezTo>
                    <a:pt x="353095" y="4382915"/>
                    <a:pt x="296820" y="4294089"/>
                    <a:pt x="244224" y="4201556"/>
                  </a:cubicBezTo>
                  <a:cubicBezTo>
                    <a:pt x="217987" y="4155232"/>
                    <a:pt x="192609" y="4108098"/>
                    <a:pt x="169437" y="4059690"/>
                  </a:cubicBezTo>
                  <a:cubicBezTo>
                    <a:pt x="146388" y="4011165"/>
                    <a:pt x="124932" y="3961715"/>
                    <a:pt x="105929" y="3911221"/>
                  </a:cubicBezTo>
                  <a:cubicBezTo>
                    <a:pt x="87293" y="3860613"/>
                    <a:pt x="70742" y="3809309"/>
                    <a:pt x="57256" y="3757195"/>
                  </a:cubicBezTo>
                  <a:cubicBezTo>
                    <a:pt x="50881" y="3731138"/>
                    <a:pt x="44383" y="3704965"/>
                    <a:pt x="39111" y="3678677"/>
                  </a:cubicBezTo>
                  <a:lnTo>
                    <a:pt x="31142" y="3639300"/>
                  </a:lnTo>
                  <a:lnTo>
                    <a:pt x="24521" y="3599809"/>
                  </a:lnTo>
                  <a:cubicBezTo>
                    <a:pt x="7234" y="3494423"/>
                    <a:pt x="0" y="3388457"/>
                    <a:pt x="0" y="3283418"/>
                  </a:cubicBezTo>
                  <a:cubicBezTo>
                    <a:pt x="491" y="3076698"/>
                    <a:pt x="23418" y="2869978"/>
                    <a:pt x="68045" y="2666963"/>
                  </a:cubicBezTo>
                  <a:cubicBezTo>
                    <a:pt x="112550" y="2464064"/>
                    <a:pt x="180717" y="2265104"/>
                    <a:pt x="272546" y="2076334"/>
                  </a:cubicBezTo>
                  <a:cubicBezTo>
                    <a:pt x="457062" y="1698794"/>
                    <a:pt x="724457" y="1360978"/>
                    <a:pt x="1039300" y="1073307"/>
                  </a:cubicBezTo>
                  <a:cubicBezTo>
                    <a:pt x="1197090" y="929472"/>
                    <a:pt x="1367630" y="798259"/>
                    <a:pt x="1547733" y="680365"/>
                  </a:cubicBezTo>
                  <a:cubicBezTo>
                    <a:pt x="1728081" y="562587"/>
                    <a:pt x="1917870" y="457663"/>
                    <a:pt x="2115995" y="368373"/>
                  </a:cubicBezTo>
                  <a:cubicBezTo>
                    <a:pt x="2512737" y="191070"/>
                    <a:pt x="2939883" y="73870"/>
                    <a:pt x="3377451" y="24304"/>
                  </a:cubicBezTo>
                  <a:cubicBezTo>
                    <a:pt x="3486812" y="12086"/>
                    <a:pt x="3596971" y="4500"/>
                    <a:pt x="3707237" y="148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C18CE1F-9DF1-47AF-9E66-6CE348AC2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464911 h 6229400"/>
                <a:gd name="connsiteX4" fmla="*/ 5660063 w 5769111"/>
                <a:gd name="connsiteY4" fmla="*/ 1328105 h 6229400"/>
                <a:gd name="connsiteX5" fmla="*/ 4910471 w 5769111"/>
                <a:gd name="connsiteY5" fmla="*/ 781599 h 6229400"/>
                <a:gd name="connsiteX6" fmla="*/ 3882695 w 5769111"/>
                <a:gd name="connsiteY6" fmla="*/ 579048 h 6229400"/>
                <a:gd name="connsiteX7" fmla="*/ 2683153 w 5769111"/>
                <a:gd name="connsiteY7" fmla="*/ 797003 h 6229400"/>
                <a:gd name="connsiteX8" fmla="*/ 1617493 w 5769111"/>
                <a:gd name="connsiteY8" fmla="*/ 1395738 h 6229400"/>
                <a:gd name="connsiteX9" fmla="*/ 880408 w 5769111"/>
                <a:gd name="connsiteY9" fmla="*/ 2259099 h 6229400"/>
                <a:gd name="connsiteX10" fmla="*/ 613135 w 5769111"/>
                <a:gd name="connsiteY10" fmla="*/ 3263863 h 6229400"/>
                <a:gd name="connsiteX11" fmla="*/ 1055484 w 5769111"/>
                <a:gd name="connsiteY11" fmla="*/ 4196825 h 6229400"/>
                <a:gd name="connsiteX12" fmla="*/ 1278376 w 5769111"/>
                <a:gd name="connsiteY12" fmla="*/ 4492950 h 6229400"/>
                <a:gd name="connsiteX13" fmla="*/ 3369851 w 5769111"/>
                <a:gd name="connsiteY13" fmla="*/ 5650468 h 6229400"/>
                <a:gd name="connsiteX14" fmla="*/ 4957551 w 5769111"/>
                <a:gd name="connsiteY14" fmla="*/ 4938355 h 6229400"/>
                <a:gd name="connsiteX15" fmla="*/ 5150773 w 5769111"/>
                <a:gd name="connsiteY15" fmla="*/ 4796950 h 6229400"/>
                <a:gd name="connsiteX16" fmla="*/ 5747247 w 5769111"/>
                <a:gd name="connsiteY16" fmla="*/ 4338176 h 6229400"/>
                <a:gd name="connsiteX17" fmla="*/ 5769111 w 5769111"/>
                <a:gd name="connsiteY17" fmla="*/ 4318497 h 6229400"/>
                <a:gd name="connsiteX18" fmla="*/ 5769111 w 5769111"/>
                <a:gd name="connsiteY18" fmla="*/ 5074612 h 6229400"/>
                <a:gd name="connsiteX19" fmla="*/ 5636252 w 5769111"/>
                <a:gd name="connsiteY19" fmla="*/ 5174208 h 6229400"/>
                <a:gd name="connsiteX20" fmla="*/ 5334922 w 5769111"/>
                <a:gd name="connsiteY20" fmla="*/ 5394528 h 6229400"/>
                <a:gd name="connsiteX21" fmla="*/ 3369727 w 5769111"/>
                <a:gd name="connsiteY21" fmla="*/ 6229400 h 6229400"/>
                <a:gd name="connsiteX22" fmla="*/ 771046 w 5769111"/>
                <a:gd name="connsiteY22" fmla="*/ 4817913 h 6229400"/>
                <a:gd name="connsiteX23" fmla="*/ 0 w 5769111"/>
                <a:gd name="connsiteY23" fmla="*/ 3263748 h 6229400"/>
                <a:gd name="connsiteX24" fmla="*/ 3882695 w 5769111"/>
                <a:gd name="connsiteY24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464911"/>
                  </a:lnTo>
                  <a:lnTo>
                    <a:pt x="5660063" y="1328105"/>
                  </a:lnTo>
                  <a:cubicBezTo>
                    <a:pt x="5449800" y="1091506"/>
                    <a:pt x="5197607" y="907600"/>
                    <a:pt x="4910471" y="781599"/>
                  </a:cubicBezTo>
                  <a:cubicBezTo>
                    <a:pt x="4604088" y="647260"/>
                    <a:pt x="4258349" y="579048"/>
                    <a:pt x="3882695" y="579048"/>
                  </a:cubicBezTo>
                  <a:cubicBezTo>
                    <a:pt x="3484238" y="579048"/>
                    <a:pt x="3080631" y="652240"/>
                    <a:pt x="2683153" y="797003"/>
                  </a:cubicBezTo>
                  <a:cubicBezTo>
                    <a:pt x="2296098" y="937595"/>
                    <a:pt x="1927678" y="1144662"/>
                    <a:pt x="1617493" y="1395738"/>
                  </a:cubicBezTo>
                  <a:cubicBezTo>
                    <a:pt x="1301915" y="1651098"/>
                    <a:pt x="1053890" y="1941665"/>
                    <a:pt x="880408" y="2259099"/>
                  </a:cubicBezTo>
                  <a:cubicBezTo>
                    <a:pt x="703125" y="2583597"/>
                    <a:pt x="613135" y="2921645"/>
                    <a:pt x="613135" y="3263863"/>
                  </a:cubicBezTo>
                  <a:cubicBezTo>
                    <a:pt x="613135" y="3608512"/>
                    <a:pt x="756702" y="3809789"/>
                    <a:pt x="1055484" y="4196825"/>
                  </a:cubicBezTo>
                  <a:cubicBezTo>
                    <a:pt x="1127574" y="4290167"/>
                    <a:pt x="1202116" y="4386753"/>
                    <a:pt x="1278376" y="4492950"/>
                  </a:cubicBezTo>
                  <a:cubicBezTo>
                    <a:pt x="1861105" y="5304313"/>
                    <a:pt x="2486623" y="5650468"/>
                    <a:pt x="3369851" y="5650468"/>
                  </a:cubicBezTo>
                  <a:cubicBezTo>
                    <a:pt x="3949515" y="5650468"/>
                    <a:pt x="4374822" y="5368471"/>
                    <a:pt x="4957551" y="4938355"/>
                  </a:cubicBezTo>
                  <a:cubicBezTo>
                    <a:pt x="5022653" y="4890293"/>
                    <a:pt x="5087755" y="4842811"/>
                    <a:pt x="5150773" y="4796950"/>
                  </a:cubicBezTo>
                  <a:cubicBezTo>
                    <a:pt x="5364254" y="4641404"/>
                    <a:pt x="5570313" y="4491241"/>
                    <a:pt x="5747247" y="4338176"/>
                  </a:cubicBezTo>
                  <a:lnTo>
                    <a:pt x="5769111" y="4318497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BD26A8C-8D1D-41E6-A71E-FE9AC75F3F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675390 h 6229400"/>
                <a:gd name="connsiteX4" fmla="*/ 5711488 w 5769111"/>
                <a:gd name="connsiteY4" fmla="*/ 1585205 h 6229400"/>
                <a:gd name="connsiteX5" fmla="*/ 5566027 w 5769111"/>
                <a:gd name="connsiteY5" fmla="*/ 1402571 h 6229400"/>
                <a:gd name="connsiteX6" fmla="*/ 4858734 w 5769111"/>
                <a:gd name="connsiteY6" fmla="*/ 886639 h 6229400"/>
                <a:gd name="connsiteX7" fmla="*/ 3882695 w 5769111"/>
                <a:gd name="connsiteY7" fmla="*/ 694858 h 6229400"/>
                <a:gd name="connsiteX8" fmla="*/ 2727046 w 5769111"/>
                <a:gd name="connsiteY8" fmla="*/ 905053 h 6229400"/>
                <a:gd name="connsiteX9" fmla="*/ 1697186 w 5769111"/>
                <a:gd name="connsiteY9" fmla="*/ 1483638 h 6229400"/>
                <a:gd name="connsiteX10" fmla="*/ 989279 w 5769111"/>
                <a:gd name="connsiteY10" fmla="*/ 2312139 h 6229400"/>
                <a:gd name="connsiteX11" fmla="*/ 735615 w 5769111"/>
                <a:gd name="connsiteY11" fmla="*/ 3263863 h 6229400"/>
                <a:gd name="connsiteX12" fmla="*/ 1154424 w 5769111"/>
                <a:gd name="connsiteY12" fmla="*/ 4128614 h 6229400"/>
                <a:gd name="connsiteX13" fmla="*/ 1379768 w 5769111"/>
                <a:gd name="connsiteY13" fmla="*/ 4427981 h 6229400"/>
                <a:gd name="connsiteX14" fmla="*/ 2239456 w 5769111"/>
                <a:gd name="connsiteY14" fmla="*/ 5256947 h 6229400"/>
                <a:gd name="connsiteX15" fmla="*/ 3369727 w 5769111"/>
                <a:gd name="connsiteY15" fmla="*/ 5534658 h 6229400"/>
                <a:gd name="connsiteX16" fmla="*/ 4096760 w 5769111"/>
                <a:gd name="connsiteY16" fmla="*/ 5357817 h 6229400"/>
                <a:gd name="connsiteX17" fmla="*/ 4881905 w 5769111"/>
                <a:gd name="connsiteY17" fmla="*/ 4847212 h 6229400"/>
                <a:gd name="connsiteX18" fmla="*/ 5075739 w 5769111"/>
                <a:gd name="connsiteY18" fmla="*/ 4705346 h 6229400"/>
                <a:gd name="connsiteX19" fmla="*/ 5759930 w 5769111"/>
                <a:gd name="connsiteY19" fmla="*/ 4166809 h 6229400"/>
                <a:gd name="connsiteX20" fmla="*/ 5769111 w 5769111"/>
                <a:gd name="connsiteY20" fmla="*/ 4157764 h 6229400"/>
                <a:gd name="connsiteX21" fmla="*/ 5769111 w 5769111"/>
                <a:gd name="connsiteY21" fmla="*/ 5074612 h 6229400"/>
                <a:gd name="connsiteX22" fmla="*/ 5636252 w 5769111"/>
                <a:gd name="connsiteY22" fmla="*/ 5174208 h 6229400"/>
                <a:gd name="connsiteX23" fmla="*/ 5334922 w 5769111"/>
                <a:gd name="connsiteY23" fmla="*/ 5394528 h 6229400"/>
                <a:gd name="connsiteX24" fmla="*/ 3369727 w 5769111"/>
                <a:gd name="connsiteY24" fmla="*/ 6229400 h 6229400"/>
                <a:gd name="connsiteX25" fmla="*/ 771046 w 5769111"/>
                <a:gd name="connsiteY25" fmla="*/ 4817913 h 6229400"/>
                <a:gd name="connsiteX26" fmla="*/ 0 w 5769111"/>
                <a:gd name="connsiteY26" fmla="*/ 3263748 h 6229400"/>
                <a:gd name="connsiteX27" fmla="*/ 3882695 w 5769111"/>
                <a:gd name="connsiteY27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675390"/>
                  </a:lnTo>
                  <a:lnTo>
                    <a:pt x="5711488" y="1585205"/>
                  </a:lnTo>
                  <a:cubicBezTo>
                    <a:pt x="5665942" y="1521390"/>
                    <a:pt x="5617428" y="1460432"/>
                    <a:pt x="5566027" y="1402571"/>
                  </a:cubicBezTo>
                  <a:cubicBezTo>
                    <a:pt x="5367411" y="1179058"/>
                    <a:pt x="5129563" y="1005460"/>
                    <a:pt x="4858734" y="886639"/>
                  </a:cubicBezTo>
                  <a:cubicBezTo>
                    <a:pt x="4568779" y="759363"/>
                    <a:pt x="4240327" y="694858"/>
                    <a:pt x="3882695" y="694858"/>
                  </a:cubicBezTo>
                  <a:cubicBezTo>
                    <a:pt x="3504835" y="694858"/>
                    <a:pt x="3105151" y="767471"/>
                    <a:pt x="2727046" y="905053"/>
                  </a:cubicBezTo>
                  <a:cubicBezTo>
                    <a:pt x="2352985" y="1041013"/>
                    <a:pt x="1996826" y="1241132"/>
                    <a:pt x="1697186" y="1483638"/>
                  </a:cubicBezTo>
                  <a:cubicBezTo>
                    <a:pt x="1397913" y="1725796"/>
                    <a:pt x="1153199" y="2012308"/>
                    <a:pt x="989279" y="2312139"/>
                  </a:cubicBezTo>
                  <a:cubicBezTo>
                    <a:pt x="820946" y="2620077"/>
                    <a:pt x="735615" y="2940290"/>
                    <a:pt x="735615" y="3263863"/>
                  </a:cubicBezTo>
                  <a:cubicBezTo>
                    <a:pt x="735615" y="3573074"/>
                    <a:pt x="863980" y="3752464"/>
                    <a:pt x="1154424" y="4128614"/>
                  </a:cubicBezTo>
                  <a:cubicBezTo>
                    <a:pt x="1227127" y="4222767"/>
                    <a:pt x="1302282" y="4320162"/>
                    <a:pt x="1379768" y="4427981"/>
                  </a:cubicBezTo>
                  <a:cubicBezTo>
                    <a:pt x="1653784" y="4809458"/>
                    <a:pt x="1934912" y="5080685"/>
                    <a:pt x="2239456" y="5256947"/>
                  </a:cubicBezTo>
                  <a:cubicBezTo>
                    <a:pt x="2562268" y="5443863"/>
                    <a:pt x="2932037" y="5534658"/>
                    <a:pt x="3369727" y="5534658"/>
                  </a:cubicBezTo>
                  <a:cubicBezTo>
                    <a:pt x="3618120" y="5534658"/>
                    <a:pt x="3849103" y="5478491"/>
                    <a:pt x="4096760" y="5357817"/>
                  </a:cubicBezTo>
                  <a:cubicBezTo>
                    <a:pt x="4351037" y="5233901"/>
                    <a:pt x="4602740" y="5053238"/>
                    <a:pt x="4881905" y="4847212"/>
                  </a:cubicBezTo>
                  <a:cubicBezTo>
                    <a:pt x="4947375" y="4798920"/>
                    <a:pt x="5012599" y="4751322"/>
                    <a:pt x="5075739" y="4705346"/>
                  </a:cubicBezTo>
                  <a:cubicBezTo>
                    <a:pt x="5327320" y="4521990"/>
                    <a:pt x="5568418" y="4346256"/>
                    <a:pt x="5759930" y="4166809"/>
                  </a:cubicBezTo>
                  <a:lnTo>
                    <a:pt x="5769111" y="4157764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Graphic 6" descr="Hike">
            <a:extLst>
              <a:ext uri="{FF2B5EF4-FFF2-40B4-BE49-F238E27FC236}">
                <a16:creationId xmlns:a16="http://schemas.microsoft.com/office/drawing/2014/main" id="{652A73A0-8E1D-86F0-4B46-9BD9332184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21726" y="1629089"/>
            <a:ext cx="3620021" cy="3620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61759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295274-B419-3089-6938-3DF1D7A0C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900" y="1188637"/>
            <a:ext cx="3141430" cy="4480726"/>
          </a:xfrm>
        </p:spPr>
        <p:txBody>
          <a:bodyPr>
            <a:normAutofit/>
          </a:bodyPr>
          <a:lstStyle/>
          <a:p>
            <a:pPr algn="r"/>
            <a:r>
              <a:rPr lang="en-US" sz="4600"/>
              <a:t>SQL Server 2025 Vector Architecture — Overview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EBACE2-AE01-C5A0-A193-E8BC85493A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928" y="1338729"/>
            <a:ext cx="4795584" cy="4180542"/>
          </a:xfrm>
        </p:spPr>
        <p:txBody>
          <a:bodyPr anchor="ctr">
            <a:normAutofit/>
          </a:bodyPr>
          <a:lstStyle/>
          <a:p>
            <a:r>
              <a:rPr lang="en-US" sz="2400" dirty="0"/>
              <a:t>Seven-step flow: Model Definition</a:t>
            </a:r>
          </a:p>
          <a:p>
            <a:pPr marL="971550" lvl="1" indent="-514350">
              <a:buFont typeface="+mj-lt"/>
              <a:buAutoNum type="romanUcPeriod"/>
            </a:pPr>
            <a:r>
              <a:rPr lang="en-US" dirty="0"/>
              <a:t>Generate Embeddings</a:t>
            </a:r>
          </a:p>
          <a:p>
            <a:pPr marL="971550" lvl="1" indent="-514350">
              <a:buFont typeface="+mj-lt"/>
              <a:buAutoNum type="romanUcPeriod"/>
            </a:pPr>
            <a:r>
              <a:rPr lang="en-US" dirty="0"/>
              <a:t>Create a Vector Index</a:t>
            </a:r>
          </a:p>
          <a:p>
            <a:pPr marL="971550" lvl="1" indent="-514350">
              <a:buFont typeface="+mj-lt"/>
              <a:buAutoNum type="romanUcPeriod"/>
            </a:pPr>
            <a:r>
              <a:rPr lang="en-US" dirty="0"/>
              <a:t>T-SQL Prompt</a:t>
            </a:r>
          </a:p>
          <a:p>
            <a:pPr marL="971550" lvl="1" indent="-514350">
              <a:buFont typeface="+mj-lt"/>
              <a:buAutoNum type="romanUcPeriod"/>
            </a:pPr>
            <a:r>
              <a:rPr lang="en-US" dirty="0"/>
              <a:t>Generate Prompt Embedding</a:t>
            </a:r>
          </a:p>
          <a:p>
            <a:pPr marL="971550" lvl="1" indent="-514350">
              <a:buFont typeface="+mj-lt"/>
              <a:buAutoNum type="romanUcPeriod"/>
            </a:pPr>
            <a:r>
              <a:rPr lang="en-US" dirty="0"/>
              <a:t>Vector Search</a:t>
            </a:r>
          </a:p>
          <a:p>
            <a:pPr marL="971550" lvl="1" indent="-514350">
              <a:buFont typeface="+mj-lt"/>
              <a:buAutoNum type="romanUcPeriod"/>
            </a:pPr>
            <a:r>
              <a:rPr lang="en-US" dirty="0"/>
              <a:t>Other Filters (hybrid search)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71047977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252DD7-2208-FBBA-0C40-C71360F12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US" sz="5000"/>
              <a:t>Vector Architecture — Model Definition and Embeddings (Steps 1-3)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0B541F9-8209-485D-A26A-987FA91DF8A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72596902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1003577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390200-5740-06FB-3C5C-E2A120511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US" sz="5400"/>
              <a:t>Vector Architecture — Search and Retrieval (Steps 4-7)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sX0" fmla="*/ 0 w 4480560"/>
              <a:gd name="csY0" fmla="*/ 0 h 18288"/>
              <a:gd name="csX1" fmla="*/ 595274 w 4480560"/>
              <a:gd name="csY1" fmla="*/ 0 h 18288"/>
              <a:gd name="csX2" fmla="*/ 1100938 w 4480560"/>
              <a:gd name="csY2" fmla="*/ 0 h 18288"/>
              <a:gd name="csX3" fmla="*/ 1651406 w 4480560"/>
              <a:gd name="csY3" fmla="*/ 0 h 18288"/>
              <a:gd name="csX4" fmla="*/ 2336292 w 4480560"/>
              <a:gd name="csY4" fmla="*/ 0 h 18288"/>
              <a:gd name="csX5" fmla="*/ 2931566 w 4480560"/>
              <a:gd name="csY5" fmla="*/ 0 h 18288"/>
              <a:gd name="csX6" fmla="*/ 3482035 w 4480560"/>
              <a:gd name="csY6" fmla="*/ 0 h 18288"/>
              <a:gd name="csX7" fmla="*/ 4480560 w 4480560"/>
              <a:gd name="csY7" fmla="*/ 0 h 18288"/>
              <a:gd name="csX8" fmla="*/ 4480560 w 4480560"/>
              <a:gd name="csY8" fmla="*/ 18288 h 18288"/>
              <a:gd name="csX9" fmla="*/ 3840480 w 4480560"/>
              <a:gd name="csY9" fmla="*/ 18288 h 18288"/>
              <a:gd name="csX10" fmla="*/ 3290011 w 4480560"/>
              <a:gd name="csY10" fmla="*/ 18288 h 18288"/>
              <a:gd name="csX11" fmla="*/ 2560320 w 4480560"/>
              <a:gd name="csY11" fmla="*/ 18288 h 18288"/>
              <a:gd name="csX12" fmla="*/ 1965046 w 4480560"/>
              <a:gd name="csY12" fmla="*/ 18288 h 18288"/>
              <a:gd name="csX13" fmla="*/ 1459382 w 4480560"/>
              <a:gd name="csY13" fmla="*/ 18288 h 18288"/>
              <a:gd name="csX14" fmla="*/ 774497 w 4480560"/>
              <a:gd name="csY14" fmla="*/ 18288 h 18288"/>
              <a:gd name="csX15" fmla="*/ 0 w 4480560"/>
              <a:gd name="csY15" fmla="*/ 18288 h 18288"/>
              <a:gd name="csX16" fmla="*/ 0 w 448056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A6C373-E474-4DD8-EDF6-3EA0492400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r>
              <a:rPr lang="en-US" sz="2200" dirty="0"/>
              <a:t>Step 4: User submits a natural language prompt</a:t>
            </a:r>
          </a:p>
          <a:p>
            <a:r>
              <a:rPr lang="en-US" sz="2200" dirty="0"/>
              <a:t>Step 5: Same model generates an embedding for the prompt</a:t>
            </a:r>
          </a:p>
          <a:p>
            <a:r>
              <a:rPr lang="en-US" sz="2200" dirty="0"/>
              <a:t>Step 6: VECTOR_DISTANCE or VECTOR_SEARCH compares prompt to stored data</a:t>
            </a:r>
          </a:p>
          <a:p>
            <a:r>
              <a:rPr lang="en-US" sz="2200" dirty="0"/>
              <a:t>Step 7: Standard SQL WHERE clauses for hybrid filtering</a:t>
            </a:r>
          </a:p>
          <a:p>
            <a:r>
              <a:rPr lang="en-US" sz="2200" dirty="0"/>
              <a:t>Extensibility via </a:t>
            </a:r>
            <a:r>
              <a:rPr lang="en-US" sz="2200" i="1" dirty="0" err="1"/>
              <a:t>sp_invoke_external_rest_endpoint</a:t>
            </a:r>
            <a:r>
              <a:rPr lang="en-US" sz="2200" i="1" dirty="0"/>
              <a:t> </a:t>
            </a:r>
            <a:r>
              <a:rPr lang="en-US" sz="2200" dirty="0"/>
              <a:t>for any REST model endpoint</a:t>
            </a:r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6163003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Blue blocks and networks technology background">
            <a:extLst>
              <a:ext uri="{FF2B5EF4-FFF2-40B4-BE49-F238E27FC236}">
                <a16:creationId xmlns:a16="http://schemas.microsoft.com/office/drawing/2014/main" id="{C4400225-05E5-84A4-BE16-756BAE67F12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357" r="43268" b="-446"/>
          <a:stretch>
            <a:fillRect/>
          </a:stretch>
        </p:blipFill>
        <p:spPr>
          <a:xfrm>
            <a:off x="-1" y="-2"/>
            <a:ext cx="5410198" cy="6858002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197" y="-1"/>
            <a:ext cx="678180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614093-93D2-6041-ABDD-793F50FBA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317" y="405685"/>
            <a:ext cx="5464968" cy="1559301"/>
          </a:xfrm>
        </p:spPr>
        <p:txBody>
          <a:bodyPr>
            <a:normAutofit/>
          </a:bodyPr>
          <a:lstStyle/>
          <a:p>
            <a:r>
              <a:rPr lang="en-US" sz="4000"/>
              <a:t>Security, SQL, and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D6733D-2FD6-78F3-42BA-575C57881C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317" y="2743200"/>
            <a:ext cx="5247340" cy="3496878"/>
          </a:xfrm>
        </p:spPr>
        <p:txBody>
          <a:bodyPr anchor="ctr">
            <a:normAutofit/>
          </a:bodyPr>
          <a:lstStyle/>
          <a:p>
            <a:r>
              <a:rPr lang="en-US" sz="2000" dirty="0"/>
              <a:t>You control all access with SQL security</a:t>
            </a:r>
          </a:p>
          <a:p>
            <a:r>
              <a:rPr lang="en-US" sz="2000" dirty="0"/>
              <a:t>You control which AI models to use</a:t>
            </a:r>
          </a:p>
          <a:p>
            <a:r>
              <a:rPr lang="en-US" sz="2000" dirty="0"/>
              <a:t>AI models (ground and/or cloud) are isolated from SQL Server</a:t>
            </a:r>
          </a:p>
          <a:p>
            <a:r>
              <a:rPr lang="en-US" sz="2000" dirty="0"/>
              <a:t>Use RLS, TDE, and Dynamic Data Masking on vector data</a:t>
            </a:r>
          </a:p>
          <a:p>
            <a:r>
              <a:rPr lang="en-US" sz="2000" dirty="0"/>
              <a:t>Track everything with SQL Server Auditing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05633635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9910D-9983-0FAF-55EE-945222099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011" y="327025"/>
            <a:ext cx="5324477" cy="1630363"/>
          </a:xfrm>
        </p:spPr>
        <p:txBody>
          <a:bodyPr anchor="b">
            <a:normAutofit/>
          </a:bodyPr>
          <a:lstStyle/>
          <a:p>
            <a:r>
              <a:rPr lang="en-US" sz="3600"/>
              <a:t>AI Provider Flexibility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1E9A334-FF5F-90F9-1E0B-6DA846DFCB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1901" b="1"/>
          <a:stretch>
            <a:fillRect/>
          </a:stretch>
        </p:blipFill>
        <p:spPr>
          <a:xfrm>
            <a:off x="5966355" y="1"/>
            <a:ext cx="6225645" cy="6856412"/>
          </a:xfrm>
          <a:custGeom>
            <a:avLst/>
            <a:gdLst/>
            <a:ahLst/>
            <a:cxnLst/>
            <a:rect l="l" t="t" r="r" b="b"/>
            <a:pathLst>
              <a:path w="5620032" h="6856412">
                <a:moveTo>
                  <a:pt x="13187" y="0"/>
                </a:moveTo>
                <a:lnTo>
                  <a:pt x="5620032" y="0"/>
                </a:lnTo>
                <a:lnTo>
                  <a:pt x="5620032" y="6856412"/>
                </a:lnTo>
                <a:lnTo>
                  <a:pt x="0" y="6856412"/>
                </a:lnTo>
                <a:lnTo>
                  <a:pt x="64318" y="6298274"/>
                </a:lnTo>
                <a:cubicBezTo>
                  <a:pt x="203221" y="4970220"/>
                  <a:pt x="240510" y="3632077"/>
                  <a:pt x="97152" y="2276000"/>
                </a:cubicBezTo>
                <a:cubicBezTo>
                  <a:pt x="35713" y="1694824"/>
                  <a:pt x="7455" y="1116942"/>
                  <a:pt x="6154" y="541737"/>
                </a:cubicBezTo>
                <a:close/>
              </a:path>
            </a:pathLst>
          </a:cu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B308B7E-90B6-E3B4-A6D3-EA801BE9CFC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62862541"/>
              </p:ext>
            </p:extLst>
          </p:nvPr>
        </p:nvGraphicFramePr>
        <p:xfrm>
          <a:off x="481013" y="2286001"/>
          <a:ext cx="5324475" cy="39195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12179010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Glass and digital lights">
            <a:extLst>
              <a:ext uri="{FF2B5EF4-FFF2-40B4-BE49-F238E27FC236}">
                <a16:creationId xmlns:a16="http://schemas.microsoft.com/office/drawing/2014/main" id="{35E75F6C-CBA7-F8A7-3CC3-A56D3AD1B5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977" b="4684"/>
          <a:stretch>
            <a:fillRect/>
          </a:stretch>
        </p:blipFill>
        <p:spPr>
          <a:xfrm>
            <a:off x="20" y="-7619"/>
            <a:ext cx="12191979" cy="6887364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D60F200-5EB0-B223-2439-C96C67F0F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063219" y="-1252908"/>
            <a:ext cx="4065561" cy="12192000"/>
          </a:xfrm>
          <a:prstGeom prst="rect">
            <a:avLst/>
          </a:prstGeom>
          <a:gradFill flip="none" rotWithShape="1">
            <a:gsLst>
              <a:gs pos="17000">
                <a:srgbClr val="000000">
                  <a:alpha val="59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92CB243-67C5-E304-31A0-4D7D607BAF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9464116" y="322049"/>
            <a:ext cx="3067943" cy="2408606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51000">
                <a:schemeClr val="accent2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1A95761-C93E-94BF-087D-D2A823789E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0392" y="4172881"/>
            <a:ext cx="7154743" cy="2702991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52000">
                <a:schemeClr val="accent2">
                  <a:alpha val="0"/>
                </a:schemeClr>
              </a:gs>
            </a:gsLst>
            <a:lin ang="4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CEFDCC0-BEF5-3710-DE9F-B626B9DF0A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029" y="1936866"/>
            <a:ext cx="4849044" cy="283927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dirty="0">
                <a:solidFill>
                  <a:srgbClr val="FFFFFF"/>
                </a:solidFill>
              </a:rPr>
              <a:t>Demo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E4D9EE-8FCA-0FCC-118A-6A710E68DF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9028" y="4873600"/>
            <a:ext cx="4849044" cy="118360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 b="1">
                <a:solidFill>
                  <a:srgbClr val="FFFFFF"/>
                </a:solidFill>
              </a:rPr>
              <a:t>Intelligent Search in SQL Server 2025</a:t>
            </a:r>
            <a:endParaRPr lang="en-US" sz="2000">
              <a:solidFill>
                <a:srgbClr val="FFFFFF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E63D1A5-FD49-4756-F62E-786C34E63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06736" y="-7619"/>
            <a:ext cx="995654" cy="6918113"/>
          </a:xfrm>
          <a:prstGeom prst="rect">
            <a:avLst/>
          </a:prstGeom>
          <a:gradFill flip="none" rotWithShape="1">
            <a:gsLst>
              <a:gs pos="0">
                <a:schemeClr val="accent5">
                  <a:alpha val="68000"/>
                </a:schemeClr>
              </a:gs>
              <a:gs pos="37000">
                <a:schemeClr val="accent5">
                  <a:alpha val="0"/>
                </a:schemeClr>
              </a:gs>
            </a:gsLst>
            <a:lin ang="10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49537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Variety of fresh salads">
            <a:extLst>
              <a:ext uri="{FF2B5EF4-FFF2-40B4-BE49-F238E27FC236}">
                <a16:creationId xmlns:a16="http://schemas.microsoft.com/office/drawing/2014/main" id="{B92602F2-9B4B-FBF7-C0A8-AE74F67B934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441" b="3289"/>
          <a:stretch>
            <a:fillRect/>
          </a:stretch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E5E8B5-6EB5-4537-3A99-F2082DEDB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25550"/>
            <a:ext cx="100584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>
                <a:solidFill>
                  <a:srgbClr val="FFFFFF"/>
                </a:solidFill>
              </a:rPr>
              <a:t>Lunch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1BE6B1-D881-4C10-C1A6-206B606F6E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0051" y="4072043"/>
            <a:ext cx="10058400" cy="128270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528908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 descr="Shiny engine parts">
            <a:extLst>
              <a:ext uri="{FF2B5EF4-FFF2-40B4-BE49-F238E27FC236}">
                <a16:creationId xmlns:a16="http://schemas.microsoft.com/office/drawing/2014/main" id="{AFD20487-C9F2-69F6-F910-2D51D329396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b="15414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0D9A8A65-B3DB-AB83-9E92-8D2B81C86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122362"/>
            <a:ext cx="9144000" cy="290051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>
                <a:solidFill>
                  <a:srgbClr val="FFFFFF"/>
                </a:solidFill>
              </a:rPr>
              <a:t>The Core Engine: Secure by Default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B20077F-BEEC-D5B4-06D4-0FF6A3FD72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4000" y="4159404"/>
            <a:ext cx="9144000" cy="1098395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91809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CE54CB2-1837-1A63-498D-DB548B892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Security Vision for SQL Server 2025</a:t>
            </a:r>
          </a:p>
        </p:txBody>
      </p:sp>
      <p:graphicFrame>
        <p:nvGraphicFramePr>
          <p:cNvPr id="7" name="Content Placeholder 4">
            <a:extLst>
              <a:ext uri="{FF2B5EF4-FFF2-40B4-BE49-F238E27FC236}">
                <a16:creationId xmlns:a16="http://schemas.microsoft.com/office/drawing/2014/main" id="{EA2B7646-01FF-1725-8C92-2814528A451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7395604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0729612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2F4624-5F34-4D1D-4102-32D62B0D4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4000"/>
              <a:t>Managed Identity — Inbound Connections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D2602E4-4395-1AB9-AC7A-2649CB9305C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84997121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19709114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3992F6-99AB-BE45-7179-AE16A2F63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Managed Identity — Outbound Connections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22984C6-F14A-EEF2-1A4B-2770D3D2B31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05430035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7542826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181A0E-ADE9-4666-DB08-28E81C2A05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4000"/>
              <a:t>Microsoft Entra Enhancements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535C63D-9CDB-018E-95EC-EC85DC4C084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04077373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4112920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D0D2CF-151E-AE9C-29C6-6ACCE5BA9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US" sz="3800"/>
              <a:t>Encryption and Protocol Enhancements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93134F6-F62A-AFB6-3A5E-B4F25E2BBEF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56886032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47943425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8DED6BC-9A3E-48D4-AD7C-A56D63F54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B6E033A-DB2E-49B8-B600-B38E0C280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3235" y="1371600"/>
            <a:ext cx="4529312" cy="3589977"/>
          </a:xfrm>
          <a:custGeom>
            <a:avLst/>
            <a:gdLst>
              <a:gd name="connsiteX0" fmla="*/ 5462602 w 5470628"/>
              <a:gd name="connsiteY0" fmla="*/ 1413608 h 3193741"/>
              <a:gd name="connsiteX1" fmla="*/ 5465724 w 5470628"/>
              <a:gd name="connsiteY1" fmla="*/ 1421881 h 3193741"/>
              <a:gd name="connsiteX2" fmla="*/ 5465025 w 5470628"/>
              <a:gd name="connsiteY2" fmla="*/ 1466556 h 3193741"/>
              <a:gd name="connsiteX3" fmla="*/ 5463208 w 5470628"/>
              <a:gd name="connsiteY3" fmla="*/ 1466226 h 3193741"/>
              <a:gd name="connsiteX4" fmla="*/ 5463242 w 5470628"/>
              <a:gd name="connsiteY4" fmla="*/ 1451866 h 3193741"/>
              <a:gd name="connsiteX5" fmla="*/ 5462894 w 5470628"/>
              <a:gd name="connsiteY5" fmla="*/ 1423194 h 3193741"/>
              <a:gd name="connsiteX6" fmla="*/ 5461417 w 5470628"/>
              <a:gd name="connsiteY6" fmla="*/ 1391849 h 3193741"/>
              <a:gd name="connsiteX7" fmla="*/ 5462246 w 5470628"/>
              <a:gd name="connsiteY7" fmla="*/ 1401944 h 3193741"/>
              <a:gd name="connsiteX8" fmla="*/ 5462602 w 5470628"/>
              <a:gd name="connsiteY8" fmla="*/ 1413608 h 3193741"/>
              <a:gd name="connsiteX9" fmla="*/ 5459078 w 5470628"/>
              <a:gd name="connsiteY9" fmla="*/ 1404268 h 3193741"/>
              <a:gd name="connsiteX10" fmla="*/ 5460137 w 5470628"/>
              <a:gd name="connsiteY10" fmla="*/ 1393780 h 3193741"/>
              <a:gd name="connsiteX11" fmla="*/ 5461417 w 5470628"/>
              <a:gd name="connsiteY11" fmla="*/ 1391849 h 3193741"/>
              <a:gd name="connsiteX12" fmla="*/ 614271 w 5470628"/>
              <a:gd name="connsiteY12" fmla="*/ 1052206 h 3193741"/>
              <a:gd name="connsiteX13" fmla="*/ 611497 w 5470628"/>
              <a:gd name="connsiteY13" fmla="*/ 1055389 h 3193741"/>
              <a:gd name="connsiteX14" fmla="*/ 630277 w 5470628"/>
              <a:gd name="connsiteY14" fmla="*/ 1065215 h 3193741"/>
              <a:gd name="connsiteX15" fmla="*/ 651856 w 5470628"/>
              <a:gd name="connsiteY15" fmla="*/ 1067584 h 3193741"/>
              <a:gd name="connsiteX16" fmla="*/ 614271 w 5470628"/>
              <a:gd name="connsiteY16" fmla="*/ 1052206 h 3193741"/>
              <a:gd name="connsiteX17" fmla="*/ 810628 w 5470628"/>
              <a:gd name="connsiteY17" fmla="*/ 695550 h 3193741"/>
              <a:gd name="connsiteX18" fmla="*/ 1033084 w 5470628"/>
              <a:gd name="connsiteY18" fmla="*/ 791270 h 3193741"/>
              <a:gd name="connsiteX19" fmla="*/ 1036153 w 5470628"/>
              <a:gd name="connsiteY19" fmla="*/ 788050 h 3193741"/>
              <a:gd name="connsiteX20" fmla="*/ 810628 w 5470628"/>
              <a:gd name="connsiteY20" fmla="*/ 695550 h 3193741"/>
              <a:gd name="connsiteX21" fmla="*/ 4850908 w 5470628"/>
              <a:gd name="connsiteY21" fmla="*/ 727 h 3193741"/>
              <a:gd name="connsiteX22" fmla="*/ 4858584 w 5470628"/>
              <a:gd name="connsiteY22" fmla="*/ 13795 h 3193741"/>
              <a:gd name="connsiteX23" fmla="*/ 4843408 w 5470628"/>
              <a:gd name="connsiteY23" fmla="*/ 37224 h 3193741"/>
              <a:gd name="connsiteX24" fmla="*/ 4871062 w 5470628"/>
              <a:gd name="connsiteY24" fmla="*/ 78954 h 3193741"/>
              <a:gd name="connsiteX25" fmla="*/ 4989038 w 5470628"/>
              <a:gd name="connsiteY25" fmla="*/ 66799 h 3193741"/>
              <a:gd name="connsiteX26" fmla="*/ 5002636 w 5470628"/>
              <a:gd name="connsiteY26" fmla="*/ 79388 h 3193741"/>
              <a:gd name="connsiteX27" fmla="*/ 5008332 w 5470628"/>
              <a:gd name="connsiteY27" fmla="*/ 140859 h 3193741"/>
              <a:gd name="connsiteX28" fmla="*/ 5014326 w 5470628"/>
              <a:gd name="connsiteY28" fmla="*/ 155555 h 3193741"/>
              <a:gd name="connsiteX29" fmla="*/ 5030704 w 5470628"/>
              <a:gd name="connsiteY29" fmla="*/ 221190 h 3193741"/>
              <a:gd name="connsiteX30" fmla="*/ 5097262 w 5470628"/>
              <a:gd name="connsiteY30" fmla="*/ 317759 h 3193741"/>
              <a:gd name="connsiteX31" fmla="*/ 5165084 w 5470628"/>
              <a:gd name="connsiteY31" fmla="*/ 373367 h 3193741"/>
              <a:gd name="connsiteX32" fmla="*/ 5174137 w 5470628"/>
              <a:gd name="connsiteY32" fmla="*/ 389353 h 3193741"/>
              <a:gd name="connsiteX33" fmla="*/ 5192507 w 5470628"/>
              <a:gd name="connsiteY33" fmla="*/ 453561 h 3193741"/>
              <a:gd name="connsiteX34" fmla="*/ 5187160 w 5470628"/>
              <a:gd name="connsiteY34" fmla="*/ 467732 h 3193741"/>
              <a:gd name="connsiteX35" fmla="*/ 5160106 w 5470628"/>
              <a:gd name="connsiteY35" fmla="*/ 486904 h 3193741"/>
              <a:gd name="connsiteX36" fmla="*/ 5138948 w 5470628"/>
              <a:gd name="connsiteY36" fmla="*/ 528614 h 3193741"/>
              <a:gd name="connsiteX37" fmla="*/ 5097016 w 5470628"/>
              <a:gd name="connsiteY37" fmla="*/ 589923 h 3193741"/>
              <a:gd name="connsiteX38" fmla="*/ 5075869 w 5470628"/>
              <a:gd name="connsiteY38" fmla="*/ 608381 h 3193741"/>
              <a:gd name="connsiteX39" fmla="*/ 5093172 w 5470628"/>
              <a:gd name="connsiteY39" fmla="*/ 618385 h 3193741"/>
              <a:gd name="connsiteX40" fmla="*/ 5153518 w 5470628"/>
              <a:gd name="connsiteY40" fmla="*/ 687474 h 3193741"/>
              <a:gd name="connsiteX41" fmla="*/ 5074984 w 5470628"/>
              <a:gd name="connsiteY41" fmla="*/ 776941 h 3193741"/>
              <a:gd name="connsiteX42" fmla="*/ 5033348 w 5470628"/>
              <a:gd name="connsiteY42" fmla="*/ 805473 h 3193741"/>
              <a:gd name="connsiteX43" fmla="*/ 5116847 w 5470628"/>
              <a:gd name="connsiteY43" fmla="*/ 803426 h 3193741"/>
              <a:gd name="connsiteX44" fmla="*/ 5147902 w 5470628"/>
              <a:gd name="connsiteY44" fmla="*/ 833118 h 3193741"/>
              <a:gd name="connsiteX45" fmla="*/ 5161665 w 5470628"/>
              <a:gd name="connsiteY45" fmla="*/ 848297 h 3193741"/>
              <a:gd name="connsiteX46" fmla="*/ 5246520 w 5470628"/>
              <a:gd name="connsiteY46" fmla="*/ 942412 h 3193741"/>
              <a:gd name="connsiteX47" fmla="*/ 5235368 w 5470628"/>
              <a:gd name="connsiteY47" fmla="*/ 972946 h 3193741"/>
              <a:gd name="connsiteX48" fmla="*/ 5113739 w 5470628"/>
              <a:gd name="connsiteY48" fmla="*/ 1128845 h 3193741"/>
              <a:gd name="connsiteX49" fmla="*/ 5255034 w 5470628"/>
              <a:gd name="connsiteY49" fmla="*/ 1151117 h 3193741"/>
              <a:gd name="connsiteX50" fmla="*/ 5267513 w 5470628"/>
              <a:gd name="connsiteY50" fmla="*/ 1216275 h 3193741"/>
              <a:gd name="connsiteX51" fmla="*/ 5343113 w 5470628"/>
              <a:gd name="connsiteY51" fmla="*/ 1281854 h 3193741"/>
              <a:gd name="connsiteX52" fmla="*/ 5452014 w 5470628"/>
              <a:gd name="connsiteY52" fmla="*/ 1385543 h 3193741"/>
              <a:gd name="connsiteX53" fmla="*/ 5459078 w 5470628"/>
              <a:gd name="connsiteY53" fmla="*/ 1404268 h 3193741"/>
              <a:gd name="connsiteX54" fmla="*/ 5458838 w 5470628"/>
              <a:gd name="connsiteY54" fmla="*/ 1406644 h 3193741"/>
              <a:gd name="connsiteX55" fmla="*/ 5455752 w 5470628"/>
              <a:gd name="connsiteY55" fmla="*/ 1450751 h 3193741"/>
              <a:gd name="connsiteX56" fmla="*/ 5454594 w 5470628"/>
              <a:gd name="connsiteY56" fmla="*/ 1464662 h 3193741"/>
              <a:gd name="connsiteX57" fmla="*/ 5447215 w 5470628"/>
              <a:gd name="connsiteY57" fmla="*/ 1463321 h 3193741"/>
              <a:gd name="connsiteX58" fmla="*/ 5433934 w 5470628"/>
              <a:gd name="connsiteY58" fmla="*/ 1458428 h 3193741"/>
              <a:gd name="connsiteX59" fmla="*/ 5424276 w 5470628"/>
              <a:gd name="connsiteY59" fmla="*/ 1477014 h 3193741"/>
              <a:gd name="connsiteX60" fmla="*/ 5444628 w 5470628"/>
              <a:gd name="connsiteY60" fmla="*/ 1511562 h 3193741"/>
              <a:gd name="connsiteX61" fmla="*/ 5453752 w 5470628"/>
              <a:gd name="connsiteY61" fmla="*/ 1474786 h 3193741"/>
              <a:gd name="connsiteX62" fmla="*/ 5454594 w 5470628"/>
              <a:gd name="connsiteY62" fmla="*/ 1464662 h 3193741"/>
              <a:gd name="connsiteX63" fmla="*/ 5463208 w 5470628"/>
              <a:gd name="connsiteY63" fmla="*/ 1466226 h 3193741"/>
              <a:gd name="connsiteX64" fmla="*/ 5463164 w 5470628"/>
              <a:gd name="connsiteY64" fmla="*/ 1484226 h 3193741"/>
              <a:gd name="connsiteX65" fmla="*/ 5456160 w 5470628"/>
              <a:gd name="connsiteY65" fmla="*/ 1575885 h 3193741"/>
              <a:gd name="connsiteX66" fmla="*/ 5345636 w 5470628"/>
              <a:gd name="connsiteY66" fmla="*/ 1714543 h 3193741"/>
              <a:gd name="connsiteX67" fmla="*/ 5251319 w 5470628"/>
              <a:gd name="connsiteY67" fmla="*/ 1775792 h 3193741"/>
              <a:gd name="connsiteX68" fmla="*/ 5043512 w 5470628"/>
              <a:gd name="connsiteY68" fmla="*/ 2027305 h 3193741"/>
              <a:gd name="connsiteX69" fmla="*/ 4978144 w 5470628"/>
              <a:gd name="connsiteY69" fmla="*/ 2108535 h 3193741"/>
              <a:gd name="connsiteX70" fmla="*/ 5031476 w 5470628"/>
              <a:gd name="connsiteY70" fmla="*/ 2128173 h 3193741"/>
              <a:gd name="connsiteX71" fmla="*/ 4937389 w 5470628"/>
              <a:gd name="connsiteY71" fmla="*/ 2216441 h 3193741"/>
              <a:gd name="connsiteX72" fmla="*/ 4826122 w 5470628"/>
              <a:gd name="connsiteY72" fmla="*/ 2315331 h 3193741"/>
              <a:gd name="connsiteX73" fmla="*/ 2544647 w 5470628"/>
              <a:gd name="connsiteY73" fmla="*/ 3190975 h 3193741"/>
              <a:gd name="connsiteX74" fmla="*/ 1328257 w 5470628"/>
              <a:gd name="connsiteY74" fmla="*/ 3153006 h 3193741"/>
              <a:gd name="connsiteX75" fmla="*/ 977943 w 5470628"/>
              <a:gd name="connsiteY75" fmla="*/ 3082502 h 3193741"/>
              <a:gd name="connsiteX76" fmla="*/ 854473 w 5470628"/>
              <a:gd name="connsiteY76" fmla="*/ 2994250 h 3193741"/>
              <a:gd name="connsiteX77" fmla="*/ 811593 w 5470628"/>
              <a:gd name="connsiteY77" fmla="*/ 2970498 h 3193741"/>
              <a:gd name="connsiteX78" fmla="*/ 707024 w 5470628"/>
              <a:gd name="connsiteY78" fmla="*/ 2945439 h 3193741"/>
              <a:gd name="connsiteX79" fmla="*/ 523487 w 5470628"/>
              <a:gd name="connsiteY79" fmla="*/ 2886053 h 3193741"/>
              <a:gd name="connsiteX80" fmla="*/ 587884 w 5470628"/>
              <a:gd name="connsiteY80" fmla="*/ 2859746 h 3193741"/>
              <a:gd name="connsiteX81" fmla="*/ 779426 w 5470628"/>
              <a:gd name="connsiteY81" fmla="*/ 2885897 h 3193741"/>
              <a:gd name="connsiteX82" fmla="*/ 917288 w 5470628"/>
              <a:gd name="connsiteY82" fmla="*/ 2882248 h 3193741"/>
              <a:gd name="connsiteX83" fmla="*/ 718684 w 5470628"/>
              <a:gd name="connsiteY83" fmla="*/ 2819941 h 3193741"/>
              <a:gd name="connsiteX84" fmla="*/ 524650 w 5470628"/>
              <a:gd name="connsiteY84" fmla="*/ 2731220 h 3193741"/>
              <a:gd name="connsiteX85" fmla="*/ 670138 w 5470628"/>
              <a:gd name="connsiteY85" fmla="*/ 2735189 h 3193741"/>
              <a:gd name="connsiteX86" fmla="*/ 675382 w 5470628"/>
              <a:gd name="connsiteY86" fmla="*/ 2719369 h 3193741"/>
              <a:gd name="connsiteX87" fmla="*/ 542021 w 5470628"/>
              <a:gd name="connsiteY87" fmla="*/ 2601946 h 3193741"/>
              <a:gd name="connsiteX88" fmla="*/ 476895 w 5470628"/>
              <a:gd name="connsiteY88" fmla="*/ 2555976 h 3193741"/>
              <a:gd name="connsiteX89" fmla="*/ 188751 w 5470628"/>
              <a:gd name="connsiteY89" fmla="*/ 2428830 h 3193741"/>
              <a:gd name="connsiteX90" fmla="*/ 456762 w 5470628"/>
              <a:gd name="connsiteY90" fmla="*/ 2468731 h 3193741"/>
              <a:gd name="connsiteX91" fmla="*/ 174514 w 5470628"/>
              <a:gd name="connsiteY91" fmla="*/ 2345378 h 3193741"/>
              <a:gd name="connsiteX92" fmla="*/ 38827 w 5470628"/>
              <a:gd name="connsiteY92" fmla="*/ 2303685 h 3193741"/>
              <a:gd name="connsiteX93" fmla="*/ 3281 w 5470628"/>
              <a:gd name="connsiteY93" fmla="*/ 2273587 h 3193741"/>
              <a:gd name="connsiteX94" fmla="*/ 61590 w 5470628"/>
              <a:gd name="connsiteY94" fmla="*/ 2259170 h 3193741"/>
              <a:gd name="connsiteX95" fmla="*/ 242291 w 5470628"/>
              <a:gd name="connsiteY95" fmla="*/ 2250569 h 3193741"/>
              <a:gd name="connsiteX96" fmla="*/ 13205 w 5470628"/>
              <a:gd name="connsiteY96" fmla="*/ 2172263 h 3193741"/>
              <a:gd name="connsiteX97" fmla="*/ 180810 w 5470628"/>
              <a:gd name="connsiteY97" fmla="*/ 2168333 h 3193741"/>
              <a:gd name="connsiteX98" fmla="*/ 226020 w 5470628"/>
              <a:gd name="connsiteY98" fmla="*/ 2121100 h 3193741"/>
              <a:gd name="connsiteX99" fmla="*/ 299145 w 5470628"/>
              <a:gd name="connsiteY99" fmla="*/ 2044862 h 3193741"/>
              <a:gd name="connsiteX100" fmla="*/ 350236 w 5470628"/>
              <a:gd name="connsiteY100" fmla="*/ 2001187 h 3193741"/>
              <a:gd name="connsiteX101" fmla="*/ 365223 w 5470628"/>
              <a:gd name="connsiteY101" fmla="*/ 1881218 h 3193741"/>
              <a:gd name="connsiteX102" fmla="*/ 310707 w 5470628"/>
              <a:gd name="connsiteY102" fmla="*/ 1758752 h 3193741"/>
              <a:gd name="connsiteX103" fmla="*/ 181659 w 5470628"/>
              <a:gd name="connsiteY103" fmla="*/ 1709137 h 3193741"/>
              <a:gd name="connsiteX104" fmla="*/ 213063 w 5470628"/>
              <a:gd name="connsiteY104" fmla="*/ 1632021 h 3193741"/>
              <a:gd name="connsiteX105" fmla="*/ 481390 w 5470628"/>
              <a:gd name="connsiteY105" fmla="*/ 1644125 h 3193741"/>
              <a:gd name="connsiteX106" fmla="*/ 68930 w 5470628"/>
              <a:gd name="connsiteY106" fmla="*/ 1457537 h 3193741"/>
              <a:gd name="connsiteX107" fmla="*/ 135138 w 5470628"/>
              <a:gd name="connsiteY107" fmla="*/ 1440976 h 3193741"/>
              <a:gd name="connsiteX108" fmla="*/ 131611 w 5470628"/>
              <a:gd name="connsiteY108" fmla="*/ 1427642 h 3193741"/>
              <a:gd name="connsiteX109" fmla="*/ 130443 w 5470628"/>
              <a:gd name="connsiteY109" fmla="*/ 1343795 h 3193741"/>
              <a:gd name="connsiteX110" fmla="*/ 138930 w 5470628"/>
              <a:gd name="connsiteY110" fmla="*/ 1304094 h 3193741"/>
              <a:gd name="connsiteX111" fmla="*/ 118409 w 5470628"/>
              <a:gd name="connsiteY111" fmla="*/ 1262212 h 3193741"/>
              <a:gd name="connsiteX112" fmla="*/ 421410 w 5470628"/>
              <a:gd name="connsiteY112" fmla="*/ 1304757 h 3193741"/>
              <a:gd name="connsiteX113" fmla="*/ 655702 w 5470628"/>
              <a:gd name="connsiteY113" fmla="*/ 1291801 h 3193741"/>
              <a:gd name="connsiteX114" fmla="*/ 648299 w 5470628"/>
              <a:gd name="connsiteY114" fmla="*/ 1287715 h 3193741"/>
              <a:gd name="connsiteX115" fmla="*/ 531027 w 5470628"/>
              <a:gd name="connsiteY115" fmla="*/ 1193967 h 3193741"/>
              <a:gd name="connsiteX116" fmla="*/ 526433 w 5470628"/>
              <a:gd name="connsiteY116" fmla="*/ 1191913 h 3193741"/>
              <a:gd name="connsiteX117" fmla="*/ 504666 w 5470628"/>
              <a:gd name="connsiteY117" fmla="*/ 1177230 h 3193741"/>
              <a:gd name="connsiteX118" fmla="*/ 482307 w 5470628"/>
              <a:gd name="connsiteY118" fmla="*/ 1162618 h 3193741"/>
              <a:gd name="connsiteX119" fmla="*/ 479029 w 5470628"/>
              <a:gd name="connsiteY119" fmla="*/ 1162540 h 3193741"/>
              <a:gd name="connsiteX120" fmla="*/ 447663 w 5470628"/>
              <a:gd name="connsiteY120" fmla="*/ 1132649 h 3193741"/>
              <a:gd name="connsiteX121" fmla="*/ 438547 w 5470628"/>
              <a:gd name="connsiteY121" fmla="*/ 1110977 h 3193741"/>
              <a:gd name="connsiteX122" fmla="*/ 405343 w 5470628"/>
              <a:gd name="connsiteY122" fmla="*/ 1089612 h 3193741"/>
              <a:gd name="connsiteX123" fmla="*/ 371373 w 5470628"/>
              <a:gd name="connsiteY123" fmla="*/ 1070238 h 3193741"/>
              <a:gd name="connsiteX124" fmla="*/ 290358 w 5470628"/>
              <a:gd name="connsiteY124" fmla="*/ 1059884 h 3193741"/>
              <a:gd name="connsiteX125" fmla="*/ 235140 w 5470628"/>
              <a:gd name="connsiteY125" fmla="*/ 1029322 h 3193741"/>
              <a:gd name="connsiteX126" fmla="*/ 300494 w 5470628"/>
              <a:gd name="connsiteY126" fmla="*/ 1032083 h 3193741"/>
              <a:gd name="connsiteX127" fmla="*/ 239661 w 5470628"/>
              <a:gd name="connsiteY127" fmla="*/ 997457 h 3193741"/>
              <a:gd name="connsiteX128" fmla="*/ 204788 w 5470628"/>
              <a:gd name="connsiteY128" fmla="*/ 959211 h 3193741"/>
              <a:gd name="connsiteX129" fmla="*/ 207583 w 5470628"/>
              <a:gd name="connsiteY129" fmla="*/ 947009 h 3193741"/>
              <a:gd name="connsiteX130" fmla="*/ 223061 w 5470628"/>
              <a:gd name="connsiteY130" fmla="*/ 947033 h 3193741"/>
              <a:gd name="connsiteX131" fmla="*/ 280015 w 5470628"/>
              <a:gd name="connsiteY131" fmla="*/ 972164 h 3193741"/>
              <a:gd name="connsiteX132" fmla="*/ 353948 w 5470628"/>
              <a:gd name="connsiteY132" fmla="*/ 1006865 h 3193741"/>
              <a:gd name="connsiteX133" fmla="*/ 240466 w 5470628"/>
              <a:gd name="connsiteY133" fmla="*/ 939943 h 3193741"/>
              <a:gd name="connsiteX134" fmla="*/ 158812 w 5470628"/>
              <a:gd name="connsiteY134" fmla="*/ 891467 h 3193741"/>
              <a:gd name="connsiteX135" fmla="*/ 139551 w 5470628"/>
              <a:gd name="connsiteY135" fmla="*/ 855364 h 3193741"/>
              <a:gd name="connsiteX136" fmla="*/ 145731 w 5470628"/>
              <a:gd name="connsiteY136" fmla="*/ 844888 h 3193741"/>
              <a:gd name="connsiteX137" fmla="*/ 158154 w 5470628"/>
              <a:gd name="connsiteY137" fmla="*/ 848366 h 3193741"/>
              <a:gd name="connsiteX138" fmla="*/ 169370 w 5470628"/>
              <a:gd name="connsiteY138" fmla="*/ 856260 h 3193741"/>
              <a:gd name="connsiteX139" fmla="*/ 288295 w 5470628"/>
              <a:gd name="connsiteY139" fmla="*/ 915169 h 3193741"/>
              <a:gd name="connsiteX140" fmla="*/ 462694 w 5470628"/>
              <a:gd name="connsiteY140" fmla="*/ 994643 h 3193741"/>
              <a:gd name="connsiteX141" fmla="*/ 531910 w 5470628"/>
              <a:gd name="connsiteY141" fmla="*/ 1006664 h 3193741"/>
              <a:gd name="connsiteX142" fmla="*/ 333940 w 5470628"/>
              <a:gd name="connsiteY142" fmla="*/ 893507 h 3193741"/>
              <a:gd name="connsiteX143" fmla="*/ 181443 w 5470628"/>
              <a:gd name="connsiteY143" fmla="*/ 746608 h 3193741"/>
              <a:gd name="connsiteX144" fmla="*/ 162678 w 5470628"/>
              <a:gd name="connsiteY144" fmla="*/ 737018 h 3193741"/>
              <a:gd name="connsiteX145" fmla="*/ 156307 w 5470628"/>
              <a:gd name="connsiteY145" fmla="*/ 730435 h 3193741"/>
              <a:gd name="connsiteX146" fmla="*/ 117227 w 5470628"/>
              <a:gd name="connsiteY146" fmla="*/ 677515 h 3193741"/>
              <a:gd name="connsiteX147" fmla="*/ 113655 w 5470628"/>
              <a:gd name="connsiteY147" fmla="*/ 663474 h 3193741"/>
              <a:gd name="connsiteX148" fmla="*/ 115226 w 5470628"/>
              <a:gd name="connsiteY148" fmla="*/ 636712 h 3193741"/>
              <a:gd name="connsiteX149" fmla="*/ 105067 w 5470628"/>
              <a:gd name="connsiteY149" fmla="*/ 622046 h 3193741"/>
              <a:gd name="connsiteX150" fmla="*/ 104113 w 5470628"/>
              <a:gd name="connsiteY150" fmla="*/ 611722 h 3193741"/>
              <a:gd name="connsiteX151" fmla="*/ 118895 w 5470628"/>
              <a:gd name="connsiteY151" fmla="*/ 610169 h 3193741"/>
              <a:gd name="connsiteX152" fmla="*/ 163095 w 5470628"/>
              <a:gd name="connsiteY152" fmla="*/ 640642 h 3193741"/>
              <a:gd name="connsiteX153" fmla="*/ 185766 w 5470628"/>
              <a:gd name="connsiteY153" fmla="*/ 641454 h 3193741"/>
              <a:gd name="connsiteX154" fmla="*/ 212892 w 5470628"/>
              <a:gd name="connsiteY154" fmla="*/ 637457 h 3193741"/>
              <a:gd name="connsiteX155" fmla="*/ 223932 w 5470628"/>
              <a:gd name="connsiteY155" fmla="*/ 647271 h 3193741"/>
              <a:gd name="connsiteX156" fmla="*/ 287167 w 5470628"/>
              <a:gd name="connsiteY156" fmla="*/ 691571 h 3193741"/>
              <a:gd name="connsiteX157" fmla="*/ 330380 w 5470628"/>
              <a:gd name="connsiteY157" fmla="*/ 692506 h 3193741"/>
              <a:gd name="connsiteX158" fmla="*/ 296172 w 5470628"/>
              <a:gd name="connsiteY158" fmla="*/ 688108 h 3193741"/>
              <a:gd name="connsiteX159" fmla="*/ 286974 w 5470628"/>
              <a:gd name="connsiteY159" fmla="*/ 674512 h 3193741"/>
              <a:gd name="connsiteX160" fmla="*/ 286166 w 5470628"/>
              <a:gd name="connsiteY160" fmla="*/ 661798 h 3193741"/>
              <a:gd name="connsiteX161" fmla="*/ 236268 w 5470628"/>
              <a:gd name="connsiteY161" fmla="*/ 635338 h 3193741"/>
              <a:gd name="connsiteX162" fmla="*/ 231734 w 5470628"/>
              <a:gd name="connsiteY162" fmla="*/ 634225 h 3193741"/>
              <a:gd name="connsiteX163" fmla="*/ 221253 w 5470628"/>
              <a:gd name="connsiteY163" fmla="*/ 623870 h 3193741"/>
              <a:gd name="connsiteX164" fmla="*/ 237564 w 5470628"/>
              <a:gd name="connsiteY164" fmla="*/ 613590 h 3193741"/>
              <a:gd name="connsiteX165" fmla="*/ 282259 w 5470628"/>
              <a:gd name="connsiteY165" fmla="*/ 619091 h 3193741"/>
              <a:gd name="connsiteX166" fmla="*/ 370630 w 5470628"/>
              <a:gd name="connsiteY166" fmla="*/ 665566 h 3193741"/>
              <a:gd name="connsiteX167" fmla="*/ 498017 w 5470628"/>
              <a:gd name="connsiteY167" fmla="*/ 740532 h 3193741"/>
              <a:gd name="connsiteX168" fmla="*/ 918036 w 5470628"/>
              <a:gd name="connsiteY168" fmla="*/ 924307 h 3193741"/>
              <a:gd name="connsiteX169" fmla="*/ 1079304 w 5470628"/>
              <a:gd name="connsiteY169" fmla="*/ 984494 h 3193741"/>
              <a:gd name="connsiteX170" fmla="*/ 1079935 w 5470628"/>
              <a:gd name="connsiteY170" fmla="*/ 980383 h 3193741"/>
              <a:gd name="connsiteX171" fmla="*/ 1079695 w 5470628"/>
              <a:gd name="connsiteY171" fmla="*/ 976616 h 3193741"/>
              <a:gd name="connsiteX172" fmla="*/ 966178 w 5470628"/>
              <a:gd name="connsiteY172" fmla="*/ 937219 h 3193741"/>
              <a:gd name="connsiteX173" fmla="*/ 720106 w 5470628"/>
              <a:gd name="connsiteY173" fmla="*/ 807112 h 3193741"/>
              <a:gd name="connsiteX174" fmla="*/ 698823 w 5470628"/>
              <a:gd name="connsiteY174" fmla="*/ 804708 h 3193741"/>
              <a:gd name="connsiteX175" fmla="*/ 664513 w 5470628"/>
              <a:gd name="connsiteY175" fmla="*/ 784663 h 3193741"/>
              <a:gd name="connsiteX176" fmla="*/ 660380 w 5470628"/>
              <a:gd name="connsiteY176" fmla="*/ 771165 h 3193741"/>
              <a:gd name="connsiteX177" fmla="*/ 584959 w 5470628"/>
              <a:gd name="connsiteY177" fmla="*/ 722409 h 3193741"/>
              <a:gd name="connsiteX178" fmla="*/ 435649 w 5470628"/>
              <a:gd name="connsiteY178" fmla="*/ 639659 h 3193741"/>
              <a:gd name="connsiteX179" fmla="*/ 404944 w 5470628"/>
              <a:gd name="connsiteY179" fmla="*/ 606128 h 3193741"/>
              <a:gd name="connsiteX180" fmla="*/ 408476 w 5470628"/>
              <a:gd name="connsiteY180" fmla="*/ 591466 h 3193741"/>
              <a:gd name="connsiteX181" fmla="*/ 425225 w 5470628"/>
              <a:gd name="connsiteY181" fmla="*/ 592759 h 3193741"/>
              <a:gd name="connsiteX182" fmla="*/ 487115 w 5470628"/>
              <a:gd name="connsiteY182" fmla="*/ 620614 h 3193741"/>
              <a:gd name="connsiteX183" fmla="*/ 550277 w 5470628"/>
              <a:gd name="connsiteY183" fmla="*/ 649738 h 3193741"/>
              <a:gd name="connsiteX184" fmla="*/ 544421 w 5470628"/>
              <a:gd name="connsiteY184" fmla="*/ 641907 h 3193741"/>
              <a:gd name="connsiteX185" fmla="*/ 431905 w 5470628"/>
              <a:gd name="connsiteY185" fmla="*/ 580799 h 3193741"/>
              <a:gd name="connsiteX186" fmla="*/ 351177 w 5470628"/>
              <a:gd name="connsiteY186" fmla="*/ 528177 h 3193741"/>
              <a:gd name="connsiteX187" fmla="*/ 339749 w 5470628"/>
              <a:gd name="connsiteY187" fmla="*/ 498244 h 3193741"/>
              <a:gd name="connsiteX188" fmla="*/ 346313 w 5470628"/>
              <a:gd name="connsiteY188" fmla="*/ 489145 h 3193741"/>
              <a:gd name="connsiteX189" fmla="*/ 356579 w 5470628"/>
              <a:gd name="connsiteY189" fmla="*/ 491460 h 3193741"/>
              <a:gd name="connsiteX190" fmla="*/ 371505 w 5470628"/>
              <a:gd name="connsiteY190" fmla="*/ 501516 h 3193741"/>
              <a:gd name="connsiteX191" fmla="*/ 476275 w 5470628"/>
              <a:gd name="connsiteY191" fmla="*/ 553122 h 3193741"/>
              <a:gd name="connsiteX192" fmla="*/ 649952 w 5470628"/>
              <a:gd name="connsiteY192" fmla="*/ 635294 h 3193741"/>
              <a:gd name="connsiteX193" fmla="*/ 727161 w 5470628"/>
              <a:gd name="connsiteY193" fmla="*/ 651328 h 3193741"/>
              <a:gd name="connsiteX194" fmla="*/ 722417 w 5470628"/>
              <a:gd name="connsiteY194" fmla="*/ 646921 h 3193741"/>
              <a:gd name="connsiteX195" fmla="*/ 546079 w 5470628"/>
              <a:gd name="connsiteY195" fmla="*/ 546328 h 3193741"/>
              <a:gd name="connsiteX196" fmla="*/ 378182 w 5470628"/>
              <a:gd name="connsiteY196" fmla="*/ 386585 h 3193741"/>
              <a:gd name="connsiteX197" fmla="*/ 370158 w 5470628"/>
              <a:gd name="connsiteY197" fmla="*/ 382100 h 3193741"/>
              <a:gd name="connsiteX198" fmla="*/ 357861 w 5470628"/>
              <a:gd name="connsiteY198" fmla="*/ 371252 h 3193741"/>
              <a:gd name="connsiteX199" fmla="*/ 331313 w 5470628"/>
              <a:gd name="connsiteY199" fmla="*/ 328203 h 3193741"/>
              <a:gd name="connsiteX200" fmla="*/ 319354 w 5470628"/>
              <a:gd name="connsiteY200" fmla="*/ 299282 h 3193741"/>
              <a:gd name="connsiteX201" fmla="*/ 319682 w 5470628"/>
              <a:gd name="connsiteY201" fmla="*/ 285719 h 3193741"/>
              <a:gd name="connsiteX202" fmla="*/ 306391 w 5470628"/>
              <a:gd name="connsiteY202" fmla="*/ 268585 h 3193741"/>
              <a:gd name="connsiteX203" fmla="*/ 303294 w 5470628"/>
              <a:gd name="connsiteY203" fmla="*/ 257334 h 3193741"/>
              <a:gd name="connsiteX204" fmla="*/ 319242 w 5470628"/>
              <a:gd name="connsiteY204" fmla="*/ 255403 h 3193741"/>
              <a:gd name="connsiteX205" fmla="*/ 364093 w 5470628"/>
              <a:gd name="connsiteY205" fmla="*/ 286745 h 3193741"/>
              <a:gd name="connsiteX206" fmla="*/ 385301 w 5470628"/>
              <a:gd name="connsiteY206" fmla="*/ 287973 h 3193741"/>
              <a:gd name="connsiteX207" fmla="*/ 417598 w 5470628"/>
              <a:gd name="connsiteY207" fmla="*/ 285722 h 3193741"/>
              <a:gd name="connsiteX208" fmla="*/ 440155 w 5470628"/>
              <a:gd name="connsiteY208" fmla="*/ 308139 h 3193741"/>
              <a:gd name="connsiteX209" fmla="*/ 534406 w 5470628"/>
              <a:gd name="connsiteY209" fmla="*/ 339430 h 3193741"/>
              <a:gd name="connsiteX210" fmla="*/ 495633 w 5470628"/>
              <a:gd name="connsiteY210" fmla="*/ 333450 h 3193741"/>
              <a:gd name="connsiteX211" fmla="*/ 486289 w 5470628"/>
              <a:gd name="connsiteY211" fmla="*/ 322243 h 3193741"/>
              <a:gd name="connsiteX212" fmla="*/ 484000 w 5470628"/>
              <a:gd name="connsiteY212" fmla="*/ 304964 h 3193741"/>
              <a:gd name="connsiteX213" fmla="*/ 436911 w 5470628"/>
              <a:gd name="connsiteY213" fmla="*/ 280536 h 3193741"/>
              <a:gd name="connsiteX214" fmla="*/ 426865 w 5470628"/>
              <a:gd name="connsiteY214" fmla="*/ 277007 h 3193741"/>
              <a:gd name="connsiteX215" fmla="*/ 420654 w 5470628"/>
              <a:gd name="connsiteY215" fmla="*/ 268269 h 3193741"/>
              <a:gd name="connsiteX216" fmla="*/ 432329 w 5470628"/>
              <a:gd name="connsiteY216" fmla="*/ 259975 h 3193741"/>
              <a:gd name="connsiteX217" fmla="*/ 447672 w 5470628"/>
              <a:gd name="connsiteY217" fmla="*/ 257879 h 3193741"/>
              <a:gd name="connsiteX218" fmla="*/ 502242 w 5470628"/>
              <a:gd name="connsiteY218" fmla="*/ 273572 h 3193741"/>
              <a:gd name="connsiteX219" fmla="*/ 659874 w 5470628"/>
              <a:gd name="connsiteY219" fmla="*/ 365516 h 3193741"/>
              <a:gd name="connsiteX220" fmla="*/ 829177 w 5470628"/>
              <a:gd name="connsiteY220" fmla="*/ 444421 h 3193741"/>
              <a:gd name="connsiteX221" fmla="*/ 1231903 w 5470628"/>
              <a:gd name="connsiteY221" fmla="*/ 613682 h 3193741"/>
              <a:gd name="connsiteX222" fmla="*/ 1911736 w 5470628"/>
              <a:gd name="connsiteY222" fmla="*/ 685084 h 3193741"/>
              <a:gd name="connsiteX223" fmla="*/ 2564313 w 5470628"/>
              <a:gd name="connsiteY223" fmla="*/ 632143 h 3193741"/>
              <a:gd name="connsiteX224" fmla="*/ 2657304 w 5470628"/>
              <a:gd name="connsiteY224" fmla="*/ 624913 h 3193741"/>
              <a:gd name="connsiteX225" fmla="*/ 4235818 w 5470628"/>
              <a:gd name="connsiteY225" fmla="*/ 259339 h 3193741"/>
              <a:gd name="connsiteX226" fmla="*/ 4460331 w 5470628"/>
              <a:gd name="connsiteY226" fmla="*/ 176864 h 3193741"/>
              <a:gd name="connsiteX227" fmla="*/ 4499578 w 5470628"/>
              <a:gd name="connsiteY227" fmla="*/ 186791 h 3193741"/>
              <a:gd name="connsiteX228" fmla="*/ 4514640 w 5470628"/>
              <a:gd name="connsiteY228" fmla="*/ 188841 h 3193741"/>
              <a:gd name="connsiteX229" fmla="*/ 4516523 w 5470628"/>
              <a:gd name="connsiteY229" fmla="*/ 189988 h 3193741"/>
              <a:gd name="connsiteX230" fmla="*/ 4518126 w 5470628"/>
              <a:gd name="connsiteY230" fmla="*/ 189316 h 3193741"/>
              <a:gd name="connsiteX231" fmla="*/ 4514640 w 5470628"/>
              <a:gd name="connsiteY231" fmla="*/ 188841 h 3193741"/>
              <a:gd name="connsiteX232" fmla="*/ 4511569 w 5470628"/>
              <a:gd name="connsiteY232" fmla="*/ 186970 h 3193741"/>
              <a:gd name="connsiteX233" fmla="*/ 4510888 w 5470628"/>
              <a:gd name="connsiteY233" fmla="*/ 180943 h 3193741"/>
              <a:gd name="connsiteX234" fmla="*/ 4531865 w 5470628"/>
              <a:gd name="connsiteY234" fmla="*/ 155151 h 3193741"/>
              <a:gd name="connsiteX235" fmla="*/ 4573441 w 5470628"/>
              <a:gd name="connsiteY235" fmla="*/ 139676 h 3193741"/>
              <a:gd name="connsiteX236" fmla="*/ 4594964 w 5470628"/>
              <a:gd name="connsiteY236" fmla="*/ 145847 h 3193741"/>
              <a:gd name="connsiteX237" fmla="*/ 4623059 w 5470628"/>
              <a:gd name="connsiteY237" fmla="*/ 152410 h 3193741"/>
              <a:gd name="connsiteX238" fmla="*/ 4748356 w 5470628"/>
              <a:gd name="connsiteY238" fmla="*/ 68192 h 3193741"/>
              <a:gd name="connsiteX239" fmla="*/ 4833812 w 5470628"/>
              <a:gd name="connsiteY239" fmla="*/ 8017 h 3193741"/>
              <a:gd name="connsiteX240" fmla="*/ 4850908 w 5470628"/>
              <a:gd name="connsiteY240" fmla="*/ 727 h 3193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</a:cxnLst>
            <a:rect l="l" t="t" r="r" b="b"/>
            <a:pathLst>
              <a:path w="5470628" h="3193741">
                <a:moveTo>
                  <a:pt x="5462602" y="1413608"/>
                </a:moveTo>
                <a:lnTo>
                  <a:pt x="5465724" y="1421881"/>
                </a:lnTo>
                <a:cubicBezTo>
                  <a:pt x="5472118" y="1444281"/>
                  <a:pt x="5472640" y="1461744"/>
                  <a:pt x="5465025" y="1466556"/>
                </a:cubicBezTo>
                <a:lnTo>
                  <a:pt x="5463208" y="1466226"/>
                </a:lnTo>
                <a:lnTo>
                  <a:pt x="5463242" y="1451866"/>
                </a:lnTo>
                <a:cubicBezTo>
                  <a:pt x="5463190" y="1441487"/>
                  <a:pt x="5463068" y="1431722"/>
                  <a:pt x="5462894" y="1423194"/>
                </a:cubicBezTo>
                <a:close/>
                <a:moveTo>
                  <a:pt x="5461417" y="1391849"/>
                </a:moveTo>
                <a:cubicBezTo>
                  <a:pt x="5461710" y="1392940"/>
                  <a:pt x="5461992" y="1396513"/>
                  <a:pt x="5462246" y="1401944"/>
                </a:cubicBezTo>
                <a:lnTo>
                  <a:pt x="5462602" y="1413608"/>
                </a:lnTo>
                <a:lnTo>
                  <a:pt x="5459078" y="1404268"/>
                </a:lnTo>
                <a:lnTo>
                  <a:pt x="5460137" y="1393780"/>
                </a:lnTo>
                <a:cubicBezTo>
                  <a:pt x="5460561" y="1391114"/>
                  <a:pt x="5460982" y="1390270"/>
                  <a:pt x="5461417" y="1391849"/>
                </a:cubicBezTo>
                <a:close/>
                <a:moveTo>
                  <a:pt x="614271" y="1052206"/>
                </a:moveTo>
                <a:cubicBezTo>
                  <a:pt x="613444" y="1053256"/>
                  <a:pt x="612323" y="1054339"/>
                  <a:pt x="611497" y="1055389"/>
                </a:cubicBezTo>
                <a:cubicBezTo>
                  <a:pt x="617673" y="1058912"/>
                  <a:pt x="624115" y="1061928"/>
                  <a:pt x="630277" y="1065215"/>
                </a:cubicBezTo>
                <a:cubicBezTo>
                  <a:pt x="637469" y="1066004"/>
                  <a:pt x="644958" y="1066759"/>
                  <a:pt x="651856" y="1067584"/>
                </a:cubicBezTo>
                <a:cubicBezTo>
                  <a:pt x="639327" y="1062458"/>
                  <a:pt x="626799" y="1057332"/>
                  <a:pt x="614271" y="1052206"/>
                </a:cubicBezTo>
                <a:close/>
                <a:moveTo>
                  <a:pt x="810628" y="695550"/>
                </a:moveTo>
                <a:cubicBezTo>
                  <a:pt x="873537" y="739416"/>
                  <a:pt x="951215" y="767494"/>
                  <a:pt x="1033084" y="791270"/>
                </a:cubicBezTo>
                <a:cubicBezTo>
                  <a:pt x="1034205" y="790184"/>
                  <a:pt x="1035031" y="789136"/>
                  <a:pt x="1036153" y="788050"/>
                </a:cubicBezTo>
                <a:cubicBezTo>
                  <a:pt x="960983" y="757296"/>
                  <a:pt x="885798" y="726306"/>
                  <a:pt x="810628" y="695550"/>
                </a:cubicBezTo>
                <a:close/>
                <a:moveTo>
                  <a:pt x="4850908" y="727"/>
                </a:moveTo>
                <a:cubicBezTo>
                  <a:pt x="4858191" y="2929"/>
                  <a:pt x="4860543" y="7152"/>
                  <a:pt x="4858584" y="13795"/>
                </a:cubicBezTo>
                <a:cubicBezTo>
                  <a:pt x="4855845" y="22194"/>
                  <a:pt x="4850092" y="30008"/>
                  <a:pt x="4843408" y="37224"/>
                </a:cubicBezTo>
                <a:cubicBezTo>
                  <a:pt x="4812232" y="71132"/>
                  <a:pt x="4827067" y="79774"/>
                  <a:pt x="4871062" y="78954"/>
                </a:cubicBezTo>
                <a:cubicBezTo>
                  <a:pt x="4910302" y="78234"/>
                  <a:pt x="4949507" y="72299"/>
                  <a:pt x="4989038" y="66799"/>
                </a:cubicBezTo>
                <a:cubicBezTo>
                  <a:pt x="5008500" y="63967"/>
                  <a:pt x="5009491" y="65509"/>
                  <a:pt x="5002636" y="79388"/>
                </a:cubicBezTo>
                <a:cubicBezTo>
                  <a:pt x="4991594" y="102315"/>
                  <a:pt x="4990844" y="123285"/>
                  <a:pt x="5008332" y="140859"/>
                </a:cubicBezTo>
                <a:cubicBezTo>
                  <a:pt x="5012456" y="144868"/>
                  <a:pt x="5015428" y="149491"/>
                  <a:pt x="5014326" y="155555"/>
                </a:cubicBezTo>
                <a:cubicBezTo>
                  <a:pt x="5009356" y="180357"/>
                  <a:pt x="5019874" y="200674"/>
                  <a:pt x="5030704" y="221190"/>
                </a:cubicBezTo>
                <a:cubicBezTo>
                  <a:pt x="5048958" y="255517"/>
                  <a:pt x="5072099" y="287116"/>
                  <a:pt x="5097262" y="317759"/>
                </a:cubicBezTo>
                <a:cubicBezTo>
                  <a:pt x="5115004" y="339336"/>
                  <a:pt x="5126222" y="365974"/>
                  <a:pt x="5165084" y="373367"/>
                </a:cubicBezTo>
                <a:cubicBezTo>
                  <a:pt x="5174420" y="375083"/>
                  <a:pt x="5177498" y="381353"/>
                  <a:pt x="5174137" y="389353"/>
                </a:cubicBezTo>
                <a:cubicBezTo>
                  <a:pt x="5163026" y="415847"/>
                  <a:pt x="5172067" y="436343"/>
                  <a:pt x="5192507" y="453561"/>
                </a:cubicBezTo>
                <a:cubicBezTo>
                  <a:pt x="5199734" y="459565"/>
                  <a:pt x="5197020" y="463690"/>
                  <a:pt x="5187160" y="467732"/>
                </a:cubicBezTo>
                <a:cubicBezTo>
                  <a:pt x="5175836" y="472188"/>
                  <a:pt x="5167025" y="478711"/>
                  <a:pt x="5160106" y="486904"/>
                </a:cubicBezTo>
                <a:cubicBezTo>
                  <a:pt x="5148744" y="500143"/>
                  <a:pt x="5143396" y="514315"/>
                  <a:pt x="5138948" y="528614"/>
                </a:cubicBezTo>
                <a:cubicBezTo>
                  <a:pt x="5132042" y="551041"/>
                  <a:pt x="5123894" y="572670"/>
                  <a:pt x="5097016" y="589923"/>
                </a:cubicBezTo>
                <a:cubicBezTo>
                  <a:pt x="5089016" y="595163"/>
                  <a:pt x="5082598" y="601872"/>
                  <a:pt x="5075869" y="608381"/>
                </a:cubicBezTo>
                <a:cubicBezTo>
                  <a:pt x="5078016" y="614052"/>
                  <a:pt x="5083322" y="617918"/>
                  <a:pt x="5093172" y="618385"/>
                </a:cubicBezTo>
                <a:cubicBezTo>
                  <a:pt x="5155867" y="621469"/>
                  <a:pt x="5153088" y="652648"/>
                  <a:pt x="5153518" y="687474"/>
                </a:cubicBezTo>
                <a:cubicBezTo>
                  <a:pt x="5154177" y="730575"/>
                  <a:pt x="5118812" y="754787"/>
                  <a:pt x="5074984" y="776941"/>
                </a:cubicBezTo>
                <a:cubicBezTo>
                  <a:pt x="5059986" y="784451"/>
                  <a:pt x="5038116" y="786863"/>
                  <a:pt x="5033348" y="805473"/>
                </a:cubicBezTo>
                <a:cubicBezTo>
                  <a:pt x="5059529" y="819384"/>
                  <a:pt x="5089376" y="802009"/>
                  <a:pt x="5116847" y="803426"/>
                </a:cubicBezTo>
                <a:cubicBezTo>
                  <a:pt x="5139548" y="804709"/>
                  <a:pt x="5176330" y="798120"/>
                  <a:pt x="5147902" y="833118"/>
                </a:cubicBezTo>
                <a:cubicBezTo>
                  <a:pt x="5139626" y="843373"/>
                  <a:pt x="5150382" y="848714"/>
                  <a:pt x="5161665" y="848297"/>
                </a:cubicBezTo>
                <a:cubicBezTo>
                  <a:pt x="5253064" y="844106"/>
                  <a:pt x="5215170" y="912756"/>
                  <a:pt x="5246520" y="942412"/>
                </a:cubicBezTo>
                <a:cubicBezTo>
                  <a:pt x="5255359" y="950358"/>
                  <a:pt x="5247812" y="967405"/>
                  <a:pt x="5235368" y="972946"/>
                </a:cubicBezTo>
                <a:cubicBezTo>
                  <a:pt x="5156387" y="1008610"/>
                  <a:pt x="5149354" y="1071149"/>
                  <a:pt x="5113739" y="1128845"/>
                </a:cubicBezTo>
                <a:cubicBezTo>
                  <a:pt x="5157305" y="1144685"/>
                  <a:pt x="5208388" y="1143005"/>
                  <a:pt x="5255034" y="1151117"/>
                </a:cubicBezTo>
                <a:cubicBezTo>
                  <a:pt x="5303482" y="1159484"/>
                  <a:pt x="5304156" y="1170079"/>
                  <a:pt x="5267513" y="1216275"/>
                </a:cubicBezTo>
                <a:cubicBezTo>
                  <a:pt x="5370269" y="1212844"/>
                  <a:pt x="5370269" y="1212844"/>
                  <a:pt x="5343113" y="1281854"/>
                </a:cubicBezTo>
                <a:cubicBezTo>
                  <a:pt x="5386272" y="1279593"/>
                  <a:pt x="5428618" y="1334726"/>
                  <a:pt x="5452014" y="1385543"/>
                </a:cubicBezTo>
                <a:lnTo>
                  <a:pt x="5459078" y="1404268"/>
                </a:lnTo>
                <a:lnTo>
                  <a:pt x="5458838" y="1406644"/>
                </a:lnTo>
                <a:cubicBezTo>
                  <a:pt x="5457942" y="1418063"/>
                  <a:pt x="5456960" y="1434367"/>
                  <a:pt x="5455752" y="1450751"/>
                </a:cubicBezTo>
                <a:lnTo>
                  <a:pt x="5454594" y="1464662"/>
                </a:lnTo>
                <a:lnTo>
                  <a:pt x="5447215" y="1463321"/>
                </a:lnTo>
                <a:cubicBezTo>
                  <a:pt x="5441256" y="1459714"/>
                  <a:pt x="5437002" y="1458345"/>
                  <a:pt x="5433934" y="1458428"/>
                </a:cubicBezTo>
                <a:cubicBezTo>
                  <a:pt x="5424728" y="1458676"/>
                  <a:pt x="5426188" y="1471978"/>
                  <a:pt x="5424276" y="1477014"/>
                </a:cubicBezTo>
                <a:cubicBezTo>
                  <a:pt x="5417851" y="1492977"/>
                  <a:pt x="5433852" y="1501241"/>
                  <a:pt x="5444628" y="1511562"/>
                </a:cubicBezTo>
                <a:cubicBezTo>
                  <a:pt x="5448663" y="1515344"/>
                  <a:pt x="5451544" y="1497678"/>
                  <a:pt x="5453752" y="1474786"/>
                </a:cubicBezTo>
                <a:lnTo>
                  <a:pt x="5454594" y="1464662"/>
                </a:lnTo>
                <a:lnTo>
                  <a:pt x="5463208" y="1466226"/>
                </a:lnTo>
                <a:lnTo>
                  <a:pt x="5463164" y="1484226"/>
                </a:lnTo>
                <a:cubicBezTo>
                  <a:pt x="5462722" y="1528173"/>
                  <a:pt x="5460824" y="1571999"/>
                  <a:pt x="5456160" y="1575885"/>
                </a:cubicBezTo>
                <a:cubicBezTo>
                  <a:pt x="5406708" y="1617226"/>
                  <a:pt x="5442751" y="1692579"/>
                  <a:pt x="5345636" y="1714543"/>
                </a:cubicBezTo>
                <a:cubicBezTo>
                  <a:pt x="5301930" y="1724583"/>
                  <a:pt x="5282493" y="1755882"/>
                  <a:pt x="5251319" y="1775792"/>
                </a:cubicBezTo>
                <a:cubicBezTo>
                  <a:pt x="5142610" y="1844714"/>
                  <a:pt x="5072132" y="1925140"/>
                  <a:pt x="5043512" y="2027305"/>
                </a:cubicBezTo>
                <a:cubicBezTo>
                  <a:pt x="5035488" y="2055562"/>
                  <a:pt x="5000258" y="2081893"/>
                  <a:pt x="4978144" y="2108535"/>
                </a:cubicBezTo>
                <a:cubicBezTo>
                  <a:pt x="4990785" y="2124798"/>
                  <a:pt x="5050411" y="2079615"/>
                  <a:pt x="5031476" y="2128173"/>
                </a:cubicBezTo>
                <a:cubicBezTo>
                  <a:pt x="5017138" y="2164787"/>
                  <a:pt x="4975973" y="2191363"/>
                  <a:pt x="4937389" y="2216441"/>
                </a:cubicBezTo>
                <a:cubicBezTo>
                  <a:pt x="4893079" y="2245058"/>
                  <a:pt x="4843760" y="2269776"/>
                  <a:pt x="4826122" y="2315331"/>
                </a:cubicBezTo>
                <a:cubicBezTo>
                  <a:pt x="4822276" y="2325050"/>
                  <a:pt x="3896510" y="3112888"/>
                  <a:pt x="2544647" y="3190975"/>
                </a:cubicBezTo>
                <a:cubicBezTo>
                  <a:pt x="2323734" y="3203734"/>
                  <a:pt x="1445947" y="3169121"/>
                  <a:pt x="1328257" y="3153006"/>
                </a:cubicBezTo>
                <a:cubicBezTo>
                  <a:pt x="1207258" y="3136344"/>
                  <a:pt x="1101756" y="3091943"/>
                  <a:pt x="977943" y="3082502"/>
                </a:cubicBezTo>
                <a:cubicBezTo>
                  <a:pt x="912454" y="3077622"/>
                  <a:pt x="848655" y="3061861"/>
                  <a:pt x="854473" y="2994250"/>
                </a:cubicBezTo>
                <a:cubicBezTo>
                  <a:pt x="856228" y="2975057"/>
                  <a:pt x="838125" y="2961827"/>
                  <a:pt x="811593" y="2970498"/>
                </a:cubicBezTo>
                <a:cubicBezTo>
                  <a:pt x="761454" y="2987010"/>
                  <a:pt x="736680" y="2962489"/>
                  <a:pt x="707024" y="2945439"/>
                </a:cubicBezTo>
                <a:cubicBezTo>
                  <a:pt x="654509" y="2915262"/>
                  <a:pt x="603913" y="2882480"/>
                  <a:pt x="523487" y="2886053"/>
                </a:cubicBezTo>
                <a:cubicBezTo>
                  <a:pt x="537017" y="2855468"/>
                  <a:pt x="563587" y="2856758"/>
                  <a:pt x="587884" y="2859746"/>
                </a:cubicBezTo>
                <a:cubicBezTo>
                  <a:pt x="652090" y="2867866"/>
                  <a:pt x="715235" y="2878012"/>
                  <a:pt x="779426" y="2885897"/>
                </a:cubicBezTo>
                <a:cubicBezTo>
                  <a:pt x="821123" y="2891048"/>
                  <a:pt x="863074" y="2900202"/>
                  <a:pt x="917288" y="2882248"/>
                </a:cubicBezTo>
                <a:cubicBezTo>
                  <a:pt x="866364" y="2830288"/>
                  <a:pt x="785092" y="2829930"/>
                  <a:pt x="718684" y="2819941"/>
                </a:cubicBezTo>
                <a:cubicBezTo>
                  <a:pt x="635747" y="2807447"/>
                  <a:pt x="584925" y="2771133"/>
                  <a:pt x="524650" y="2731220"/>
                </a:cubicBezTo>
                <a:cubicBezTo>
                  <a:pt x="584180" y="2712621"/>
                  <a:pt x="623299" y="2742760"/>
                  <a:pt x="670138" y="2735189"/>
                </a:cubicBezTo>
                <a:cubicBezTo>
                  <a:pt x="672406" y="2728745"/>
                  <a:pt x="675988" y="2719532"/>
                  <a:pt x="675382" y="2719369"/>
                </a:cubicBezTo>
                <a:cubicBezTo>
                  <a:pt x="596666" y="2703042"/>
                  <a:pt x="557844" y="2658869"/>
                  <a:pt x="542021" y="2601946"/>
                </a:cubicBezTo>
                <a:cubicBezTo>
                  <a:pt x="533902" y="2572560"/>
                  <a:pt x="505246" y="2566541"/>
                  <a:pt x="476895" y="2555976"/>
                </a:cubicBezTo>
                <a:cubicBezTo>
                  <a:pt x="377189" y="2518466"/>
                  <a:pt x="272496" y="2486779"/>
                  <a:pt x="188751" y="2428830"/>
                </a:cubicBezTo>
                <a:cubicBezTo>
                  <a:pt x="280875" y="2426687"/>
                  <a:pt x="357216" y="2461808"/>
                  <a:pt x="456762" y="2468731"/>
                </a:cubicBezTo>
                <a:cubicBezTo>
                  <a:pt x="373794" y="2404281"/>
                  <a:pt x="269816" y="2379152"/>
                  <a:pt x="174514" y="2345378"/>
                </a:cubicBezTo>
                <a:cubicBezTo>
                  <a:pt x="130977" y="2330009"/>
                  <a:pt x="90329" y="2308598"/>
                  <a:pt x="38827" y="2303685"/>
                </a:cubicBezTo>
                <a:cubicBezTo>
                  <a:pt x="20556" y="2301864"/>
                  <a:pt x="-10092" y="2297272"/>
                  <a:pt x="3281" y="2273587"/>
                </a:cubicBezTo>
                <a:cubicBezTo>
                  <a:pt x="14533" y="2253956"/>
                  <a:pt x="39095" y="2256437"/>
                  <a:pt x="61590" y="2259170"/>
                </a:cubicBezTo>
                <a:cubicBezTo>
                  <a:pt x="115591" y="2265916"/>
                  <a:pt x="170539" y="2259497"/>
                  <a:pt x="242291" y="2250569"/>
                </a:cubicBezTo>
                <a:cubicBezTo>
                  <a:pt x="178223" y="2197829"/>
                  <a:pt x="68904" y="2229102"/>
                  <a:pt x="13205" y="2172263"/>
                </a:cubicBezTo>
                <a:cubicBezTo>
                  <a:pt x="77196" y="2153598"/>
                  <a:pt x="128251" y="2170191"/>
                  <a:pt x="180810" y="2168333"/>
                </a:cubicBezTo>
                <a:cubicBezTo>
                  <a:pt x="228319" y="2166612"/>
                  <a:pt x="239444" y="2154350"/>
                  <a:pt x="226020" y="2121100"/>
                </a:cubicBezTo>
                <a:cubicBezTo>
                  <a:pt x="205165" y="2069293"/>
                  <a:pt x="229388" y="2038364"/>
                  <a:pt x="299145" y="2044862"/>
                </a:cubicBezTo>
                <a:cubicBezTo>
                  <a:pt x="363822" y="2051027"/>
                  <a:pt x="369032" y="2029991"/>
                  <a:pt x="350236" y="2001187"/>
                </a:cubicBezTo>
                <a:cubicBezTo>
                  <a:pt x="322862" y="1959187"/>
                  <a:pt x="348423" y="1921214"/>
                  <a:pt x="365223" y="1881218"/>
                </a:cubicBezTo>
                <a:cubicBezTo>
                  <a:pt x="390527" y="1820499"/>
                  <a:pt x="376326" y="1793748"/>
                  <a:pt x="310707" y="1758752"/>
                </a:cubicBezTo>
                <a:cubicBezTo>
                  <a:pt x="273754" y="1739265"/>
                  <a:pt x="234367" y="1723631"/>
                  <a:pt x="181659" y="1709137"/>
                </a:cubicBezTo>
                <a:cubicBezTo>
                  <a:pt x="299387" y="1683727"/>
                  <a:pt x="172918" y="1660608"/>
                  <a:pt x="213063" y="1632021"/>
                </a:cubicBezTo>
                <a:cubicBezTo>
                  <a:pt x="296030" y="1612244"/>
                  <a:pt x="369047" y="1679323"/>
                  <a:pt x="481390" y="1644125"/>
                </a:cubicBezTo>
                <a:cubicBezTo>
                  <a:pt x="336659" y="1595935"/>
                  <a:pt x="176348" y="1532074"/>
                  <a:pt x="68930" y="1457537"/>
                </a:cubicBezTo>
                <a:cubicBezTo>
                  <a:pt x="91299" y="1434897"/>
                  <a:pt x="115799" y="1450436"/>
                  <a:pt x="135138" y="1440976"/>
                </a:cubicBezTo>
                <a:cubicBezTo>
                  <a:pt x="133952" y="1436374"/>
                  <a:pt x="135290" y="1429332"/>
                  <a:pt x="131611" y="1427642"/>
                </a:cubicBezTo>
                <a:cubicBezTo>
                  <a:pt x="52402" y="1389548"/>
                  <a:pt x="51441" y="1388478"/>
                  <a:pt x="130443" y="1343795"/>
                </a:cubicBezTo>
                <a:cubicBezTo>
                  <a:pt x="158017" y="1328118"/>
                  <a:pt x="154966" y="1317573"/>
                  <a:pt x="138930" y="1304094"/>
                </a:cubicBezTo>
                <a:cubicBezTo>
                  <a:pt x="127608" y="1294551"/>
                  <a:pt x="113720" y="1286742"/>
                  <a:pt x="118409" y="1262212"/>
                </a:cubicBezTo>
                <a:cubicBezTo>
                  <a:pt x="164937" y="1287183"/>
                  <a:pt x="383505" y="1312432"/>
                  <a:pt x="421410" y="1304757"/>
                </a:cubicBezTo>
                <a:cubicBezTo>
                  <a:pt x="464009" y="1296037"/>
                  <a:pt x="610877" y="1288926"/>
                  <a:pt x="655702" y="1291801"/>
                </a:cubicBezTo>
                <a:cubicBezTo>
                  <a:pt x="653235" y="1290438"/>
                  <a:pt x="650767" y="1289077"/>
                  <a:pt x="648299" y="1287715"/>
                </a:cubicBezTo>
                <a:cubicBezTo>
                  <a:pt x="603999" y="1260339"/>
                  <a:pt x="559107" y="1233035"/>
                  <a:pt x="531027" y="1193967"/>
                </a:cubicBezTo>
                <a:cubicBezTo>
                  <a:pt x="529741" y="1192462"/>
                  <a:pt x="529061" y="1191120"/>
                  <a:pt x="526433" y="1191913"/>
                </a:cubicBezTo>
                <a:cubicBezTo>
                  <a:pt x="503415" y="1199684"/>
                  <a:pt x="505590" y="1187083"/>
                  <a:pt x="504666" y="1177230"/>
                </a:cubicBezTo>
                <a:cubicBezTo>
                  <a:pt x="503726" y="1167141"/>
                  <a:pt x="499378" y="1159602"/>
                  <a:pt x="482307" y="1162618"/>
                </a:cubicBezTo>
                <a:cubicBezTo>
                  <a:pt x="481421" y="1162726"/>
                  <a:pt x="480226" y="1162633"/>
                  <a:pt x="479029" y="1162540"/>
                </a:cubicBezTo>
                <a:cubicBezTo>
                  <a:pt x="470949" y="1161859"/>
                  <a:pt x="444139" y="1138059"/>
                  <a:pt x="447663" y="1132649"/>
                </a:cubicBezTo>
                <a:cubicBezTo>
                  <a:pt x="455539" y="1120781"/>
                  <a:pt x="446335" y="1116439"/>
                  <a:pt x="438547" y="1110977"/>
                </a:cubicBezTo>
                <a:cubicBezTo>
                  <a:pt x="427656" y="1103517"/>
                  <a:pt x="416795" y="1096529"/>
                  <a:pt x="405343" y="1089612"/>
                </a:cubicBezTo>
                <a:cubicBezTo>
                  <a:pt x="394202" y="1082895"/>
                  <a:pt x="382794" y="1076684"/>
                  <a:pt x="371373" y="1070238"/>
                </a:cubicBezTo>
                <a:cubicBezTo>
                  <a:pt x="344889" y="1065616"/>
                  <a:pt x="318169" y="1061972"/>
                  <a:pt x="290358" y="1059884"/>
                </a:cubicBezTo>
                <a:cubicBezTo>
                  <a:pt x="269709" y="1058114"/>
                  <a:pt x="246624" y="1055453"/>
                  <a:pt x="235140" y="1029322"/>
                </a:cubicBezTo>
                <a:cubicBezTo>
                  <a:pt x="256895" y="1029771"/>
                  <a:pt x="278695" y="1030927"/>
                  <a:pt x="300494" y="1032083"/>
                </a:cubicBezTo>
                <a:cubicBezTo>
                  <a:pt x="279542" y="1020860"/>
                  <a:pt x="259181" y="1009565"/>
                  <a:pt x="239661" y="997457"/>
                </a:cubicBezTo>
                <a:cubicBezTo>
                  <a:pt x="223540" y="987309"/>
                  <a:pt x="210281" y="975391"/>
                  <a:pt x="204788" y="959211"/>
                </a:cubicBezTo>
                <a:cubicBezTo>
                  <a:pt x="203337" y="955117"/>
                  <a:pt x="202166" y="950750"/>
                  <a:pt x="207583" y="947009"/>
                </a:cubicBezTo>
                <a:cubicBezTo>
                  <a:pt x="213561" y="942727"/>
                  <a:pt x="218466" y="944980"/>
                  <a:pt x="223061" y="947033"/>
                </a:cubicBezTo>
                <a:cubicBezTo>
                  <a:pt x="242046" y="955410"/>
                  <a:pt x="261311" y="963516"/>
                  <a:pt x="280015" y="972164"/>
                </a:cubicBezTo>
                <a:cubicBezTo>
                  <a:pt x="304852" y="983629"/>
                  <a:pt x="329408" y="995365"/>
                  <a:pt x="353948" y="1006865"/>
                </a:cubicBezTo>
                <a:cubicBezTo>
                  <a:pt x="319294" y="981405"/>
                  <a:pt x="281290" y="959435"/>
                  <a:pt x="240466" y="939943"/>
                </a:cubicBezTo>
                <a:cubicBezTo>
                  <a:pt x="210990" y="925718"/>
                  <a:pt x="181514" y="911494"/>
                  <a:pt x="158812" y="891467"/>
                </a:cubicBezTo>
                <a:cubicBezTo>
                  <a:pt x="147166" y="881489"/>
                  <a:pt x="141336" y="869384"/>
                  <a:pt x="139551" y="855364"/>
                </a:cubicBezTo>
                <a:cubicBezTo>
                  <a:pt x="139312" y="851597"/>
                  <a:pt x="139634" y="847287"/>
                  <a:pt x="145731" y="844888"/>
                </a:cubicBezTo>
                <a:cubicBezTo>
                  <a:pt x="151843" y="842724"/>
                  <a:pt x="155581" y="845356"/>
                  <a:pt x="158154" y="848366"/>
                </a:cubicBezTo>
                <a:cubicBezTo>
                  <a:pt x="161052" y="851811"/>
                  <a:pt x="164496" y="854479"/>
                  <a:pt x="169370" y="856260"/>
                </a:cubicBezTo>
                <a:cubicBezTo>
                  <a:pt x="212096" y="872913"/>
                  <a:pt x="249775" y="894448"/>
                  <a:pt x="288295" y="915169"/>
                </a:cubicBezTo>
                <a:cubicBezTo>
                  <a:pt x="343452" y="944788"/>
                  <a:pt x="397769" y="975222"/>
                  <a:pt x="462694" y="994643"/>
                </a:cubicBezTo>
                <a:cubicBezTo>
                  <a:pt x="487260" y="1001870"/>
                  <a:pt x="512622" y="1007575"/>
                  <a:pt x="531910" y="1006664"/>
                </a:cubicBezTo>
                <a:cubicBezTo>
                  <a:pt x="460990" y="972547"/>
                  <a:pt x="394087" y="936046"/>
                  <a:pt x="333940" y="893507"/>
                </a:cubicBezTo>
                <a:cubicBezTo>
                  <a:pt x="273173" y="850568"/>
                  <a:pt x="219876" y="803403"/>
                  <a:pt x="181443" y="746608"/>
                </a:cubicBezTo>
                <a:cubicBezTo>
                  <a:pt x="177494" y="740681"/>
                  <a:pt x="175038" y="734810"/>
                  <a:pt x="162678" y="737018"/>
                </a:cubicBezTo>
                <a:cubicBezTo>
                  <a:pt x="157082" y="737933"/>
                  <a:pt x="155070" y="734381"/>
                  <a:pt x="156307" y="730435"/>
                </a:cubicBezTo>
                <a:cubicBezTo>
                  <a:pt x="164051" y="702450"/>
                  <a:pt x="145532" y="687373"/>
                  <a:pt x="117227" y="677515"/>
                </a:cubicBezTo>
                <a:cubicBezTo>
                  <a:pt x="108392" y="674314"/>
                  <a:pt x="107546" y="670384"/>
                  <a:pt x="113655" y="663474"/>
                </a:cubicBezTo>
                <a:cubicBezTo>
                  <a:pt x="121976" y="653926"/>
                  <a:pt x="120506" y="644851"/>
                  <a:pt x="115226" y="636712"/>
                </a:cubicBezTo>
                <a:cubicBezTo>
                  <a:pt x="112224" y="631619"/>
                  <a:pt x="108350" y="626868"/>
                  <a:pt x="105067" y="622046"/>
                </a:cubicBezTo>
                <a:cubicBezTo>
                  <a:pt x="102790" y="619000"/>
                  <a:pt x="99022" y="615897"/>
                  <a:pt x="104113" y="611722"/>
                </a:cubicBezTo>
                <a:cubicBezTo>
                  <a:pt x="108939" y="608053"/>
                  <a:pt x="114081" y="609328"/>
                  <a:pt x="118895" y="610169"/>
                </a:cubicBezTo>
                <a:cubicBezTo>
                  <a:pt x="142040" y="613772"/>
                  <a:pt x="156094" y="624170"/>
                  <a:pt x="163095" y="640642"/>
                </a:cubicBezTo>
                <a:cubicBezTo>
                  <a:pt x="168334" y="652819"/>
                  <a:pt x="173104" y="652953"/>
                  <a:pt x="185766" y="641454"/>
                </a:cubicBezTo>
                <a:cubicBezTo>
                  <a:pt x="195327" y="632704"/>
                  <a:pt x="204232" y="632337"/>
                  <a:pt x="212892" y="637457"/>
                </a:cubicBezTo>
                <a:cubicBezTo>
                  <a:pt x="217516" y="639981"/>
                  <a:pt x="220444" y="643897"/>
                  <a:pt x="223932" y="647271"/>
                </a:cubicBezTo>
                <a:cubicBezTo>
                  <a:pt x="241420" y="664845"/>
                  <a:pt x="259762" y="681841"/>
                  <a:pt x="287167" y="691571"/>
                </a:cubicBezTo>
                <a:cubicBezTo>
                  <a:pt x="299355" y="696027"/>
                  <a:pt x="312354" y="699197"/>
                  <a:pt x="330380" y="692506"/>
                </a:cubicBezTo>
                <a:cubicBezTo>
                  <a:pt x="318517" y="688486"/>
                  <a:pt x="306954" y="689175"/>
                  <a:pt x="296172" y="688108"/>
                </a:cubicBezTo>
                <a:cubicBezTo>
                  <a:pt x="285390" y="687041"/>
                  <a:pt x="279539" y="683953"/>
                  <a:pt x="286974" y="674512"/>
                </a:cubicBezTo>
                <a:cubicBezTo>
                  <a:pt x="291105" y="669267"/>
                  <a:pt x="290555" y="665301"/>
                  <a:pt x="286166" y="661798"/>
                </a:cubicBezTo>
                <a:cubicBezTo>
                  <a:pt x="272052" y="650459"/>
                  <a:pt x="264416" y="633352"/>
                  <a:pt x="236268" y="635338"/>
                </a:cubicBezTo>
                <a:cubicBezTo>
                  <a:pt x="234792" y="635517"/>
                  <a:pt x="233255" y="634754"/>
                  <a:pt x="231734" y="634225"/>
                </a:cubicBezTo>
                <a:cubicBezTo>
                  <a:pt x="225957" y="632316"/>
                  <a:pt x="219575" y="630241"/>
                  <a:pt x="221253" y="623870"/>
                </a:cubicBezTo>
                <a:cubicBezTo>
                  <a:pt x="223227" y="617462"/>
                  <a:pt x="230816" y="615119"/>
                  <a:pt x="237564" y="613590"/>
                </a:cubicBezTo>
                <a:cubicBezTo>
                  <a:pt x="254884" y="609831"/>
                  <a:pt x="268844" y="614072"/>
                  <a:pt x="282259" y="619091"/>
                </a:cubicBezTo>
                <a:cubicBezTo>
                  <a:pt x="314893" y="631509"/>
                  <a:pt x="342201" y="649080"/>
                  <a:pt x="370630" y="665566"/>
                </a:cubicBezTo>
                <a:cubicBezTo>
                  <a:pt x="413275" y="690295"/>
                  <a:pt x="451153" y="719635"/>
                  <a:pt x="498017" y="740532"/>
                </a:cubicBezTo>
                <a:cubicBezTo>
                  <a:pt x="637369" y="802423"/>
                  <a:pt x="774774" y="866448"/>
                  <a:pt x="918036" y="924307"/>
                </a:cubicBezTo>
                <a:cubicBezTo>
                  <a:pt x="970882" y="945666"/>
                  <a:pt x="1024819" y="965469"/>
                  <a:pt x="1079304" y="984494"/>
                </a:cubicBezTo>
                <a:cubicBezTo>
                  <a:pt x="1079509" y="983045"/>
                  <a:pt x="1079744" y="982067"/>
                  <a:pt x="1079935" y="980383"/>
                </a:cubicBezTo>
                <a:cubicBezTo>
                  <a:pt x="1079860" y="979206"/>
                  <a:pt x="1079770" y="977793"/>
                  <a:pt x="1079695" y="976616"/>
                </a:cubicBezTo>
                <a:cubicBezTo>
                  <a:pt x="1041139" y="964679"/>
                  <a:pt x="1003098" y="951491"/>
                  <a:pt x="966178" y="937219"/>
                </a:cubicBezTo>
                <a:cubicBezTo>
                  <a:pt x="875541" y="901932"/>
                  <a:pt x="791930" y="860100"/>
                  <a:pt x="720106" y="807112"/>
                </a:cubicBezTo>
                <a:cubicBezTo>
                  <a:pt x="714181" y="802848"/>
                  <a:pt x="707904" y="802421"/>
                  <a:pt x="698823" y="804708"/>
                </a:cubicBezTo>
                <a:cubicBezTo>
                  <a:pt x="669544" y="812288"/>
                  <a:pt x="659939" y="806334"/>
                  <a:pt x="664513" y="784663"/>
                </a:cubicBezTo>
                <a:cubicBezTo>
                  <a:pt x="665660" y="779304"/>
                  <a:pt x="665686" y="775031"/>
                  <a:pt x="660380" y="771165"/>
                </a:cubicBezTo>
                <a:cubicBezTo>
                  <a:pt x="636661" y="753871"/>
                  <a:pt x="611807" y="737427"/>
                  <a:pt x="584959" y="722409"/>
                </a:cubicBezTo>
                <a:cubicBezTo>
                  <a:pt x="535282" y="694735"/>
                  <a:pt x="482226" y="670082"/>
                  <a:pt x="435649" y="639659"/>
                </a:cubicBezTo>
                <a:cubicBezTo>
                  <a:pt x="421965" y="630403"/>
                  <a:pt x="411440" y="619340"/>
                  <a:pt x="404944" y="606128"/>
                </a:cubicBezTo>
                <a:cubicBezTo>
                  <a:pt x="402872" y="601635"/>
                  <a:pt x="401613" y="595856"/>
                  <a:pt x="408476" y="591466"/>
                </a:cubicBezTo>
                <a:cubicBezTo>
                  <a:pt x="415044" y="587111"/>
                  <a:pt x="420320" y="590506"/>
                  <a:pt x="425225" y="592759"/>
                </a:cubicBezTo>
                <a:cubicBezTo>
                  <a:pt x="445746" y="601899"/>
                  <a:pt x="466578" y="611238"/>
                  <a:pt x="487115" y="620614"/>
                </a:cubicBezTo>
                <a:cubicBezTo>
                  <a:pt x="507947" y="629954"/>
                  <a:pt x="528514" y="639800"/>
                  <a:pt x="550277" y="649738"/>
                </a:cubicBezTo>
                <a:cubicBezTo>
                  <a:pt x="551408" y="644145"/>
                  <a:pt x="546904" y="643504"/>
                  <a:pt x="544421" y="641907"/>
                </a:cubicBezTo>
                <a:cubicBezTo>
                  <a:pt x="509355" y="619344"/>
                  <a:pt x="471190" y="599529"/>
                  <a:pt x="431905" y="580799"/>
                </a:cubicBezTo>
                <a:cubicBezTo>
                  <a:pt x="401512" y="566211"/>
                  <a:pt x="371947" y="550574"/>
                  <a:pt x="351177" y="528177"/>
                </a:cubicBezTo>
                <a:cubicBezTo>
                  <a:pt x="343180" y="519419"/>
                  <a:pt x="338696" y="509759"/>
                  <a:pt x="339749" y="498244"/>
                </a:cubicBezTo>
                <a:cubicBezTo>
                  <a:pt x="340115" y="494641"/>
                  <a:pt x="340481" y="491037"/>
                  <a:pt x="346313" y="489145"/>
                </a:cubicBezTo>
                <a:cubicBezTo>
                  <a:pt x="350979" y="487631"/>
                  <a:pt x="354067" y="489392"/>
                  <a:pt x="356579" y="491460"/>
                </a:cubicBezTo>
                <a:cubicBezTo>
                  <a:pt x="360984" y="495197"/>
                  <a:pt x="365388" y="498934"/>
                  <a:pt x="371505" y="501516"/>
                </a:cubicBezTo>
                <a:cubicBezTo>
                  <a:pt x="408203" y="517000"/>
                  <a:pt x="442659" y="534654"/>
                  <a:pt x="476275" y="553122"/>
                </a:cubicBezTo>
                <a:cubicBezTo>
                  <a:pt x="531461" y="583213"/>
                  <a:pt x="586103" y="614082"/>
                  <a:pt x="649952" y="635294"/>
                </a:cubicBezTo>
                <a:cubicBezTo>
                  <a:pt x="673972" y="643298"/>
                  <a:pt x="698805" y="650018"/>
                  <a:pt x="727161" y="651328"/>
                </a:cubicBezTo>
                <a:cubicBezTo>
                  <a:pt x="726126" y="649081"/>
                  <a:pt x="724263" y="647883"/>
                  <a:pt x="722417" y="646921"/>
                </a:cubicBezTo>
                <a:cubicBezTo>
                  <a:pt x="660627" y="615969"/>
                  <a:pt x="600830" y="583590"/>
                  <a:pt x="546079" y="546328"/>
                </a:cubicBezTo>
                <a:cubicBezTo>
                  <a:pt x="478576" y="500409"/>
                  <a:pt x="420223" y="448637"/>
                  <a:pt x="378182" y="386585"/>
                </a:cubicBezTo>
                <a:cubicBezTo>
                  <a:pt x="376229" y="383975"/>
                  <a:pt x="374884" y="381528"/>
                  <a:pt x="370158" y="382100"/>
                </a:cubicBezTo>
                <a:cubicBezTo>
                  <a:pt x="358064" y="383802"/>
                  <a:pt x="356583" y="379236"/>
                  <a:pt x="357861" y="371252"/>
                </a:cubicBezTo>
                <a:cubicBezTo>
                  <a:pt x="361373" y="351608"/>
                  <a:pt x="352380" y="336565"/>
                  <a:pt x="331313" y="328203"/>
                </a:cubicBezTo>
                <a:cubicBezTo>
                  <a:pt x="316037" y="321986"/>
                  <a:pt x="303183" y="316425"/>
                  <a:pt x="319354" y="299282"/>
                </a:cubicBezTo>
                <a:cubicBezTo>
                  <a:pt x="323265" y="295249"/>
                  <a:pt x="321459" y="290249"/>
                  <a:pt x="319682" y="285719"/>
                </a:cubicBezTo>
                <a:cubicBezTo>
                  <a:pt x="317166" y="278905"/>
                  <a:pt x="312080" y="273828"/>
                  <a:pt x="306391" y="268585"/>
                </a:cubicBezTo>
                <a:cubicBezTo>
                  <a:pt x="303227" y="265647"/>
                  <a:pt x="299399" y="261602"/>
                  <a:pt x="303294" y="257334"/>
                </a:cubicBezTo>
                <a:cubicBezTo>
                  <a:pt x="307735" y="252289"/>
                  <a:pt x="314131" y="254598"/>
                  <a:pt x="319242" y="255403"/>
                </a:cubicBezTo>
                <a:cubicBezTo>
                  <a:pt x="342683" y="258970"/>
                  <a:pt x="357062" y="269803"/>
                  <a:pt x="364093" y="286745"/>
                </a:cubicBezTo>
                <a:cubicBezTo>
                  <a:pt x="368651" y="297582"/>
                  <a:pt x="374307" y="297608"/>
                  <a:pt x="385301" y="287973"/>
                </a:cubicBezTo>
                <a:cubicBezTo>
                  <a:pt x="397712" y="277216"/>
                  <a:pt x="408079" y="276436"/>
                  <a:pt x="417598" y="285722"/>
                </a:cubicBezTo>
                <a:cubicBezTo>
                  <a:pt x="425226" y="293339"/>
                  <a:pt x="431406" y="301607"/>
                  <a:pt x="440155" y="308139"/>
                </a:cubicBezTo>
                <a:cubicBezTo>
                  <a:pt x="463623" y="326175"/>
                  <a:pt x="485720" y="346039"/>
                  <a:pt x="534406" y="339430"/>
                </a:cubicBezTo>
                <a:cubicBezTo>
                  <a:pt x="520872" y="332528"/>
                  <a:pt x="507316" y="334645"/>
                  <a:pt x="495633" y="333450"/>
                </a:cubicBezTo>
                <a:cubicBezTo>
                  <a:pt x="487244" y="332567"/>
                  <a:pt x="478750" y="330037"/>
                  <a:pt x="486289" y="322243"/>
                </a:cubicBezTo>
                <a:cubicBezTo>
                  <a:pt x="494951" y="313365"/>
                  <a:pt x="489365" y="309771"/>
                  <a:pt x="484000" y="304964"/>
                </a:cubicBezTo>
                <a:cubicBezTo>
                  <a:pt x="471673" y="293645"/>
                  <a:pt x="461604" y="280392"/>
                  <a:pt x="436911" y="280536"/>
                </a:cubicBezTo>
                <a:cubicBezTo>
                  <a:pt x="433041" y="280530"/>
                  <a:pt x="429923" y="278297"/>
                  <a:pt x="426865" y="277007"/>
                </a:cubicBezTo>
                <a:cubicBezTo>
                  <a:pt x="422581" y="275154"/>
                  <a:pt x="418872" y="272993"/>
                  <a:pt x="420654" y="268269"/>
                </a:cubicBezTo>
                <a:cubicBezTo>
                  <a:pt x="422468" y="264016"/>
                  <a:pt x="426748" y="261125"/>
                  <a:pt x="432329" y="259975"/>
                </a:cubicBezTo>
                <a:cubicBezTo>
                  <a:pt x="437320" y="258895"/>
                  <a:pt x="442621" y="258016"/>
                  <a:pt x="447672" y="257879"/>
                </a:cubicBezTo>
                <a:cubicBezTo>
                  <a:pt x="470223" y="256809"/>
                  <a:pt x="486254" y="265543"/>
                  <a:pt x="502242" y="273572"/>
                </a:cubicBezTo>
                <a:cubicBezTo>
                  <a:pt x="558179" y="301436"/>
                  <a:pt x="607891" y="334326"/>
                  <a:pt x="659874" y="365516"/>
                </a:cubicBezTo>
                <a:cubicBezTo>
                  <a:pt x="711842" y="396471"/>
                  <a:pt x="772192" y="418818"/>
                  <a:pt x="829177" y="444421"/>
                </a:cubicBezTo>
                <a:cubicBezTo>
                  <a:pt x="960626" y="503711"/>
                  <a:pt x="1092650" y="562693"/>
                  <a:pt x="1231903" y="613682"/>
                </a:cubicBezTo>
                <a:cubicBezTo>
                  <a:pt x="1368099" y="663381"/>
                  <a:pt x="1823141" y="686561"/>
                  <a:pt x="1911736" y="685084"/>
                </a:cubicBezTo>
                <a:cubicBezTo>
                  <a:pt x="2024994" y="682992"/>
                  <a:pt x="2291986" y="655399"/>
                  <a:pt x="2564313" y="632143"/>
                </a:cubicBezTo>
                <a:cubicBezTo>
                  <a:pt x="2595089" y="629364"/>
                  <a:pt x="2625288" y="626893"/>
                  <a:pt x="2657304" y="624913"/>
                </a:cubicBezTo>
                <a:cubicBezTo>
                  <a:pt x="3564401" y="568191"/>
                  <a:pt x="4203594" y="276765"/>
                  <a:pt x="4235818" y="259339"/>
                </a:cubicBezTo>
                <a:cubicBezTo>
                  <a:pt x="4287616" y="231474"/>
                  <a:pt x="4460006" y="176429"/>
                  <a:pt x="4460331" y="176864"/>
                </a:cubicBezTo>
                <a:cubicBezTo>
                  <a:pt x="4464175" y="181144"/>
                  <a:pt x="4483735" y="184529"/>
                  <a:pt x="4499578" y="186791"/>
                </a:cubicBezTo>
                <a:lnTo>
                  <a:pt x="4514640" y="188841"/>
                </a:lnTo>
                <a:lnTo>
                  <a:pt x="4516523" y="189988"/>
                </a:lnTo>
                <a:cubicBezTo>
                  <a:pt x="4522035" y="190091"/>
                  <a:pt x="4521760" y="189857"/>
                  <a:pt x="4518126" y="189316"/>
                </a:cubicBezTo>
                <a:lnTo>
                  <a:pt x="4514640" y="188841"/>
                </a:lnTo>
                <a:lnTo>
                  <a:pt x="4511569" y="186970"/>
                </a:lnTo>
                <a:cubicBezTo>
                  <a:pt x="4510788" y="185226"/>
                  <a:pt x="4510719" y="182981"/>
                  <a:pt x="4510888" y="180943"/>
                </a:cubicBezTo>
                <a:cubicBezTo>
                  <a:pt x="4511690" y="170169"/>
                  <a:pt x="4517648" y="160906"/>
                  <a:pt x="4531865" y="155151"/>
                </a:cubicBezTo>
                <a:cubicBezTo>
                  <a:pt x="4545507" y="149703"/>
                  <a:pt x="4559473" y="144689"/>
                  <a:pt x="4573441" y="139676"/>
                </a:cubicBezTo>
                <a:cubicBezTo>
                  <a:pt x="4585075" y="135420"/>
                  <a:pt x="4593048" y="134454"/>
                  <a:pt x="4594964" y="145847"/>
                </a:cubicBezTo>
                <a:cubicBezTo>
                  <a:pt x="4596879" y="157242"/>
                  <a:pt x="4613452" y="160454"/>
                  <a:pt x="4623059" y="152410"/>
                </a:cubicBezTo>
                <a:cubicBezTo>
                  <a:pt x="4660632" y="120811"/>
                  <a:pt x="4705757" y="95654"/>
                  <a:pt x="4748356" y="68192"/>
                </a:cubicBezTo>
                <a:cubicBezTo>
                  <a:pt x="4778098" y="49168"/>
                  <a:pt x="4809406" y="31378"/>
                  <a:pt x="4833812" y="8017"/>
                </a:cubicBezTo>
                <a:cubicBezTo>
                  <a:pt x="4838299" y="3678"/>
                  <a:pt x="4842399" y="-2039"/>
                  <a:pt x="4850908" y="727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4D6D70-F0D7-BD7E-81D5-297A8B14B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0941" y="685801"/>
            <a:ext cx="3494859" cy="5491162"/>
          </a:xfrm>
        </p:spPr>
        <p:txBody>
          <a:bodyPr>
            <a:normAutofit/>
          </a:bodyPr>
          <a:lstStyle/>
          <a:p>
            <a:r>
              <a:rPr lang="en-US" dirty="0"/>
              <a:t>Microsoft Defender for SQL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EE7CCDD-FA04-F87E-07BC-FA3702AFF36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52230303"/>
              </p:ext>
            </p:extLst>
          </p:nvPr>
        </p:nvGraphicFramePr>
        <p:xfrm>
          <a:off x="4702547" y="838199"/>
          <a:ext cx="6651253" cy="53387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2899584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93D702E-F4E0-47FC-A74C-ECD9647A81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C2BACD5-39A1-6D29-8133-CB0463880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3851974"/>
            <a:ext cx="9144000" cy="115266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400" dirty="0"/>
              <a:t>Demo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B32CE3-618E-255F-7229-5370FC40BD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4000" y="5071718"/>
            <a:ext cx="9144000" cy="646785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US">
                <a:solidFill>
                  <a:schemeClr val="tx1"/>
                </a:solidFill>
              </a:rPr>
              <a:t>Managed Identity and Security</a:t>
            </a:r>
          </a:p>
        </p:txBody>
      </p:sp>
      <p:pic>
        <p:nvPicPr>
          <p:cNvPr id="7" name="Picture 6" descr="Padlock on computer motherboard">
            <a:extLst>
              <a:ext uri="{FF2B5EF4-FFF2-40B4-BE49-F238E27FC236}">
                <a16:creationId xmlns:a16="http://schemas.microsoft.com/office/drawing/2014/main" id="{82C0251D-9A48-18C4-A596-25D39D8479B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824" b="30715"/>
          <a:stretch>
            <a:fillRect/>
          </a:stretch>
        </p:blipFill>
        <p:spPr>
          <a:xfrm>
            <a:off x="838201" y="10"/>
            <a:ext cx="10484412" cy="3811394"/>
          </a:xfrm>
          <a:custGeom>
            <a:avLst/>
            <a:gdLst/>
            <a:ahLst/>
            <a:cxnLst/>
            <a:rect l="l" t="t" r="r" b="b"/>
            <a:pathLst>
              <a:path w="10484412" h="3811404">
                <a:moveTo>
                  <a:pt x="0" y="3811403"/>
                </a:moveTo>
                <a:lnTo>
                  <a:pt x="10484412" y="3811403"/>
                </a:lnTo>
                <a:lnTo>
                  <a:pt x="10484412" y="3811404"/>
                </a:lnTo>
                <a:lnTo>
                  <a:pt x="0" y="3811404"/>
                </a:lnTo>
                <a:close/>
                <a:moveTo>
                  <a:pt x="181717" y="0"/>
                </a:moveTo>
                <a:lnTo>
                  <a:pt x="10224015" y="0"/>
                </a:lnTo>
                <a:cubicBezTo>
                  <a:pt x="10261561" y="45054"/>
                  <a:pt x="10301611" y="85103"/>
                  <a:pt x="10369193" y="110134"/>
                </a:cubicBezTo>
                <a:cubicBezTo>
                  <a:pt x="10321635" y="167704"/>
                  <a:pt x="10236530" y="182722"/>
                  <a:pt x="10173954" y="222771"/>
                </a:cubicBezTo>
                <a:cubicBezTo>
                  <a:pt x="10168948" y="255310"/>
                  <a:pt x="10269071" y="245298"/>
                  <a:pt x="10241537" y="317887"/>
                </a:cubicBezTo>
                <a:cubicBezTo>
                  <a:pt x="10206494" y="418008"/>
                  <a:pt x="10241537" y="528142"/>
                  <a:pt x="10071328" y="573196"/>
                </a:cubicBezTo>
                <a:cubicBezTo>
                  <a:pt x="10023770" y="668312"/>
                  <a:pt x="10008751" y="820997"/>
                  <a:pt x="10113880" y="913610"/>
                </a:cubicBezTo>
                <a:cubicBezTo>
                  <a:pt x="10271573" y="1048774"/>
                  <a:pt x="10244040" y="1138885"/>
                  <a:pt x="10036285" y="1216478"/>
                </a:cubicBezTo>
                <a:cubicBezTo>
                  <a:pt x="10011255" y="1226491"/>
                  <a:pt x="9978715" y="1231497"/>
                  <a:pt x="9966200" y="1256528"/>
                </a:cubicBezTo>
                <a:cubicBezTo>
                  <a:pt x="9986224" y="1289067"/>
                  <a:pt x="10031280" y="1281557"/>
                  <a:pt x="10063819" y="1289067"/>
                </a:cubicBezTo>
                <a:cubicBezTo>
                  <a:pt x="10211500" y="1324110"/>
                  <a:pt x="10214003" y="1324110"/>
                  <a:pt x="10176457" y="1441752"/>
                </a:cubicBezTo>
                <a:cubicBezTo>
                  <a:pt x="10163942" y="1476795"/>
                  <a:pt x="10188972" y="1491813"/>
                  <a:pt x="10211500" y="1511838"/>
                </a:cubicBezTo>
                <a:cubicBezTo>
                  <a:pt x="10296604" y="1591936"/>
                  <a:pt x="10296604" y="1594439"/>
                  <a:pt x="10206494" y="1664523"/>
                </a:cubicBezTo>
                <a:cubicBezTo>
                  <a:pt x="10181463" y="1684547"/>
                  <a:pt x="10163942" y="1704572"/>
                  <a:pt x="10151426" y="1732106"/>
                </a:cubicBezTo>
                <a:cubicBezTo>
                  <a:pt x="10128899" y="1782166"/>
                  <a:pt x="10128899" y="1822216"/>
                  <a:pt x="10208996" y="1847246"/>
                </a:cubicBezTo>
                <a:cubicBezTo>
                  <a:pt x="10266568" y="1864767"/>
                  <a:pt x="10296604" y="1884791"/>
                  <a:pt x="10299107" y="1939858"/>
                </a:cubicBezTo>
                <a:cubicBezTo>
                  <a:pt x="10299107" y="1987416"/>
                  <a:pt x="10306617" y="2017452"/>
                  <a:pt x="10244040" y="2037477"/>
                </a:cubicBezTo>
                <a:cubicBezTo>
                  <a:pt x="10193979" y="2054998"/>
                  <a:pt x="10178960" y="2090041"/>
                  <a:pt x="10183966" y="2130089"/>
                </a:cubicBezTo>
                <a:cubicBezTo>
                  <a:pt x="10193979" y="2230211"/>
                  <a:pt x="10126396" y="2287781"/>
                  <a:pt x="10013758" y="2335339"/>
                </a:cubicBezTo>
                <a:cubicBezTo>
                  <a:pt x="9908629" y="2377890"/>
                  <a:pt x="9813513" y="2437963"/>
                  <a:pt x="9715893" y="2493030"/>
                </a:cubicBezTo>
                <a:cubicBezTo>
                  <a:pt x="9605758" y="2553103"/>
                  <a:pt x="9480605" y="2590649"/>
                  <a:pt x="9347942" y="2623189"/>
                </a:cubicBezTo>
                <a:cubicBezTo>
                  <a:pt x="9370469" y="2665740"/>
                  <a:pt x="9453071" y="2640710"/>
                  <a:pt x="9460580" y="2700783"/>
                </a:cubicBezTo>
                <a:cubicBezTo>
                  <a:pt x="9255329" y="2753346"/>
                  <a:pt x="9060089" y="2833444"/>
                  <a:pt x="8827305" y="2855971"/>
                </a:cubicBezTo>
                <a:cubicBezTo>
                  <a:pt x="9015035" y="2843456"/>
                  <a:pt x="9182740" y="2908535"/>
                  <a:pt x="9360458" y="2926056"/>
                </a:cubicBezTo>
                <a:cubicBezTo>
                  <a:pt x="9377980" y="2961099"/>
                  <a:pt x="9337930" y="2951087"/>
                  <a:pt x="9322912" y="2958595"/>
                </a:cubicBezTo>
                <a:cubicBezTo>
                  <a:pt x="9307893" y="2963602"/>
                  <a:pt x="9287869" y="2966105"/>
                  <a:pt x="9285366" y="2991135"/>
                </a:cubicBezTo>
                <a:cubicBezTo>
                  <a:pt x="9370469" y="3023675"/>
                  <a:pt x="9478102" y="2998644"/>
                  <a:pt x="9565709" y="3033687"/>
                </a:cubicBezTo>
                <a:cubicBezTo>
                  <a:pt x="9543182" y="3083748"/>
                  <a:pt x="9468090" y="3056214"/>
                  <a:pt x="9435550" y="3096263"/>
                </a:cubicBezTo>
                <a:cubicBezTo>
                  <a:pt x="9518151" y="3101269"/>
                  <a:pt x="9593243" y="3103772"/>
                  <a:pt x="9668335" y="3113784"/>
                </a:cubicBezTo>
                <a:cubicBezTo>
                  <a:pt x="9725905" y="3121294"/>
                  <a:pt x="9740924" y="3163845"/>
                  <a:pt x="9700875" y="3193882"/>
                </a:cubicBezTo>
                <a:cubicBezTo>
                  <a:pt x="9665832" y="3221415"/>
                  <a:pt x="9613268" y="3223918"/>
                  <a:pt x="9565709" y="3236434"/>
                </a:cubicBezTo>
                <a:cubicBezTo>
                  <a:pt x="9232801" y="3319034"/>
                  <a:pt x="8882372" y="3351573"/>
                  <a:pt x="8529440" y="3364088"/>
                </a:cubicBezTo>
                <a:cubicBezTo>
                  <a:pt x="7961245" y="3386616"/>
                  <a:pt x="7393049" y="3394125"/>
                  <a:pt x="6827357" y="3419155"/>
                </a:cubicBezTo>
                <a:cubicBezTo>
                  <a:pt x="6481933" y="3434173"/>
                  <a:pt x="6136510" y="3456701"/>
                  <a:pt x="5788584" y="3456701"/>
                </a:cubicBezTo>
                <a:cubicBezTo>
                  <a:pt x="5415628" y="3456701"/>
                  <a:pt x="5042671" y="3464210"/>
                  <a:pt x="4669714" y="3411646"/>
                </a:cubicBezTo>
                <a:cubicBezTo>
                  <a:pt x="4479481" y="3384113"/>
                  <a:pt x="4279236" y="3396628"/>
                  <a:pt x="4086500" y="3376603"/>
                </a:cubicBezTo>
                <a:cubicBezTo>
                  <a:pt x="3793641" y="3346568"/>
                  <a:pt x="3500782" y="3306518"/>
                  <a:pt x="3210426" y="3256458"/>
                </a:cubicBezTo>
                <a:cubicBezTo>
                  <a:pt x="3117813" y="3241439"/>
                  <a:pt x="3007678" y="3231428"/>
                  <a:pt x="2937592" y="3166348"/>
                </a:cubicBezTo>
                <a:cubicBezTo>
                  <a:pt x="2824954" y="3211403"/>
                  <a:pt x="2757372" y="3131305"/>
                  <a:pt x="2669765" y="3106275"/>
                </a:cubicBezTo>
                <a:cubicBezTo>
                  <a:pt x="2634722" y="3096263"/>
                  <a:pt x="2592169" y="3081245"/>
                  <a:pt x="2597176" y="3048705"/>
                </a:cubicBezTo>
                <a:cubicBezTo>
                  <a:pt x="2604685" y="3006154"/>
                  <a:pt x="2654746" y="2978620"/>
                  <a:pt x="2702304" y="2986130"/>
                </a:cubicBezTo>
                <a:cubicBezTo>
                  <a:pt x="2849986" y="3011160"/>
                  <a:pt x="2985150" y="2948584"/>
                  <a:pt x="3137838" y="2956093"/>
                </a:cubicBezTo>
                <a:cubicBezTo>
                  <a:pt x="3005175" y="2933565"/>
                  <a:pt x="2872513" y="2908535"/>
                  <a:pt x="2739850" y="2886007"/>
                </a:cubicBezTo>
                <a:cubicBezTo>
                  <a:pt x="2940095" y="2863480"/>
                  <a:pt x="3132831" y="2896020"/>
                  <a:pt x="3328071" y="2913541"/>
                </a:cubicBezTo>
                <a:cubicBezTo>
                  <a:pt x="3390647" y="2921050"/>
                  <a:pt x="3485763" y="2968608"/>
                  <a:pt x="3503285" y="2898523"/>
                </a:cubicBezTo>
                <a:cubicBezTo>
                  <a:pt x="3513297" y="2850965"/>
                  <a:pt x="3410671" y="2850965"/>
                  <a:pt x="3350598" y="2838450"/>
                </a:cubicBezTo>
                <a:cubicBezTo>
                  <a:pt x="3090279" y="2785886"/>
                  <a:pt x="2824954" y="2758353"/>
                  <a:pt x="2562133" y="2725813"/>
                </a:cubicBezTo>
                <a:cubicBezTo>
                  <a:pt x="2537102" y="2723310"/>
                  <a:pt x="2504562" y="2725813"/>
                  <a:pt x="2487041" y="2715801"/>
                </a:cubicBezTo>
                <a:cubicBezTo>
                  <a:pt x="2354378" y="2633200"/>
                  <a:pt x="2184170" y="2608170"/>
                  <a:pt x="1998943" y="2548097"/>
                </a:cubicBezTo>
                <a:cubicBezTo>
                  <a:pt x="2116587" y="2515558"/>
                  <a:pt x="2196685" y="2575630"/>
                  <a:pt x="2294304" y="2560612"/>
                </a:cubicBezTo>
                <a:cubicBezTo>
                  <a:pt x="2196685" y="2498036"/>
                  <a:pt x="2079041" y="2488024"/>
                  <a:pt x="1978918" y="2455485"/>
                </a:cubicBezTo>
                <a:cubicBezTo>
                  <a:pt x="1906330" y="2430454"/>
                  <a:pt x="1635999" y="2357866"/>
                  <a:pt x="1595950" y="2335339"/>
                </a:cubicBezTo>
                <a:cubicBezTo>
                  <a:pt x="1473299" y="2267756"/>
                  <a:pt x="1315606" y="2237720"/>
                  <a:pt x="1215483" y="2145108"/>
                </a:cubicBezTo>
                <a:cubicBezTo>
                  <a:pt x="1145398" y="2080028"/>
                  <a:pt x="1025251" y="2095047"/>
                  <a:pt x="942649" y="2049992"/>
                </a:cubicBezTo>
                <a:cubicBezTo>
                  <a:pt x="912613" y="2004937"/>
                  <a:pt x="972686" y="1994925"/>
                  <a:pt x="992711" y="1969894"/>
                </a:cubicBezTo>
                <a:cubicBezTo>
                  <a:pt x="1020244" y="1939858"/>
                  <a:pt x="972686" y="1922337"/>
                  <a:pt x="960170" y="1884791"/>
                </a:cubicBezTo>
                <a:cubicBezTo>
                  <a:pt x="1117863" y="1922337"/>
                  <a:pt x="1268048" y="1944864"/>
                  <a:pt x="1448268" y="1957380"/>
                </a:cubicBezTo>
                <a:cubicBezTo>
                  <a:pt x="1390698" y="1897306"/>
                  <a:pt x="1318109" y="1927343"/>
                  <a:pt x="1270551" y="1904815"/>
                </a:cubicBezTo>
                <a:cubicBezTo>
                  <a:pt x="1238011" y="1889797"/>
                  <a:pt x="1190453" y="1884791"/>
                  <a:pt x="1200466" y="1849749"/>
                </a:cubicBezTo>
                <a:cubicBezTo>
                  <a:pt x="1207974" y="1822216"/>
                  <a:pt x="1248023" y="1824718"/>
                  <a:pt x="1278060" y="1827221"/>
                </a:cubicBezTo>
                <a:cubicBezTo>
                  <a:pt x="1393201" y="1834730"/>
                  <a:pt x="1503336" y="1834730"/>
                  <a:pt x="1615974" y="1764645"/>
                </a:cubicBezTo>
                <a:cubicBezTo>
                  <a:pt x="1338134" y="1669530"/>
                  <a:pt x="1015238" y="1717087"/>
                  <a:pt x="767434" y="1576917"/>
                </a:cubicBezTo>
                <a:cubicBezTo>
                  <a:pt x="802477" y="1531862"/>
                  <a:pt x="852539" y="1554390"/>
                  <a:pt x="890085" y="1559396"/>
                </a:cubicBezTo>
                <a:cubicBezTo>
                  <a:pt x="1132882" y="1591936"/>
                  <a:pt x="2003949" y="1514341"/>
                  <a:pt x="2129102" y="1556893"/>
                </a:cubicBezTo>
                <a:cubicBezTo>
                  <a:pt x="2204195" y="1584426"/>
                  <a:pt x="2286796" y="1594439"/>
                  <a:pt x="2369396" y="1576917"/>
                </a:cubicBezTo>
                <a:cubicBezTo>
                  <a:pt x="2469519" y="1554390"/>
                  <a:pt x="1881298" y="1519347"/>
                  <a:pt x="1746133" y="1421728"/>
                </a:cubicBezTo>
                <a:cubicBezTo>
                  <a:pt x="1678551" y="1374170"/>
                  <a:pt x="1082821" y="1146394"/>
                  <a:pt x="819999" y="1083817"/>
                </a:cubicBezTo>
                <a:cubicBezTo>
                  <a:pt x="857545" y="1041266"/>
                  <a:pt x="952662" y="1066296"/>
                  <a:pt x="940146" y="993707"/>
                </a:cubicBezTo>
                <a:cubicBezTo>
                  <a:pt x="794969" y="956162"/>
                  <a:pt x="627263" y="961168"/>
                  <a:pt x="459558" y="903598"/>
                </a:cubicBezTo>
                <a:cubicBezTo>
                  <a:pt x="537153" y="858543"/>
                  <a:pt x="622257" y="883573"/>
                  <a:pt x="699852" y="868556"/>
                </a:cubicBezTo>
                <a:cubicBezTo>
                  <a:pt x="657300" y="813489"/>
                  <a:pt x="582208" y="823500"/>
                  <a:pt x="522134" y="813489"/>
                </a:cubicBezTo>
                <a:cubicBezTo>
                  <a:pt x="464564" y="803476"/>
                  <a:pt x="349423" y="708360"/>
                  <a:pt x="374453" y="713367"/>
                </a:cubicBezTo>
                <a:cubicBezTo>
                  <a:pt x="607238" y="750912"/>
                  <a:pt x="842526" y="735895"/>
                  <a:pt x="1075312" y="773440"/>
                </a:cubicBezTo>
                <a:cubicBezTo>
                  <a:pt x="1152907" y="785955"/>
                  <a:pt x="1238011" y="810986"/>
                  <a:pt x="1275557" y="728385"/>
                </a:cubicBezTo>
                <a:cubicBezTo>
                  <a:pt x="1285569" y="703355"/>
                  <a:pt x="1278060" y="695846"/>
                  <a:pt x="1385692" y="725882"/>
                </a:cubicBezTo>
                <a:cubicBezTo>
                  <a:pt x="1425741" y="738397"/>
                  <a:pt x="1483311" y="750912"/>
                  <a:pt x="1525863" y="718373"/>
                </a:cubicBezTo>
                <a:cubicBezTo>
                  <a:pt x="1498330" y="678325"/>
                  <a:pt x="1445765" y="690839"/>
                  <a:pt x="1408219" y="680828"/>
                </a:cubicBezTo>
                <a:cubicBezTo>
                  <a:pt x="1305594" y="653294"/>
                  <a:pt x="922624" y="548166"/>
                  <a:pt x="825005" y="518129"/>
                </a:cubicBezTo>
                <a:cubicBezTo>
                  <a:pt x="619754" y="453051"/>
                  <a:pt x="492098" y="475578"/>
                  <a:pt x="286846" y="405492"/>
                </a:cubicBezTo>
                <a:cubicBezTo>
                  <a:pt x="356932" y="407995"/>
                  <a:pt x="336907" y="380462"/>
                  <a:pt x="406993" y="380462"/>
                </a:cubicBezTo>
                <a:cubicBezTo>
                  <a:pt x="437030" y="380462"/>
                  <a:pt x="472073" y="372954"/>
                  <a:pt x="472073" y="342917"/>
                </a:cubicBezTo>
                <a:cubicBezTo>
                  <a:pt x="472073" y="315384"/>
                  <a:pt x="104123" y="170207"/>
                  <a:pt x="156686" y="155188"/>
                </a:cubicBezTo>
                <a:cubicBezTo>
                  <a:pt x="301865" y="115140"/>
                  <a:pt x="667312" y="227777"/>
                  <a:pt x="579705" y="175213"/>
                </a:cubicBezTo>
                <a:cubicBezTo>
                  <a:pt x="447042" y="92613"/>
                  <a:pt x="427018" y="77594"/>
                  <a:pt x="326895" y="67583"/>
                </a:cubicBezTo>
                <a:cubicBezTo>
                  <a:pt x="296858" y="62576"/>
                  <a:pt x="244294" y="35043"/>
                  <a:pt x="181717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06610256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0370B9-C826-C8C6-4DE6-283A31D11D0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15E0D2-E7C9-00E2-1FC3-1992BCDCA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122362"/>
            <a:ext cx="9144000" cy="290051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>
                <a:solidFill>
                  <a:srgbClr val="FFFFFF"/>
                </a:solidFill>
              </a:rPr>
              <a:t>The Core Engine: Mission Critical Performance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629615-43D5-3162-563D-933293CC93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4000" y="4159404"/>
            <a:ext cx="9144000" cy="1098395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SQL Server 2025</a:t>
            </a:r>
          </a:p>
        </p:txBody>
      </p:sp>
    </p:spTree>
    <p:extLst>
      <p:ext uri="{BB962C8B-B14F-4D97-AF65-F5344CB8AC3E}">
        <p14:creationId xmlns:p14="http://schemas.microsoft.com/office/powerpoint/2010/main" val="27486160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CE94FC3-54FB-76EC-A599-8887CC79F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3700">
                <a:solidFill>
                  <a:srgbClr val="FFFFFF"/>
                </a:solidFill>
              </a:rPr>
              <a:t>Mission Critical Engine — Three Investment Areas</a:t>
            </a:r>
          </a:p>
        </p:txBody>
      </p:sp>
      <p:graphicFrame>
        <p:nvGraphicFramePr>
          <p:cNvPr id="7" name="Content Placeholder 4">
            <a:extLst>
              <a:ext uri="{FF2B5EF4-FFF2-40B4-BE49-F238E27FC236}">
                <a16:creationId xmlns:a16="http://schemas.microsoft.com/office/drawing/2014/main" id="{4D00D380-4558-324A-A266-F0004820BBB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33677656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4893379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E33C84-D5CC-F14F-6E00-83118F3942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4000"/>
              <a:t>Optimized Locking — The Problem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7750B18-9ADA-0766-E07C-D57423E8DEB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90039805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8638356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D871A1-30F0-0B68-682B-423EE22F4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US" sz="5400"/>
              <a:t>Optimized Locking — The Solution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BC808AF-320E-4404-977C-31A45331813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56296113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62661539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8DED6BC-9A3E-48D4-AD7C-A56D63F54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B6E033A-DB2E-49B8-B600-B38E0C280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3235" y="1371600"/>
            <a:ext cx="4529312" cy="3589977"/>
          </a:xfrm>
          <a:custGeom>
            <a:avLst/>
            <a:gdLst>
              <a:gd name="connsiteX0" fmla="*/ 5462602 w 5470628"/>
              <a:gd name="connsiteY0" fmla="*/ 1413608 h 3193741"/>
              <a:gd name="connsiteX1" fmla="*/ 5465724 w 5470628"/>
              <a:gd name="connsiteY1" fmla="*/ 1421881 h 3193741"/>
              <a:gd name="connsiteX2" fmla="*/ 5465025 w 5470628"/>
              <a:gd name="connsiteY2" fmla="*/ 1466556 h 3193741"/>
              <a:gd name="connsiteX3" fmla="*/ 5463208 w 5470628"/>
              <a:gd name="connsiteY3" fmla="*/ 1466226 h 3193741"/>
              <a:gd name="connsiteX4" fmla="*/ 5463242 w 5470628"/>
              <a:gd name="connsiteY4" fmla="*/ 1451866 h 3193741"/>
              <a:gd name="connsiteX5" fmla="*/ 5462894 w 5470628"/>
              <a:gd name="connsiteY5" fmla="*/ 1423194 h 3193741"/>
              <a:gd name="connsiteX6" fmla="*/ 5461417 w 5470628"/>
              <a:gd name="connsiteY6" fmla="*/ 1391849 h 3193741"/>
              <a:gd name="connsiteX7" fmla="*/ 5462246 w 5470628"/>
              <a:gd name="connsiteY7" fmla="*/ 1401944 h 3193741"/>
              <a:gd name="connsiteX8" fmla="*/ 5462602 w 5470628"/>
              <a:gd name="connsiteY8" fmla="*/ 1413608 h 3193741"/>
              <a:gd name="connsiteX9" fmla="*/ 5459078 w 5470628"/>
              <a:gd name="connsiteY9" fmla="*/ 1404268 h 3193741"/>
              <a:gd name="connsiteX10" fmla="*/ 5460137 w 5470628"/>
              <a:gd name="connsiteY10" fmla="*/ 1393780 h 3193741"/>
              <a:gd name="connsiteX11" fmla="*/ 5461417 w 5470628"/>
              <a:gd name="connsiteY11" fmla="*/ 1391849 h 3193741"/>
              <a:gd name="connsiteX12" fmla="*/ 614271 w 5470628"/>
              <a:gd name="connsiteY12" fmla="*/ 1052206 h 3193741"/>
              <a:gd name="connsiteX13" fmla="*/ 611497 w 5470628"/>
              <a:gd name="connsiteY13" fmla="*/ 1055389 h 3193741"/>
              <a:gd name="connsiteX14" fmla="*/ 630277 w 5470628"/>
              <a:gd name="connsiteY14" fmla="*/ 1065215 h 3193741"/>
              <a:gd name="connsiteX15" fmla="*/ 651856 w 5470628"/>
              <a:gd name="connsiteY15" fmla="*/ 1067584 h 3193741"/>
              <a:gd name="connsiteX16" fmla="*/ 614271 w 5470628"/>
              <a:gd name="connsiteY16" fmla="*/ 1052206 h 3193741"/>
              <a:gd name="connsiteX17" fmla="*/ 810628 w 5470628"/>
              <a:gd name="connsiteY17" fmla="*/ 695550 h 3193741"/>
              <a:gd name="connsiteX18" fmla="*/ 1033084 w 5470628"/>
              <a:gd name="connsiteY18" fmla="*/ 791270 h 3193741"/>
              <a:gd name="connsiteX19" fmla="*/ 1036153 w 5470628"/>
              <a:gd name="connsiteY19" fmla="*/ 788050 h 3193741"/>
              <a:gd name="connsiteX20" fmla="*/ 810628 w 5470628"/>
              <a:gd name="connsiteY20" fmla="*/ 695550 h 3193741"/>
              <a:gd name="connsiteX21" fmla="*/ 4850908 w 5470628"/>
              <a:gd name="connsiteY21" fmla="*/ 727 h 3193741"/>
              <a:gd name="connsiteX22" fmla="*/ 4858584 w 5470628"/>
              <a:gd name="connsiteY22" fmla="*/ 13795 h 3193741"/>
              <a:gd name="connsiteX23" fmla="*/ 4843408 w 5470628"/>
              <a:gd name="connsiteY23" fmla="*/ 37224 h 3193741"/>
              <a:gd name="connsiteX24" fmla="*/ 4871062 w 5470628"/>
              <a:gd name="connsiteY24" fmla="*/ 78954 h 3193741"/>
              <a:gd name="connsiteX25" fmla="*/ 4989038 w 5470628"/>
              <a:gd name="connsiteY25" fmla="*/ 66799 h 3193741"/>
              <a:gd name="connsiteX26" fmla="*/ 5002636 w 5470628"/>
              <a:gd name="connsiteY26" fmla="*/ 79388 h 3193741"/>
              <a:gd name="connsiteX27" fmla="*/ 5008332 w 5470628"/>
              <a:gd name="connsiteY27" fmla="*/ 140859 h 3193741"/>
              <a:gd name="connsiteX28" fmla="*/ 5014326 w 5470628"/>
              <a:gd name="connsiteY28" fmla="*/ 155555 h 3193741"/>
              <a:gd name="connsiteX29" fmla="*/ 5030704 w 5470628"/>
              <a:gd name="connsiteY29" fmla="*/ 221190 h 3193741"/>
              <a:gd name="connsiteX30" fmla="*/ 5097262 w 5470628"/>
              <a:gd name="connsiteY30" fmla="*/ 317759 h 3193741"/>
              <a:gd name="connsiteX31" fmla="*/ 5165084 w 5470628"/>
              <a:gd name="connsiteY31" fmla="*/ 373367 h 3193741"/>
              <a:gd name="connsiteX32" fmla="*/ 5174137 w 5470628"/>
              <a:gd name="connsiteY32" fmla="*/ 389353 h 3193741"/>
              <a:gd name="connsiteX33" fmla="*/ 5192507 w 5470628"/>
              <a:gd name="connsiteY33" fmla="*/ 453561 h 3193741"/>
              <a:gd name="connsiteX34" fmla="*/ 5187160 w 5470628"/>
              <a:gd name="connsiteY34" fmla="*/ 467732 h 3193741"/>
              <a:gd name="connsiteX35" fmla="*/ 5160106 w 5470628"/>
              <a:gd name="connsiteY35" fmla="*/ 486904 h 3193741"/>
              <a:gd name="connsiteX36" fmla="*/ 5138948 w 5470628"/>
              <a:gd name="connsiteY36" fmla="*/ 528614 h 3193741"/>
              <a:gd name="connsiteX37" fmla="*/ 5097016 w 5470628"/>
              <a:gd name="connsiteY37" fmla="*/ 589923 h 3193741"/>
              <a:gd name="connsiteX38" fmla="*/ 5075869 w 5470628"/>
              <a:gd name="connsiteY38" fmla="*/ 608381 h 3193741"/>
              <a:gd name="connsiteX39" fmla="*/ 5093172 w 5470628"/>
              <a:gd name="connsiteY39" fmla="*/ 618385 h 3193741"/>
              <a:gd name="connsiteX40" fmla="*/ 5153518 w 5470628"/>
              <a:gd name="connsiteY40" fmla="*/ 687474 h 3193741"/>
              <a:gd name="connsiteX41" fmla="*/ 5074984 w 5470628"/>
              <a:gd name="connsiteY41" fmla="*/ 776941 h 3193741"/>
              <a:gd name="connsiteX42" fmla="*/ 5033348 w 5470628"/>
              <a:gd name="connsiteY42" fmla="*/ 805473 h 3193741"/>
              <a:gd name="connsiteX43" fmla="*/ 5116847 w 5470628"/>
              <a:gd name="connsiteY43" fmla="*/ 803426 h 3193741"/>
              <a:gd name="connsiteX44" fmla="*/ 5147902 w 5470628"/>
              <a:gd name="connsiteY44" fmla="*/ 833118 h 3193741"/>
              <a:gd name="connsiteX45" fmla="*/ 5161665 w 5470628"/>
              <a:gd name="connsiteY45" fmla="*/ 848297 h 3193741"/>
              <a:gd name="connsiteX46" fmla="*/ 5246520 w 5470628"/>
              <a:gd name="connsiteY46" fmla="*/ 942412 h 3193741"/>
              <a:gd name="connsiteX47" fmla="*/ 5235368 w 5470628"/>
              <a:gd name="connsiteY47" fmla="*/ 972946 h 3193741"/>
              <a:gd name="connsiteX48" fmla="*/ 5113739 w 5470628"/>
              <a:gd name="connsiteY48" fmla="*/ 1128845 h 3193741"/>
              <a:gd name="connsiteX49" fmla="*/ 5255034 w 5470628"/>
              <a:gd name="connsiteY49" fmla="*/ 1151117 h 3193741"/>
              <a:gd name="connsiteX50" fmla="*/ 5267513 w 5470628"/>
              <a:gd name="connsiteY50" fmla="*/ 1216275 h 3193741"/>
              <a:gd name="connsiteX51" fmla="*/ 5343113 w 5470628"/>
              <a:gd name="connsiteY51" fmla="*/ 1281854 h 3193741"/>
              <a:gd name="connsiteX52" fmla="*/ 5452014 w 5470628"/>
              <a:gd name="connsiteY52" fmla="*/ 1385543 h 3193741"/>
              <a:gd name="connsiteX53" fmla="*/ 5459078 w 5470628"/>
              <a:gd name="connsiteY53" fmla="*/ 1404268 h 3193741"/>
              <a:gd name="connsiteX54" fmla="*/ 5458838 w 5470628"/>
              <a:gd name="connsiteY54" fmla="*/ 1406644 h 3193741"/>
              <a:gd name="connsiteX55" fmla="*/ 5455752 w 5470628"/>
              <a:gd name="connsiteY55" fmla="*/ 1450751 h 3193741"/>
              <a:gd name="connsiteX56" fmla="*/ 5454594 w 5470628"/>
              <a:gd name="connsiteY56" fmla="*/ 1464662 h 3193741"/>
              <a:gd name="connsiteX57" fmla="*/ 5447215 w 5470628"/>
              <a:gd name="connsiteY57" fmla="*/ 1463321 h 3193741"/>
              <a:gd name="connsiteX58" fmla="*/ 5433934 w 5470628"/>
              <a:gd name="connsiteY58" fmla="*/ 1458428 h 3193741"/>
              <a:gd name="connsiteX59" fmla="*/ 5424276 w 5470628"/>
              <a:gd name="connsiteY59" fmla="*/ 1477014 h 3193741"/>
              <a:gd name="connsiteX60" fmla="*/ 5444628 w 5470628"/>
              <a:gd name="connsiteY60" fmla="*/ 1511562 h 3193741"/>
              <a:gd name="connsiteX61" fmla="*/ 5453752 w 5470628"/>
              <a:gd name="connsiteY61" fmla="*/ 1474786 h 3193741"/>
              <a:gd name="connsiteX62" fmla="*/ 5454594 w 5470628"/>
              <a:gd name="connsiteY62" fmla="*/ 1464662 h 3193741"/>
              <a:gd name="connsiteX63" fmla="*/ 5463208 w 5470628"/>
              <a:gd name="connsiteY63" fmla="*/ 1466226 h 3193741"/>
              <a:gd name="connsiteX64" fmla="*/ 5463164 w 5470628"/>
              <a:gd name="connsiteY64" fmla="*/ 1484226 h 3193741"/>
              <a:gd name="connsiteX65" fmla="*/ 5456160 w 5470628"/>
              <a:gd name="connsiteY65" fmla="*/ 1575885 h 3193741"/>
              <a:gd name="connsiteX66" fmla="*/ 5345636 w 5470628"/>
              <a:gd name="connsiteY66" fmla="*/ 1714543 h 3193741"/>
              <a:gd name="connsiteX67" fmla="*/ 5251319 w 5470628"/>
              <a:gd name="connsiteY67" fmla="*/ 1775792 h 3193741"/>
              <a:gd name="connsiteX68" fmla="*/ 5043512 w 5470628"/>
              <a:gd name="connsiteY68" fmla="*/ 2027305 h 3193741"/>
              <a:gd name="connsiteX69" fmla="*/ 4978144 w 5470628"/>
              <a:gd name="connsiteY69" fmla="*/ 2108535 h 3193741"/>
              <a:gd name="connsiteX70" fmla="*/ 5031476 w 5470628"/>
              <a:gd name="connsiteY70" fmla="*/ 2128173 h 3193741"/>
              <a:gd name="connsiteX71" fmla="*/ 4937389 w 5470628"/>
              <a:gd name="connsiteY71" fmla="*/ 2216441 h 3193741"/>
              <a:gd name="connsiteX72" fmla="*/ 4826122 w 5470628"/>
              <a:gd name="connsiteY72" fmla="*/ 2315331 h 3193741"/>
              <a:gd name="connsiteX73" fmla="*/ 2544647 w 5470628"/>
              <a:gd name="connsiteY73" fmla="*/ 3190975 h 3193741"/>
              <a:gd name="connsiteX74" fmla="*/ 1328257 w 5470628"/>
              <a:gd name="connsiteY74" fmla="*/ 3153006 h 3193741"/>
              <a:gd name="connsiteX75" fmla="*/ 977943 w 5470628"/>
              <a:gd name="connsiteY75" fmla="*/ 3082502 h 3193741"/>
              <a:gd name="connsiteX76" fmla="*/ 854473 w 5470628"/>
              <a:gd name="connsiteY76" fmla="*/ 2994250 h 3193741"/>
              <a:gd name="connsiteX77" fmla="*/ 811593 w 5470628"/>
              <a:gd name="connsiteY77" fmla="*/ 2970498 h 3193741"/>
              <a:gd name="connsiteX78" fmla="*/ 707024 w 5470628"/>
              <a:gd name="connsiteY78" fmla="*/ 2945439 h 3193741"/>
              <a:gd name="connsiteX79" fmla="*/ 523487 w 5470628"/>
              <a:gd name="connsiteY79" fmla="*/ 2886053 h 3193741"/>
              <a:gd name="connsiteX80" fmla="*/ 587884 w 5470628"/>
              <a:gd name="connsiteY80" fmla="*/ 2859746 h 3193741"/>
              <a:gd name="connsiteX81" fmla="*/ 779426 w 5470628"/>
              <a:gd name="connsiteY81" fmla="*/ 2885897 h 3193741"/>
              <a:gd name="connsiteX82" fmla="*/ 917288 w 5470628"/>
              <a:gd name="connsiteY82" fmla="*/ 2882248 h 3193741"/>
              <a:gd name="connsiteX83" fmla="*/ 718684 w 5470628"/>
              <a:gd name="connsiteY83" fmla="*/ 2819941 h 3193741"/>
              <a:gd name="connsiteX84" fmla="*/ 524650 w 5470628"/>
              <a:gd name="connsiteY84" fmla="*/ 2731220 h 3193741"/>
              <a:gd name="connsiteX85" fmla="*/ 670138 w 5470628"/>
              <a:gd name="connsiteY85" fmla="*/ 2735189 h 3193741"/>
              <a:gd name="connsiteX86" fmla="*/ 675382 w 5470628"/>
              <a:gd name="connsiteY86" fmla="*/ 2719369 h 3193741"/>
              <a:gd name="connsiteX87" fmla="*/ 542021 w 5470628"/>
              <a:gd name="connsiteY87" fmla="*/ 2601946 h 3193741"/>
              <a:gd name="connsiteX88" fmla="*/ 476895 w 5470628"/>
              <a:gd name="connsiteY88" fmla="*/ 2555976 h 3193741"/>
              <a:gd name="connsiteX89" fmla="*/ 188751 w 5470628"/>
              <a:gd name="connsiteY89" fmla="*/ 2428830 h 3193741"/>
              <a:gd name="connsiteX90" fmla="*/ 456762 w 5470628"/>
              <a:gd name="connsiteY90" fmla="*/ 2468731 h 3193741"/>
              <a:gd name="connsiteX91" fmla="*/ 174514 w 5470628"/>
              <a:gd name="connsiteY91" fmla="*/ 2345378 h 3193741"/>
              <a:gd name="connsiteX92" fmla="*/ 38827 w 5470628"/>
              <a:gd name="connsiteY92" fmla="*/ 2303685 h 3193741"/>
              <a:gd name="connsiteX93" fmla="*/ 3281 w 5470628"/>
              <a:gd name="connsiteY93" fmla="*/ 2273587 h 3193741"/>
              <a:gd name="connsiteX94" fmla="*/ 61590 w 5470628"/>
              <a:gd name="connsiteY94" fmla="*/ 2259170 h 3193741"/>
              <a:gd name="connsiteX95" fmla="*/ 242291 w 5470628"/>
              <a:gd name="connsiteY95" fmla="*/ 2250569 h 3193741"/>
              <a:gd name="connsiteX96" fmla="*/ 13205 w 5470628"/>
              <a:gd name="connsiteY96" fmla="*/ 2172263 h 3193741"/>
              <a:gd name="connsiteX97" fmla="*/ 180810 w 5470628"/>
              <a:gd name="connsiteY97" fmla="*/ 2168333 h 3193741"/>
              <a:gd name="connsiteX98" fmla="*/ 226020 w 5470628"/>
              <a:gd name="connsiteY98" fmla="*/ 2121100 h 3193741"/>
              <a:gd name="connsiteX99" fmla="*/ 299145 w 5470628"/>
              <a:gd name="connsiteY99" fmla="*/ 2044862 h 3193741"/>
              <a:gd name="connsiteX100" fmla="*/ 350236 w 5470628"/>
              <a:gd name="connsiteY100" fmla="*/ 2001187 h 3193741"/>
              <a:gd name="connsiteX101" fmla="*/ 365223 w 5470628"/>
              <a:gd name="connsiteY101" fmla="*/ 1881218 h 3193741"/>
              <a:gd name="connsiteX102" fmla="*/ 310707 w 5470628"/>
              <a:gd name="connsiteY102" fmla="*/ 1758752 h 3193741"/>
              <a:gd name="connsiteX103" fmla="*/ 181659 w 5470628"/>
              <a:gd name="connsiteY103" fmla="*/ 1709137 h 3193741"/>
              <a:gd name="connsiteX104" fmla="*/ 213063 w 5470628"/>
              <a:gd name="connsiteY104" fmla="*/ 1632021 h 3193741"/>
              <a:gd name="connsiteX105" fmla="*/ 481390 w 5470628"/>
              <a:gd name="connsiteY105" fmla="*/ 1644125 h 3193741"/>
              <a:gd name="connsiteX106" fmla="*/ 68930 w 5470628"/>
              <a:gd name="connsiteY106" fmla="*/ 1457537 h 3193741"/>
              <a:gd name="connsiteX107" fmla="*/ 135138 w 5470628"/>
              <a:gd name="connsiteY107" fmla="*/ 1440976 h 3193741"/>
              <a:gd name="connsiteX108" fmla="*/ 131611 w 5470628"/>
              <a:gd name="connsiteY108" fmla="*/ 1427642 h 3193741"/>
              <a:gd name="connsiteX109" fmla="*/ 130443 w 5470628"/>
              <a:gd name="connsiteY109" fmla="*/ 1343795 h 3193741"/>
              <a:gd name="connsiteX110" fmla="*/ 138930 w 5470628"/>
              <a:gd name="connsiteY110" fmla="*/ 1304094 h 3193741"/>
              <a:gd name="connsiteX111" fmla="*/ 118409 w 5470628"/>
              <a:gd name="connsiteY111" fmla="*/ 1262212 h 3193741"/>
              <a:gd name="connsiteX112" fmla="*/ 421410 w 5470628"/>
              <a:gd name="connsiteY112" fmla="*/ 1304757 h 3193741"/>
              <a:gd name="connsiteX113" fmla="*/ 655702 w 5470628"/>
              <a:gd name="connsiteY113" fmla="*/ 1291801 h 3193741"/>
              <a:gd name="connsiteX114" fmla="*/ 648299 w 5470628"/>
              <a:gd name="connsiteY114" fmla="*/ 1287715 h 3193741"/>
              <a:gd name="connsiteX115" fmla="*/ 531027 w 5470628"/>
              <a:gd name="connsiteY115" fmla="*/ 1193967 h 3193741"/>
              <a:gd name="connsiteX116" fmla="*/ 526433 w 5470628"/>
              <a:gd name="connsiteY116" fmla="*/ 1191913 h 3193741"/>
              <a:gd name="connsiteX117" fmla="*/ 504666 w 5470628"/>
              <a:gd name="connsiteY117" fmla="*/ 1177230 h 3193741"/>
              <a:gd name="connsiteX118" fmla="*/ 482307 w 5470628"/>
              <a:gd name="connsiteY118" fmla="*/ 1162618 h 3193741"/>
              <a:gd name="connsiteX119" fmla="*/ 479029 w 5470628"/>
              <a:gd name="connsiteY119" fmla="*/ 1162540 h 3193741"/>
              <a:gd name="connsiteX120" fmla="*/ 447663 w 5470628"/>
              <a:gd name="connsiteY120" fmla="*/ 1132649 h 3193741"/>
              <a:gd name="connsiteX121" fmla="*/ 438547 w 5470628"/>
              <a:gd name="connsiteY121" fmla="*/ 1110977 h 3193741"/>
              <a:gd name="connsiteX122" fmla="*/ 405343 w 5470628"/>
              <a:gd name="connsiteY122" fmla="*/ 1089612 h 3193741"/>
              <a:gd name="connsiteX123" fmla="*/ 371373 w 5470628"/>
              <a:gd name="connsiteY123" fmla="*/ 1070238 h 3193741"/>
              <a:gd name="connsiteX124" fmla="*/ 290358 w 5470628"/>
              <a:gd name="connsiteY124" fmla="*/ 1059884 h 3193741"/>
              <a:gd name="connsiteX125" fmla="*/ 235140 w 5470628"/>
              <a:gd name="connsiteY125" fmla="*/ 1029322 h 3193741"/>
              <a:gd name="connsiteX126" fmla="*/ 300494 w 5470628"/>
              <a:gd name="connsiteY126" fmla="*/ 1032083 h 3193741"/>
              <a:gd name="connsiteX127" fmla="*/ 239661 w 5470628"/>
              <a:gd name="connsiteY127" fmla="*/ 997457 h 3193741"/>
              <a:gd name="connsiteX128" fmla="*/ 204788 w 5470628"/>
              <a:gd name="connsiteY128" fmla="*/ 959211 h 3193741"/>
              <a:gd name="connsiteX129" fmla="*/ 207583 w 5470628"/>
              <a:gd name="connsiteY129" fmla="*/ 947009 h 3193741"/>
              <a:gd name="connsiteX130" fmla="*/ 223061 w 5470628"/>
              <a:gd name="connsiteY130" fmla="*/ 947033 h 3193741"/>
              <a:gd name="connsiteX131" fmla="*/ 280015 w 5470628"/>
              <a:gd name="connsiteY131" fmla="*/ 972164 h 3193741"/>
              <a:gd name="connsiteX132" fmla="*/ 353948 w 5470628"/>
              <a:gd name="connsiteY132" fmla="*/ 1006865 h 3193741"/>
              <a:gd name="connsiteX133" fmla="*/ 240466 w 5470628"/>
              <a:gd name="connsiteY133" fmla="*/ 939943 h 3193741"/>
              <a:gd name="connsiteX134" fmla="*/ 158812 w 5470628"/>
              <a:gd name="connsiteY134" fmla="*/ 891467 h 3193741"/>
              <a:gd name="connsiteX135" fmla="*/ 139551 w 5470628"/>
              <a:gd name="connsiteY135" fmla="*/ 855364 h 3193741"/>
              <a:gd name="connsiteX136" fmla="*/ 145731 w 5470628"/>
              <a:gd name="connsiteY136" fmla="*/ 844888 h 3193741"/>
              <a:gd name="connsiteX137" fmla="*/ 158154 w 5470628"/>
              <a:gd name="connsiteY137" fmla="*/ 848366 h 3193741"/>
              <a:gd name="connsiteX138" fmla="*/ 169370 w 5470628"/>
              <a:gd name="connsiteY138" fmla="*/ 856260 h 3193741"/>
              <a:gd name="connsiteX139" fmla="*/ 288295 w 5470628"/>
              <a:gd name="connsiteY139" fmla="*/ 915169 h 3193741"/>
              <a:gd name="connsiteX140" fmla="*/ 462694 w 5470628"/>
              <a:gd name="connsiteY140" fmla="*/ 994643 h 3193741"/>
              <a:gd name="connsiteX141" fmla="*/ 531910 w 5470628"/>
              <a:gd name="connsiteY141" fmla="*/ 1006664 h 3193741"/>
              <a:gd name="connsiteX142" fmla="*/ 333940 w 5470628"/>
              <a:gd name="connsiteY142" fmla="*/ 893507 h 3193741"/>
              <a:gd name="connsiteX143" fmla="*/ 181443 w 5470628"/>
              <a:gd name="connsiteY143" fmla="*/ 746608 h 3193741"/>
              <a:gd name="connsiteX144" fmla="*/ 162678 w 5470628"/>
              <a:gd name="connsiteY144" fmla="*/ 737018 h 3193741"/>
              <a:gd name="connsiteX145" fmla="*/ 156307 w 5470628"/>
              <a:gd name="connsiteY145" fmla="*/ 730435 h 3193741"/>
              <a:gd name="connsiteX146" fmla="*/ 117227 w 5470628"/>
              <a:gd name="connsiteY146" fmla="*/ 677515 h 3193741"/>
              <a:gd name="connsiteX147" fmla="*/ 113655 w 5470628"/>
              <a:gd name="connsiteY147" fmla="*/ 663474 h 3193741"/>
              <a:gd name="connsiteX148" fmla="*/ 115226 w 5470628"/>
              <a:gd name="connsiteY148" fmla="*/ 636712 h 3193741"/>
              <a:gd name="connsiteX149" fmla="*/ 105067 w 5470628"/>
              <a:gd name="connsiteY149" fmla="*/ 622046 h 3193741"/>
              <a:gd name="connsiteX150" fmla="*/ 104113 w 5470628"/>
              <a:gd name="connsiteY150" fmla="*/ 611722 h 3193741"/>
              <a:gd name="connsiteX151" fmla="*/ 118895 w 5470628"/>
              <a:gd name="connsiteY151" fmla="*/ 610169 h 3193741"/>
              <a:gd name="connsiteX152" fmla="*/ 163095 w 5470628"/>
              <a:gd name="connsiteY152" fmla="*/ 640642 h 3193741"/>
              <a:gd name="connsiteX153" fmla="*/ 185766 w 5470628"/>
              <a:gd name="connsiteY153" fmla="*/ 641454 h 3193741"/>
              <a:gd name="connsiteX154" fmla="*/ 212892 w 5470628"/>
              <a:gd name="connsiteY154" fmla="*/ 637457 h 3193741"/>
              <a:gd name="connsiteX155" fmla="*/ 223932 w 5470628"/>
              <a:gd name="connsiteY155" fmla="*/ 647271 h 3193741"/>
              <a:gd name="connsiteX156" fmla="*/ 287167 w 5470628"/>
              <a:gd name="connsiteY156" fmla="*/ 691571 h 3193741"/>
              <a:gd name="connsiteX157" fmla="*/ 330380 w 5470628"/>
              <a:gd name="connsiteY157" fmla="*/ 692506 h 3193741"/>
              <a:gd name="connsiteX158" fmla="*/ 296172 w 5470628"/>
              <a:gd name="connsiteY158" fmla="*/ 688108 h 3193741"/>
              <a:gd name="connsiteX159" fmla="*/ 286974 w 5470628"/>
              <a:gd name="connsiteY159" fmla="*/ 674512 h 3193741"/>
              <a:gd name="connsiteX160" fmla="*/ 286166 w 5470628"/>
              <a:gd name="connsiteY160" fmla="*/ 661798 h 3193741"/>
              <a:gd name="connsiteX161" fmla="*/ 236268 w 5470628"/>
              <a:gd name="connsiteY161" fmla="*/ 635338 h 3193741"/>
              <a:gd name="connsiteX162" fmla="*/ 231734 w 5470628"/>
              <a:gd name="connsiteY162" fmla="*/ 634225 h 3193741"/>
              <a:gd name="connsiteX163" fmla="*/ 221253 w 5470628"/>
              <a:gd name="connsiteY163" fmla="*/ 623870 h 3193741"/>
              <a:gd name="connsiteX164" fmla="*/ 237564 w 5470628"/>
              <a:gd name="connsiteY164" fmla="*/ 613590 h 3193741"/>
              <a:gd name="connsiteX165" fmla="*/ 282259 w 5470628"/>
              <a:gd name="connsiteY165" fmla="*/ 619091 h 3193741"/>
              <a:gd name="connsiteX166" fmla="*/ 370630 w 5470628"/>
              <a:gd name="connsiteY166" fmla="*/ 665566 h 3193741"/>
              <a:gd name="connsiteX167" fmla="*/ 498017 w 5470628"/>
              <a:gd name="connsiteY167" fmla="*/ 740532 h 3193741"/>
              <a:gd name="connsiteX168" fmla="*/ 918036 w 5470628"/>
              <a:gd name="connsiteY168" fmla="*/ 924307 h 3193741"/>
              <a:gd name="connsiteX169" fmla="*/ 1079304 w 5470628"/>
              <a:gd name="connsiteY169" fmla="*/ 984494 h 3193741"/>
              <a:gd name="connsiteX170" fmla="*/ 1079935 w 5470628"/>
              <a:gd name="connsiteY170" fmla="*/ 980383 h 3193741"/>
              <a:gd name="connsiteX171" fmla="*/ 1079695 w 5470628"/>
              <a:gd name="connsiteY171" fmla="*/ 976616 h 3193741"/>
              <a:gd name="connsiteX172" fmla="*/ 966178 w 5470628"/>
              <a:gd name="connsiteY172" fmla="*/ 937219 h 3193741"/>
              <a:gd name="connsiteX173" fmla="*/ 720106 w 5470628"/>
              <a:gd name="connsiteY173" fmla="*/ 807112 h 3193741"/>
              <a:gd name="connsiteX174" fmla="*/ 698823 w 5470628"/>
              <a:gd name="connsiteY174" fmla="*/ 804708 h 3193741"/>
              <a:gd name="connsiteX175" fmla="*/ 664513 w 5470628"/>
              <a:gd name="connsiteY175" fmla="*/ 784663 h 3193741"/>
              <a:gd name="connsiteX176" fmla="*/ 660380 w 5470628"/>
              <a:gd name="connsiteY176" fmla="*/ 771165 h 3193741"/>
              <a:gd name="connsiteX177" fmla="*/ 584959 w 5470628"/>
              <a:gd name="connsiteY177" fmla="*/ 722409 h 3193741"/>
              <a:gd name="connsiteX178" fmla="*/ 435649 w 5470628"/>
              <a:gd name="connsiteY178" fmla="*/ 639659 h 3193741"/>
              <a:gd name="connsiteX179" fmla="*/ 404944 w 5470628"/>
              <a:gd name="connsiteY179" fmla="*/ 606128 h 3193741"/>
              <a:gd name="connsiteX180" fmla="*/ 408476 w 5470628"/>
              <a:gd name="connsiteY180" fmla="*/ 591466 h 3193741"/>
              <a:gd name="connsiteX181" fmla="*/ 425225 w 5470628"/>
              <a:gd name="connsiteY181" fmla="*/ 592759 h 3193741"/>
              <a:gd name="connsiteX182" fmla="*/ 487115 w 5470628"/>
              <a:gd name="connsiteY182" fmla="*/ 620614 h 3193741"/>
              <a:gd name="connsiteX183" fmla="*/ 550277 w 5470628"/>
              <a:gd name="connsiteY183" fmla="*/ 649738 h 3193741"/>
              <a:gd name="connsiteX184" fmla="*/ 544421 w 5470628"/>
              <a:gd name="connsiteY184" fmla="*/ 641907 h 3193741"/>
              <a:gd name="connsiteX185" fmla="*/ 431905 w 5470628"/>
              <a:gd name="connsiteY185" fmla="*/ 580799 h 3193741"/>
              <a:gd name="connsiteX186" fmla="*/ 351177 w 5470628"/>
              <a:gd name="connsiteY186" fmla="*/ 528177 h 3193741"/>
              <a:gd name="connsiteX187" fmla="*/ 339749 w 5470628"/>
              <a:gd name="connsiteY187" fmla="*/ 498244 h 3193741"/>
              <a:gd name="connsiteX188" fmla="*/ 346313 w 5470628"/>
              <a:gd name="connsiteY188" fmla="*/ 489145 h 3193741"/>
              <a:gd name="connsiteX189" fmla="*/ 356579 w 5470628"/>
              <a:gd name="connsiteY189" fmla="*/ 491460 h 3193741"/>
              <a:gd name="connsiteX190" fmla="*/ 371505 w 5470628"/>
              <a:gd name="connsiteY190" fmla="*/ 501516 h 3193741"/>
              <a:gd name="connsiteX191" fmla="*/ 476275 w 5470628"/>
              <a:gd name="connsiteY191" fmla="*/ 553122 h 3193741"/>
              <a:gd name="connsiteX192" fmla="*/ 649952 w 5470628"/>
              <a:gd name="connsiteY192" fmla="*/ 635294 h 3193741"/>
              <a:gd name="connsiteX193" fmla="*/ 727161 w 5470628"/>
              <a:gd name="connsiteY193" fmla="*/ 651328 h 3193741"/>
              <a:gd name="connsiteX194" fmla="*/ 722417 w 5470628"/>
              <a:gd name="connsiteY194" fmla="*/ 646921 h 3193741"/>
              <a:gd name="connsiteX195" fmla="*/ 546079 w 5470628"/>
              <a:gd name="connsiteY195" fmla="*/ 546328 h 3193741"/>
              <a:gd name="connsiteX196" fmla="*/ 378182 w 5470628"/>
              <a:gd name="connsiteY196" fmla="*/ 386585 h 3193741"/>
              <a:gd name="connsiteX197" fmla="*/ 370158 w 5470628"/>
              <a:gd name="connsiteY197" fmla="*/ 382100 h 3193741"/>
              <a:gd name="connsiteX198" fmla="*/ 357861 w 5470628"/>
              <a:gd name="connsiteY198" fmla="*/ 371252 h 3193741"/>
              <a:gd name="connsiteX199" fmla="*/ 331313 w 5470628"/>
              <a:gd name="connsiteY199" fmla="*/ 328203 h 3193741"/>
              <a:gd name="connsiteX200" fmla="*/ 319354 w 5470628"/>
              <a:gd name="connsiteY200" fmla="*/ 299282 h 3193741"/>
              <a:gd name="connsiteX201" fmla="*/ 319682 w 5470628"/>
              <a:gd name="connsiteY201" fmla="*/ 285719 h 3193741"/>
              <a:gd name="connsiteX202" fmla="*/ 306391 w 5470628"/>
              <a:gd name="connsiteY202" fmla="*/ 268585 h 3193741"/>
              <a:gd name="connsiteX203" fmla="*/ 303294 w 5470628"/>
              <a:gd name="connsiteY203" fmla="*/ 257334 h 3193741"/>
              <a:gd name="connsiteX204" fmla="*/ 319242 w 5470628"/>
              <a:gd name="connsiteY204" fmla="*/ 255403 h 3193741"/>
              <a:gd name="connsiteX205" fmla="*/ 364093 w 5470628"/>
              <a:gd name="connsiteY205" fmla="*/ 286745 h 3193741"/>
              <a:gd name="connsiteX206" fmla="*/ 385301 w 5470628"/>
              <a:gd name="connsiteY206" fmla="*/ 287973 h 3193741"/>
              <a:gd name="connsiteX207" fmla="*/ 417598 w 5470628"/>
              <a:gd name="connsiteY207" fmla="*/ 285722 h 3193741"/>
              <a:gd name="connsiteX208" fmla="*/ 440155 w 5470628"/>
              <a:gd name="connsiteY208" fmla="*/ 308139 h 3193741"/>
              <a:gd name="connsiteX209" fmla="*/ 534406 w 5470628"/>
              <a:gd name="connsiteY209" fmla="*/ 339430 h 3193741"/>
              <a:gd name="connsiteX210" fmla="*/ 495633 w 5470628"/>
              <a:gd name="connsiteY210" fmla="*/ 333450 h 3193741"/>
              <a:gd name="connsiteX211" fmla="*/ 486289 w 5470628"/>
              <a:gd name="connsiteY211" fmla="*/ 322243 h 3193741"/>
              <a:gd name="connsiteX212" fmla="*/ 484000 w 5470628"/>
              <a:gd name="connsiteY212" fmla="*/ 304964 h 3193741"/>
              <a:gd name="connsiteX213" fmla="*/ 436911 w 5470628"/>
              <a:gd name="connsiteY213" fmla="*/ 280536 h 3193741"/>
              <a:gd name="connsiteX214" fmla="*/ 426865 w 5470628"/>
              <a:gd name="connsiteY214" fmla="*/ 277007 h 3193741"/>
              <a:gd name="connsiteX215" fmla="*/ 420654 w 5470628"/>
              <a:gd name="connsiteY215" fmla="*/ 268269 h 3193741"/>
              <a:gd name="connsiteX216" fmla="*/ 432329 w 5470628"/>
              <a:gd name="connsiteY216" fmla="*/ 259975 h 3193741"/>
              <a:gd name="connsiteX217" fmla="*/ 447672 w 5470628"/>
              <a:gd name="connsiteY217" fmla="*/ 257879 h 3193741"/>
              <a:gd name="connsiteX218" fmla="*/ 502242 w 5470628"/>
              <a:gd name="connsiteY218" fmla="*/ 273572 h 3193741"/>
              <a:gd name="connsiteX219" fmla="*/ 659874 w 5470628"/>
              <a:gd name="connsiteY219" fmla="*/ 365516 h 3193741"/>
              <a:gd name="connsiteX220" fmla="*/ 829177 w 5470628"/>
              <a:gd name="connsiteY220" fmla="*/ 444421 h 3193741"/>
              <a:gd name="connsiteX221" fmla="*/ 1231903 w 5470628"/>
              <a:gd name="connsiteY221" fmla="*/ 613682 h 3193741"/>
              <a:gd name="connsiteX222" fmla="*/ 1911736 w 5470628"/>
              <a:gd name="connsiteY222" fmla="*/ 685084 h 3193741"/>
              <a:gd name="connsiteX223" fmla="*/ 2564313 w 5470628"/>
              <a:gd name="connsiteY223" fmla="*/ 632143 h 3193741"/>
              <a:gd name="connsiteX224" fmla="*/ 2657304 w 5470628"/>
              <a:gd name="connsiteY224" fmla="*/ 624913 h 3193741"/>
              <a:gd name="connsiteX225" fmla="*/ 4235818 w 5470628"/>
              <a:gd name="connsiteY225" fmla="*/ 259339 h 3193741"/>
              <a:gd name="connsiteX226" fmla="*/ 4460331 w 5470628"/>
              <a:gd name="connsiteY226" fmla="*/ 176864 h 3193741"/>
              <a:gd name="connsiteX227" fmla="*/ 4499578 w 5470628"/>
              <a:gd name="connsiteY227" fmla="*/ 186791 h 3193741"/>
              <a:gd name="connsiteX228" fmla="*/ 4514640 w 5470628"/>
              <a:gd name="connsiteY228" fmla="*/ 188841 h 3193741"/>
              <a:gd name="connsiteX229" fmla="*/ 4516523 w 5470628"/>
              <a:gd name="connsiteY229" fmla="*/ 189988 h 3193741"/>
              <a:gd name="connsiteX230" fmla="*/ 4518126 w 5470628"/>
              <a:gd name="connsiteY230" fmla="*/ 189316 h 3193741"/>
              <a:gd name="connsiteX231" fmla="*/ 4514640 w 5470628"/>
              <a:gd name="connsiteY231" fmla="*/ 188841 h 3193741"/>
              <a:gd name="connsiteX232" fmla="*/ 4511569 w 5470628"/>
              <a:gd name="connsiteY232" fmla="*/ 186970 h 3193741"/>
              <a:gd name="connsiteX233" fmla="*/ 4510888 w 5470628"/>
              <a:gd name="connsiteY233" fmla="*/ 180943 h 3193741"/>
              <a:gd name="connsiteX234" fmla="*/ 4531865 w 5470628"/>
              <a:gd name="connsiteY234" fmla="*/ 155151 h 3193741"/>
              <a:gd name="connsiteX235" fmla="*/ 4573441 w 5470628"/>
              <a:gd name="connsiteY235" fmla="*/ 139676 h 3193741"/>
              <a:gd name="connsiteX236" fmla="*/ 4594964 w 5470628"/>
              <a:gd name="connsiteY236" fmla="*/ 145847 h 3193741"/>
              <a:gd name="connsiteX237" fmla="*/ 4623059 w 5470628"/>
              <a:gd name="connsiteY237" fmla="*/ 152410 h 3193741"/>
              <a:gd name="connsiteX238" fmla="*/ 4748356 w 5470628"/>
              <a:gd name="connsiteY238" fmla="*/ 68192 h 3193741"/>
              <a:gd name="connsiteX239" fmla="*/ 4833812 w 5470628"/>
              <a:gd name="connsiteY239" fmla="*/ 8017 h 3193741"/>
              <a:gd name="connsiteX240" fmla="*/ 4850908 w 5470628"/>
              <a:gd name="connsiteY240" fmla="*/ 727 h 3193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</a:cxnLst>
            <a:rect l="l" t="t" r="r" b="b"/>
            <a:pathLst>
              <a:path w="5470628" h="3193741">
                <a:moveTo>
                  <a:pt x="5462602" y="1413608"/>
                </a:moveTo>
                <a:lnTo>
                  <a:pt x="5465724" y="1421881"/>
                </a:lnTo>
                <a:cubicBezTo>
                  <a:pt x="5472118" y="1444281"/>
                  <a:pt x="5472640" y="1461744"/>
                  <a:pt x="5465025" y="1466556"/>
                </a:cubicBezTo>
                <a:lnTo>
                  <a:pt x="5463208" y="1466226"/>
                </a:lnTo>
                <a:lnTo>
                  <a:pt x="5463242" y="1451866"/>
                </a:lnTo>
                <a:cubicBezTo>
                  <a:pt x="5463190" y="1441487"/>
                  <a:pt x="5463068" y="1431722"/>
                  <a:pt x="5462894" y="1423194"/>
                </a:cubicBezTo>
                <a:close/>
                <a:moveTo>
                  <a:pt x="5461417" y="1391849"/>
                </a:moveTo>
                <a:cubicBezTo>
                  <a:pt x="5461710" y="1392940"/>
                  <a:pt x="5461992" y="1396513"/>
                  <a:pt x="5462246" y="1401944"/>
                </a:cubicBezTo>
                <a:lnTo>
                  <a:pt x="5462602" y="1413608"/>
                </a:lnTo>
                <a:lnTo>
                  <a:pt x="5459078" y="1404268"/>
                </a:lnTo>
                <a:lnTo>
                  <a:pt x="5460137" y="1393780"/>
                </a:lnTo>
                <a:cubicBezTo>
                  <a:pt x="5460561" y="1391114"/>
                  <a:pt x="5460982" y="1390270"/>
                  <a:pt x="5461417" y="1391849"/>
                </a:cubicBezTo>
                <a:close/>
                <a:moveTo>
                  <a:pt x="614271" y="1052206"/>
                </a:moveTo>
                <a:cubicBezTo>
                  <a:pt x="613444" y="1053256"/>
                  <a:pt x="612323" y="1054339"/>
                  <a:pt x="611497" y="1055389"/>
                </a:cubicBezTo>
                <a:cubicBezTo>
                  <a:pt x="617673" y="1058912"/>
                  <a:pt x="624115" y="1061928"/>
                  <a:pt x="630277" y="1065215"/>
                </a:cubicBezTo>
                <a:cubicBezTo>
                  <a:pt x="637469" y="1066004"/>
                  <a:pt x="644958" y="1066759"/>
                  <a:pt x="651856" y="1067584"/>
                </a:cubicBezTo>
                <a:cubicBezTo>
                  <a:pt x="639327" y="1062458"/>
                  <a:pt x="626799" y="1057332"/>
                  <a:pt x="614271" y="1052206"/>
                </a:cubicBezTo>
                <a:close/>
                <a:moveTo>
                  <a:pt x="810628" y="695550"/>
                </a:moveTo>
                <a:cubicBezTo>
                  <a:pt x="873537" y="739416"/>
                  <a:pt x="951215" y="767494"/>
                  <a:pt x="1033084" y="791270"/>
                </a:cubicBezTo>
                <a:cubicBezTo>
                  <a:pt x="1034205" y="790184"/>
                  <a:pt x="1035031" y="789136"/>
                  <a:pt x="1036153" y="788050"/>
                </a:cubicBezTo>
                <a:cubicBezTo>
                  <a:pt x="960983" y="757296"/>
                  <a:pt x="885798" y="726306"/>
                  <a:pt x="810628" y="695550"/>
                </a:cubicBezTo>
                <a:close/>
                <a:moveTo>
                  <a:pt x="4850908" y="727"/>
                </a:moveTo>
                <a:cubicBezTo>
                  <a:pt x="4858191" y="2929"/>
                  <a:pt x="4860543" y="7152"/>
                  <a:pt x="4858584" y="13795"/>
                </a:cubicBezTo>
                <a:cubicBezTo>
                  <a:pt x="4855845" y="22194"/>
                  <a:pt x="4850092" y="30008"/>
                  <a:pt x="4843408" y="37224"/>
                </a:cubicBezTo>
                <a:cubicBezTo>
                  <a:pt x="4812232" y="71132"/>
                  <a:pt x="4827067" y="79774"/>
                  <a:pt x="4871062" y="78954"/>
                </a:cubicBezTo>
                <a:cubicBezTo>
                  <a:pt x="4910302" y="78234"/>
                  <a:pt x="4949507" y="72299"/>
                  <a:pt x="4989038" y="66799"/>
                </a:cubicBezTo>
                <a:cubicBezTo>
                  <a:pt x="5008500" y="63967"/>
                  <a:pt x="5009491" y="65509"/>
                  <a:pt x="5002636" y="79388"/>
                </a:cubicBezTo>
                <a:cubicBezTo>
                  <a:pt x="4991594" y="102315"/>
                  <a:pt x="4990844" y="123285"/>
                  <a:pt x="5008332" y="140859"/>
                </a:cubicBezTo>
                <a:cubicBezTo>
                  <a:pt x="5012456" y="144868"/>
                  <a:pt x="5015428" y="149491"/>
                  <a:pt x="5014326" y="155555"/>
                </a:cubicBezTo>
                <a:cubicBezTo>
                  <a:pt x="5009356" y="180357"/>
                  <a:pt x="5019874" y="200674"/>
                  <a:pt x="5030704" y="221190"/>
                </a:cubicBezTo>
                <a:cubicBezTo>
                  <a:pt x="5048958" y="255517"/>
                  <a:pt x="5072099" y="287116"/>
                  <a:pt x="5097262" y="317759"/>
                </a:cubicBezTo>
                <a:cubicBezTo>
                  <a:pt x="5115004" y="339336"/>
                  <a:pt x="5126222" y="365974"/>
                  <a:pt x="5165084" y="373367"/>
                </a:cubicBezTo>
                <a:cubicBezTo>
                  <a:pt x="5174420" y="375083"/>
                  <a:pt x="5177498" y="381353"/>
                  <a:pt x="5174137" y="389353"/>
                </a:cubicBezTo>
                <a:cubicBezTo>
                  <a:pt x="5163026" y="415847"/>
                  <a:pt x="5172067" y="436343"/>
                  <a:pt x="5192507" y="453561"/>
                </a:cubicBezTo>
                <a:cubicBezTo>
                  <a:pt x="5199734" y="459565"/>
                  <a:pt x="5197020" y="463690"/>
                  <a:pt x="5187160" y="467732"/>
                </a:cubicBezTo>
                <a:cubicBezTo>
                  <a:pt x="5175836" y="472188"/>
                  <a:pt x="5167025" y="478711"/>
                  <a:pt x="5160106" y="486904"/>
                </a:cubicBezTo>
                <a:cubicBezTo>
                  <a:pt x="5148744" y="500143"/>
                  <a:pt x="5143396" y="514315"/>
                  <a:pt x="5138948" y="528614"/>
                </a:cubicBezTo>
                <a:cubicBezTo>
                  <a:pt x="5132042" y="551041"/>
                  <a:pt x="5123894" y="572670"/>
                  <a:pt x="5097016" y="589923"/>
                </a:cubicBezTo>
                <a:cubicBezTo>
                  <a:pt x="5089016" y="595163"/>
                  <a:pt x="5082598" y="601872"/>
                  <a:pt x="5075869" y="608381"/>
                </a:cubicBezTo>
                <a:cubicBezTo>
                  <a:pt x="5078016" y="614052"/>
                  <a:pt x="5083322" y="617918"/>
                  <a:pt x="5093172" y="618385"/>
                </a:cubicBezTo>
                <a:cubicBezTo>
                  <a:pt x="5155867" y="621469"/>
                  <a:pt x="5153088" y="652648"/>
                  <a:pt x="5153518" y="687474"/>
                </a:cubicBezTo>
                <a:cubicBezTo>
                  <a:pt x="5154177" y="730575"/>
                  <a:pt x="5118812" y="754787"/>
                  <a:pt x="5074984" y="776941"/>
                </a:cubicBezTo>
                <a:cubicBezTo>
                  <a:pt x="5059986" y="784451"/>
                  <a:pt x="5038116" y="786863"/>
                  <a:pt x="5033348" y="805473"/>
                </a:cubicBezTo>
                <a:cubicBezTo>
                  <a:pt x="5059529" y="819384"/>
                  <a:pt x="5089376" y="802009"/>
                  <a:pt x="5116847" y="803426"/>
                </a:cubicBezTo>
                <a:cubicBezTo>
                  <a:pt x="5139548" y="804709"/>
                  <a:pt x="5176330" y="798120"/>
                  <a:pt x="5147902" y="833118"/>
                </a:cubicBezTo>
                <a:cubicBezTo>
                  <a:pt x="5139626" y="843373"/>
                  <a:pt x="5150382" y="848714"/>
                  <a:pt x="5161665" y="848297"/>
                </a:cubicBezTo>
                <a:cubicBezTo>
                  <a:pt x="5253064" y="844106"/>
                  <a:pt x="5215170" y="912756"/>
                  <a:pt x="5246520" y="942412"/>
                </a:cubicBezTo>
                <a:cubicBezTo>
                  <a:pt x="5255359" y="950358"/>
                  <a:pt x="5247812" y="967405"/>
                  <a:pt x="5235368" y="972946"/>
                </a:cubicBezTo>
                <a:cubicBezTo>
                  <a:pt x="5156387" y="1008610"/>
                  <a:pt x="5149354" y="1071149"/>
                  <a:pt x="5113739" y="1128845"/>
                </a:cubicBezTo>
                <a:cubicBezTo>
                  <a:pt x="5157305" y="1144685"/>
                  <a:pt x="5208388" y="1143005"/>
                  <a:pt x="5255034" y="1151117"/>
                </a:cubicBezTo>
                <a:cubicBezTo>
                  <a:pt x="5303482" y="1159484"/>
                  <a:pt x="5304156" y="1170079"/>
                  <a:pt x="5267513" y="1216275"/>
                </a:cubicBezTo>
                <a:cubicBezTo>
                  <a:pt x="5370269" y="1212844"/>
                  <a:pt x="5370269" y="1212844"/>
                  <a:pt x="5343113" y="1281854"/>
                </a:cubicBezTo>
                <a:cubicBezTo>
                  <a:pt x="5386272" y="1279593"/>
                  <a:pt x="5428618" y="1334726"/>
                  <a:pt x="5452014" y="1385543"/>
                </a:cubicBezTo>
                <a:lnTo>
                  <a:pt x="5459078" y="1404268"/>
                </a:lnTo>
                <a:lnTo>
                  <a:pt x="5458838" y="1406644"/>
                </a:lnTo>
                <a:cubicBezTo>
                  <a:pt x="5457942" y="1418063"/>
                  <a:pt x="5456960" y="1434367"/>
                  <a:pt x="5455752" y="1450751"/>
                </a:cubicBezTo>
                <a:lnTo>
                  <a:pt x="5454594" y="1464662"/>
                </a:lnTo>
                <a:lnTo>
                  <a:pt x="5447215" y="1463321"/>
                </a:lnTo>
                <a:cubicBezTo>
                  <a:pt x="5441256" y="1459714"/>
                  <a:pt x="5437002" y="1458345"/>
                  <a:pt x="5433934" y="1458428"/>
                </a:cubicBezTo>
                <a:cubicBezTo>
                  <a:pt x="5424728" y="1458676"/>
                  <a:pt x="5426188" y="1471978"/>
                  <a:pt x="5424276" y="1477014"/>
                </a:cubicBezTo>
                <a:cubicBezTo>
                  <a:pt x="5417851" y="1492977"/>
                  <a:pt x="5433852" y="1501241"/>
                  <a:pt x="5444628" y="1511562"/>
                </a:cubicBezTo>
                <a:cubicBezTo>
                  <a:pt x="5448663" y="1515344"/>
                  <a:pt x="5451544" y="1497678"/>
                  <a:pt x="5453752" y="1474786"/>
                </a:cubicBezTo>
                <a:lnTo>
                  <a:pt x="5454594" y="1464662"/>
                </a:lnTo>
                <a:lnTo>
                  <a:pt x="5463208" y="1466226"/>
                </a:lnTo>
                <a:lnTo>
                  <a:pt x="5463164" y="1484226"/>
                </a:lnTo>
                <a:cubicBezTo>
                  <a:pt x="5462722" y="1528173"/>
                  <a:pt x="5460824" y="1571999"/>
                  <a:pt x="5456160" y="1575885"/>
                </a:cubicBezTo>
                <a:cubicBezTo>
                  <a:pt x="5406708" y="1617226"/>
                  <a:pt x="5442751" y="1692579"/>
                  <a:pt x="5345636" y="1714543"/>
                </a:cubicBezTo>
                <a:cubicBezTo>
                  <a:pt x="5301930" y="1724583"/>
                  <a:pt x="5282493" y="1755882"/>
                  <a:pt x="5251319" y="1775792"/>
                </a:cubicBezTo>
                <a:cubicBezTo>
                  <a:pt x="5142610" y="1844714"/>
                  <a:pt x="5072132" y="1925140"/>
                  <a:pt x="5043512" y="2027305"/>
                </a:cubicBezTo>
                <a:cubicBezTo>
                  <a:pt x="5035488" y="2055562"/>
                  <a:pt x="5000258" y="2081893"/>
                  <a:pt x="4978144" y="2108535"/>
                </a:cubicBezTo>
                <a:cubicBezTo>
                  <a:pt x="4990785" y="2124798"/>
                  <a:pt x="5050411" y="2079615"/>
                  <a:pt x="5031476" y="2128173"/>
                </a:cubicBezTo>
                <a:cubicBezTo>
                  <a:pt x="5017138" y="2164787"/>
                  <a:pt x="4975973" y="2191363"/>
                  <a:pt x="4937389" y="2216441"/>
                </a:cubicBezTo>
                <a:cubicBezTo>
                  <a:pt x="4893079" y="2245058"/>
                  <a:pt x="4843760" y="2269776"/>
                  <a:pt x="4826122" y="2315331"/>
                </a:cubicBezTo>
                <a:cubicBezTo>
                  <a:pt x="4822276" y="2325050"/>
                  <a:pt x="3896510" y="3112888"/>
                  <a:pt x="2544647" y="3190975"/>
                </a:cubicBezTo>
                <a:cubicBezTo>
                  <a:pt x="2323734" y="3203734"/>
                  <a:pt x="1445947" y="3169121"/>
                  <a:pt x="1328257" y="3153006"/>
                </a:cubicBezTo>
                <a:cubicBezTo>
                  <a:pt x="1207258" y="3136344"/>
                  <a:pt x="1101756" y="3091943"/>
                  <a:pt x="977943" y="3082502"/>
                </a:cubicBezTo>
                <a:cubicBezTo>
                  <a:pt x="912454" y="3077622"/>
                  <a:pt x="848655" y="3061861"/>
                  <a:pt x="854473" y="2994250"/>
                </a:cubicBezTo>
                <a:cubicBezTo>
                  <a:pt x="856228" y="2975057"/>
                  <a:pt x="838125" y="2961827"/>
                  <a:pt x="811593" y="2970498"/>
                </a:cubicBezTo>
                <a:cubicBezTo>
                  <a:pt x="761454" y="2987010"/>
                  <a:pt x="736680" y="2962489"/>
                  <a:pt x="707024" y="2945439"/>
                </a:cubicBezTo>
                <a:cubicBezTo>
                  <a:pt x="654509" y="2915262"/>
                  <a:pt x="603913" y="2882480"/>
                  <a:pt x="523487" y="2886053"/>
                </a:cubicBezTo>
                <a:cubicBezTo>
                  <a:pt x="537017" y="2855468"/>
                  <a:pt x="563587" y="2856758"/>
                  <a:pt x="587884" y="2859746"/>
                </a:cubicBezTo>
                <a:cubicBezTo>
                  <a:pt x="652090" y="2867866"/>
                  <a:pt x="715235" y="2878012"/>
                  <a:pt x="779426" y="2885897"/>
                </a:cubicBezTo>
                <a:cubicBezTo>
                  <a:pt x="821123" y="2891048"/>
                  <a:pt x="863074" y="2900202"/>
                  <a:pt x="917288" y="2882248"/>
                </a:cubicBezTo>
                <a:cubicBezTo>
                  <a:pt x="866364" y="2830288"/>
                  <a:pt x="785092" y="2829930"/>
                  <a:pt x="718684" y="2819941"/>
                </a:cubicBezTo>
                <a:cubicBezTo>
                  <a:pt x="635747" y="2807447"/>
                  <a:pt x="584925" y="2771133"/>
                  <a:pt x="524650" y="2731220"/>
                </a:cubicBezTo>
                <a:cubicBezTo>
                  <a:pt x="584180" y="2712621"/>
                  <a:pt x="623299" y="2742760"/>
                  <a:pt x="670138" y="2735189"/>
                </a:cubicBezTo>
                <a:cubicBezTo>
                  <a:pt x="672406" y="2728745"/>
                  <a:pt x="675988" y="2719532"/>
                  <a:pt x="675382" y="2719369"/>
                </a:cubicBezTo>
                <a:cubicBezTo>
                  <a:pt x="596666" y="2703042"/>
                  <a:pt x="557844" y="2658869"/>
                  <a:pt x="542021" y="2601946"/>
                </a:cubicBezTo>
                <a:cubicBezTo>
                  <a:pt x="533902" y="2572560"/>
                  <a:pt x="505246" y="2566541"/>
                  <a:pt x="476895" y="2555976"/>
                </a:cubicBezTo>
                <a:cubicBezTo>
                  <a:pt x="377189" y="2518466"/>
                  <a:pt x="272496" y="2486779"/>
                  <a:pt x="188751" y="2428830"/>
                </a:cubicBezTo>
                <a:cubicBezTo>
                  <a:pt x="280875" y="2426687"/>
                  <a:pt x="357216" y="2461808"/>
                  <a:pt x="456762" y="2468731"/>
                </a:cubicBezTo>
                <a:cubicBezTo>
                  <a:pt x="373794" y="2404281"/>
                  <a:pt x="269816" y="2379152"/>
                  <a:pt x="174514" y="2345378"/>
                </a:cubicBezTo>
                <a:cubicBezTo>
                  <a:pt x="130977" y="2330009"/>
                  <a:pt x="90329" y="2308598"/>
                  <a:pt x="38827" y="2303685"/>
                </a:cubicBezTo>
                <a:cubicBezTo>
                  <a:pt x="20556" y="2301864"/>
                  <a:pt x="-10092" y="2297272"/>
                  <a:pt x="3281" y="2273587"/>
                </a:cubicBezTo>
                <a:cubicBezTo>
                  <a:pt x="14533" y="2253956"/>
                  <a:pt x="39095" y="2256437"/>
                  <a:pt x="61590" y="2259170"/>
                </a:cubicBezTo>
                <a:cubicBezTo>
                  <a:pt x="115591" y="2265916"/>
                  <a:pt x="170539" y="2259497"/>
                  <a:pt x="242291" y="2250569"/>
                </a:cubicBezTo>
                <a:cubicBezTo>
                  <a:pt x="178223" y="2197829"/>
                  <a:pt x="68904" y="2229102"/>
                  <a:pt x="13205" y="2172263"/>
                </a:cubicBezTo>
                <a:cubicBezTo>
                  <a:pt x="77196" y="2153598"/>
                  <a:pt x="128251" y="2170191"/>
                  <a:pt x="180810" y="2168333"/>
                </a:cubicBezTo>
                <a:cubicBezTo>
                  <a:pt x="228319" y="2166612"/>
                  <a:pt x="239444" y="2154350"/>
                  <a:pt x="226020" y="2121100"/>
                </a:cubicBezTo>
                <a:cubicBezTo>
                  <a:pt x="205165" y="2069293"/>
                  <a:pt x="229388" y="2038364"/>
                  <a:pt x="299145" y="2044862"/>
                </a:cubicBezTo>
                <a:cubicBezTo>
                  <a:pt x="363822" y="2051027"/>
                  <a:pt x="369032" y="2029991"/>
                  <a:pt x="350236" y="2001187"/>
                </a:cubicBezTo>
                <a:cubicBezTo>
                  <a:pt x="322862" y="1959187"/>
                  <a:pt x="348423" y="1921214"/>
                  <a:pt x="365223" y="1881218"/>
                </a:cubicBezTo>
                <a:cubicBezTo>
                  <a:pt x="390527" y="1820499"/>
                  <a:pt x="376326" y="1793748"/>
                  <a:pt x="310707" y="1758752"/>
                </a:cubicBezTo>
                <a:cubicBezTo>
                  <a:pt x="273754" y="1739265"/>
                  <a:pt x="234367" y="1723631"/>
                  <a:pt x="181659" y="1709137"/>
                </a:cubicBezTo>
                <a:cubicBezTo>
                  <a:pt x="299387" y="1683727"/>
                  <a:pt x="172918" y="1660608"/>
                  <a:pt x="213063" y="1632021"/>
                </a:cubicBezTo>
                <a:cubicBezTo>
                  <a:pt x="296030" y="1612244"/>
                  <a:pt x="369047" y="1679323"/>
                  <a:pt x="481390" y="1644125"/>
                </a:cubicBezTo>
                <a:cubicBezTo>
                  <a:pt x="336659" y="1595935"/>
                  <a:pt x="176348" y="1532074"/>
                  <a:pt x="68930" y="1457537"/>
                </a:cubicBezTo>
                <a:cubicBezTo>
                  <a:pt x="91299" y="1434897"/>
                  <a:pt x="115799" y="1450436"/>
                  <a:pt x="135138" y="1440976"/>
                </a:cubicBezTo>
                <a:cubicBezTo>
                  <a:pt x="133952" y="1436374"/>
                  <a:pt x="135290" y="1429332"/>
                  <a:pt x="131611" y="1427642"/>
                </a:cubicBezTo>
                <a:cubicBezTo>
                  <a:pt x="52402" y="1389548"/>
                  <a:pt x="51441" y="1388478"/>
                  <a:pt x="130443" y="1343795"/>
                </a:cubicBezTo>
                <a:cubicBezTo>
                  <a:pt x="158017" y="1328118"/>
                  <a:pt x="154966" y="1317573"/>
                  <a:pt x="138930" y="1304094"/>
                </a:cubicBezTo>
                <a:cubicBezTo>
                  <a:pt x="127608" y="1294551"/>
                  <a:pt x="113720" y="1286742"/>
                  <a:pt x="118409" y="1262212"/>
                </a:cubicBezTo>
                <a:cubicBezTo>
                  <a:pt x="164937" y="1287183"/>
                  <a:pt x="383505" y="1312432"/>
                  <a:pt x="421410" y="1304757"/>
                </a:cubicBezTo>
                <a:cubicBezTo>
                  <a:pt x="464009" y="1296037"/>
                  <a:pt x="610877" y="1288926"/>
                  <a:pt x="655702" y="1291801"/>
                </a:cubicBezTo>
                <a:cubicBezTo>
                  <a:pt x="653235" y="1290438"/>
                  <a:pt x="650767" y="1289077"/>
                  <a:pt x="648299" y="1287715"/>
                </a:cubicBezTo>
                <a:cubicBezTo>
                  <a:pt x="603999" y="1260339"/>
                  <a:pt x="559107" y="1233035"/>
                  <a:pt x="531027" y="1193967"/>
                </a:cubicBezTo>
                <a:cubicBezTo>
                  <a:pt x="529741" y="1192462"/>
                  <a:pt x="529061" y="1191120"/>
                  <a:pt x="526433" y="1191913"/>
                </a:cubicBezTo>
                <a:cubicBezTo>
                  <a:pt x="503415" y="1199684"/>
                  <a:pt x="505590" y="1187083"/>
                  <a:pt x="504666" y="1177230"/>
                </a:cubicBezTo>
                <a:cubicBezTo>
                  <a:pt x="503726" y="1167141"/>
                  <a:pt x="499378" y="1159602"/>
                  <a:pt x="482307" y="1162618"/>
                </a:cubicBezTo>
                <a:cubicBezTo>
                  <a:pt x="481421" y="1162726"/>
                  <a:pt x="480226" y="1162633"/>
                  <a:pt x="479029" y="1162540"/>
                </a:cubicBezTo>
                <a:cubicBezTo>
                  <a:pt x="470949" y="1161859"/>
                  <a:pt x="444139" y="1138059"/>
                  <a:pt x="447663" y="1132649"/>
                </a:cubicBezTo>
                <a:cubicBezTo>
                  <a:pt x="455539" y="1120781"/>
                  <a:pt x="446335" y="1116439"/>
                  <a:pt x="438547" y="1110977"/>
                </a:cubicBezTo>
                <a:cubicBezTo>
                  <a:pt x="427656" y="1103517"/>
                  <a:pt x="416795" y="1096529"/>
                  <a:pt x="405343" y="1089612"/>
                </a:cubicBezTo>
                <a:cubicBezTo>
                  <a:pt x="394202" y="1082895"/>
                  <a:pt x="382794" y="1076684"/>
                  <a:pt x="371373" y="1070238"/>
                </a:cubicBezTo>
                <a:cubicBezTo>
                  <a:pt x="344889" y="1065616"/>
                  <a:pt x="318169" y="1061972"/>
                  <a:pt x="290358" y="1059884"/>
                </a:cubicBezTo>
                <a:cubicBezTo>
                  <a:pt x="269709" y="1058114"/>
                  <a:pt x="246624" y="1055453"/>
                  <a:pt x="235140" y="1029322"/>
                </a:cubicBezTo>
                <a:cubicBezTo>
                  <a:pt x="256895" y="1029771"/>
                  <a:pt x="278695" y="1030927"/>
                  <a:pt x="300494" y="1032083"/>
                </a:cubicBezTo>
                <a:cubicBezTo>
                  <a:pt x="279542" y="1020860"/>
                  <a:pt x="259181" y="1009565"/>
                  <a:pt x="239661" y="997457"/>
                </a:cubicBezTo>
                <a:cubicBezTo>
                  <a:pt x="223540" y="987309"/>
                  <a:pt x="210281" y="975391"/>
                  <a:pt x="204788" y="959211"/>
                </a:cubicBezTo>
                <a:cubicBezTo>
                  <a:pt x="203337" y="955117"/>
                  <a:pt x="202166" y="950750"/>
                  <a:pt x="207583" y="947009"/>
                </a:cubicBezTo>
                <a:cubicBezTo>
                  <a:pt x="213561" y="942727"/>
                  <a:pt x="218466" y="944980"/>
                  <a:pt x="223061" y="947033"/>
                </a:cubicBezTo>
                <a:cubicBezTo>
                  <a:pt x="242046" y="955410"/>
                  <a:pt x="261311" y="963516"/>
                  <a:pt x="280015" y="972164"/>
                </a:cubicBezTo>
                <a:cubicBezTo>
                  <a:pt x="304852" y="983629"/>
                  <a:pt x="329408" y="995365"/>
                  <a:pt x="353948" y="1006865"/>
                </a:cubicBezTo>
                <a:cubicBezTo>
                  <a:pt x="319294" y="981405"/>
                  <a:pt x="281290" y="959435"/>
                  <a:pt x="240466" y="939943"/>
                </a:cubicBezTo>
                <a:cubicBezTo>
                  <a:pt x="210990" y="925718"/>
                  <a:pt x="181514" y="911494"/>
                  <a:pt x="158812" y="891467"/>
                </a:cubicBezTo>
                <a:cubicBezTo>
                  <a:pt x="147166" y="881489"/>
                  <a:pt x="141336" y="869384"/>
                  <a:pt x="139551" y="855364"/>
                </a:cubicBezTo>
                <a:cubicBezTo>
                  <a:pt x="139312" y="851597"/>
                  <a:pt x="139634" y="847287"/>
                  <a:pt x="145731" y="844888"/>
                </a:cubicBezTo>
                <a:cubicBezTo>
                  <a:pt x="151843" y="842724"/>
                  <a:pt x="155581" y="845356"/>
                  <a:pt x="158154" y="848366"/>
                </a:cubicBezTo>
                <a:cubicBezTo>
                  <a:pt x="161052" y="851811"/>
                  <a:pt x="164496" y="854479"/>
                  <a:pt x="169370" y="856260"/>
                </a:cubicBezTo>
                <a:cubicBezTo>
                  <a:pt x="212096" y="872913"/>
                  <a:pt x="249775" y="894448"/>
                  <a:pt x="288295" y="915169"/>
                </a:cubicBezTo>
                <a:cubicBezTo>
                  <a:pt x="343452" y="944788"/>
                  <a:pt x="397769" y="975222"/>
                  <a:pt x="462694" y="994643"/>
                </a:cubicBezTo>
                <a:cubicBezTo>
                  <a:pt x="487260" y="1001870"/>
                  <a:pt x="512622" y="1007575"/>
                  <a:pt x="531910" y="1006664"/>
                </a:cubicBezTo>
                <a:cubicBezTo>
                  <a:pt x="460990" y="972547"/>
                  <a:pt x="394087" y="936046"/>
                  <a:pt x="333940" y="893507"/>
                </a:cubicBezTo>
                <a:cubicBezTo>
                  <a:pt x="273173" y="850568"/>
                  <a:pt x="219876" y="803403"/>
                  <a:pt x="181443" y="746608"/>
                </a:cubicBezTo>
                <a:cubicBezTo>
                  <a:pt x="177494" y="740681"/>
                  <a:pt x="175038" y="734810"/>
                  <a:pt x="162678" y="737018"/>
                </a:cubicBezTo>
                <a:cubicBezTo>
                  <a:pt x="157082" y="737933"/>
                  <a:pt x="155070" y="734381"/>
                  <a:pt x="156307" y="730435"/>
                </a:cubicBezTo>
                <a:cubicBezTo>
                  <a:pt x="164051" y="702450"/>
                  <a:pt x="145532" y="687373"/>
                  <a:pt x="117227" y="677515"/>
                </a:cubicBezTo>
                <a:cubicBezTo>
                  <a:pt x="108392" y="674314"/>
                  <a:pt x="107546" y="670384"/>
                  <a:pt x="113655" y="663474"/>
                </a:cubicBezTo>
                <a:cubicBezTo>
                  <a:pt x="121976" y="653926"/>
                  <a:pt x="120506" y="644851"/>
                  <a:pt x="115226" y="636712"/>
                </a:cubicBezTo>
                <a:cubicBezTo>
                  <a:pt x="112224" y="631619"/>
                  <a:pt x="108350" y="626868"/>
                  <a:pt x="105067" y="622046"/>
                </a:cubicBezTo>
                <a:cubicBezTo>
                  <a:pt x="102790" y="619000"/>
                  <a:pt x="99022" y="615897"/>
                  <a:pt x="104113" y="611722"/>
                </a:cubicBezTo>
                <a:cubicBezTo>
                  <a:pt x="108939" y="608053"/>
                  <a:pt x="114081" y="609328"/>
                  <a:pt x="118895" y="610169"/>
                </a:cubicBezTo>
                <a:cubicBezTo>
                  <a:pt x="142040" y="613772"/>
                  <a:pt x="156094" y="624170"/>
                  <a:pt x="163095" y="640642"/>
                </a:cubicBezTo>
                <a:cubicBezTo>
                  <a:pt x="168334" y="652819"/>
                  <a:pt x="173104" y="652953"/>
                  <a:pt x="185766" y="641454"/>
                </a:cubicBezTo>
                <a:cubicBezTo>
                  <a:pt x="195327" y="632704"/>
                  <a:pt x="204232" y="632337"/>
                  <a:pt x="212892" y="637457"/>
                </a:cubicBezTo>
                <a:cubicBezTo>
                  <a:pt x="217516" y="639981"/>
                  <a:pt x="220444" y="643897"/>
                  <a:pt x="223932" y="647271"/>
                </a:cubicBezTo>
                <a:cubicBezTo>
                  <a:pt x="241420" y="664845"/>
                  <a:pt x="259762" y="681841"/>
                  <a:pt x="287167" y="691571"/>
                </a:cubicBezTo>
                <a:cubicBezTo>
                  <a:pt x="299355" y="696027"/>
                  <a:pt x="312354" y="699197"/>
                  <a:pt x="330380" y="692506"/>
                </a:cubicBezTo>
                <a:cubicBezTo>
                  <a:pt x="318517" y="688486"/>
                  <a:pt x="306954" y="689175"/>
                  <a:pt x="296172" y="688108"/>
                </a:cubicBezTo>
                <a:cubicBezTo>
                  <a:pt x="285390" y="687041"/>
                  <a:pt x="279539" y="683953"/>
                  <a:pt x="286974" y="674512"/>
                </a:cubicBezTo>
                <a:cubicBezTo>
                  <a:pt x="291105" y="669267"/>
                  <a:pt x="290555" y="665301"/>
                  <a:pt x="286166" y="661798"/>
                </a:cubicBezTo>
                <a:cubicBezTo>
                  <a:pt x="272052" y="650459"/>
                  <a:pt x="264416" y="633352"/>
                  <a:pt x="236268" y="635338"/>
                </a:cubicBezTo>
                <a:cubicBezTo>
                  <a:pt x="234792" y="635517"/>
                  <a:pt x="233255" y="634754"/>
                  <a:pt x="231734" y="634225"/>
                </a:cubicBezTo>
                <a:cubicBezTo>
                  <a:pt x="225957" y="632316"/>
                  <a:pt x="219575" y="630241"/>
                  <a:pt x="221253" y="623870"/>
                </a:cubicBezTo>
                <a:cubicBezTo>
                  <a:pt x="223227" y="617462"/>
                  <a:pt x="230816" y="615119"/>
                  <a:pt x="237564" y="613590"/>
                </a:cubicBezTo>
                <a:cubicBezTo>
                  <a:pt x="254884" y="609831"/>
                  <a:pt x="268844" y="614072"/>
                  <a:pt x="282259" y="619091"/>
                </a:cubicBezTo>
                <a:cubicBezTo>
                  <a:pt x="314893" y="631509"/>
                  <a:pt x="342201" y="649080"/>
                  <a:pt x="370630" y="665566"/>
                </a:cubicBezTo>
                <a:cubicBezTo>
                  <a:pt x="413275" y="690295"/>
                  <a:pt x="451153" y="719635"/>
                  <a:pt x="498017" y="740532"/>
                </a:cubicBezTo>
                <a:cubicBezTo>
                  <a:pt x="637369" y="802423"/>
                  <a:pt x="774774" y="866448"/>
                  <a:pt x="918036" y="924307"/>
                </a:cubicBezTo>
                <a:cubicBezTo>
                  <a:pt x="970882" y="945666"/>
                  <a:pt x="1024819" y="965469"/>
                  <a:pt x="1079304" y="984494"/>
                </a:cubicBezTo>
                <a:cubicBezTo>
                  <a:pt x="1079509" y="983045"/>
                  <a:pt x="1079744" y="982067"/>
                  <a:pt x="1079935" y="980383"/>
                </a:cubicBezTo>
                <a:cubicBezTo>
                  <a:pt x="1079860" y="979206"/>
                  <a:pt x="1079770" y="977793"/>
                  <a:pt x="1079695" y="976616"/>
                </a:cubicBezTo>
                <a:cubicBezTo>
                  <a:pt x="1041139" y="964679"/>
                  <a:pt x="1003098" y="951491"/>
                  <a:pt x="966178" y="937219"/>
                </a:cubicBezTo>
                <a:cubicBezTo>
                  <a:pt x="875541" y="901932"/>
                  <a:pt x="791930" y="860100"/>
                  <a:pt x="720106" y="807112"/>
                </a:cubicBezTo>
                <a:cubicBezTo>
                  <a:pt x="714181" y="802848"/>
                  <a:pt x="707904" y="802421"/>
                  <a:pt x="698823" y="804708"/>
                </a:cubicBezTo>
                <a:cubicBezTo>
                  <a:pt x="669544" y="812288"/>
                  <a:pt x="659939" y="806334"/>
                  <a:pt x="664513" y="784663"/>
                </a:cubicBezTo>
                <a:cubicBezTo>
                  <a:pt x="665660" y="779304"/>
                  <a:pt x="665686" y="775031"/>
                  <a:pt x="660380" y="771165"/>
                </a:cubicBezTo>
                <a:cubicBezTo>
                  <a:pt x="636661" y="753871"/>
                  <a:pt x="611807" y="737427"/>
                  <a:pt x="584959" y="722409"/>
                </a:cubicBezTo>
                <a:cubicBezTo>
                  <a:pt x="535282" y="694735"/>
                  <a:pt x="482226" y="670082"/>
                  <a:pt x="435649" y="639659"/>
                </a:cubicBezTo>
                <a:cubicBezTo>
                  <a:pt x="421965" y="630403"/>
                  <a:pt x="411440" y="619340"/>
                  <a:pt x="404944" y="606128"/>
                </a:cubicBezTo>
                <a:cubicBezTo>
                  <a:pt x="402872" y="601635"/>
                  <a:pt x="401613" y="595856"/>
                  <a:pt x="408476" y="591466"/>
                </a:cubicBezTo>
                <a:cubicBezTo>
                  <a:pt x="415044" y="587111"/>
                  <a:pt x="420320" y="590506"/>
                  <a:pt x="425225" y="592759"/>
                </a:cubicBezTo>
                <a:cubicBezTo>
                  <a:pt x="445746" y="601899"/>
                  <a:pt x="466578" y="611238"/>
                  <a:pt x="487115" y="620614"/>
                </a:cubicBezTo>
                <a:cubicBezTo>
                  <a:pt x="507947" y="629954"/>
                  <a:pt x="528514" y="639800"/>
                  <a:pt x="550277" y="649738"/>
                </a:cubicBezTo>
                <a:cubicBezTo>
                  <a:pt x="551408" y="644145"/>
                  <a:pt x="546904" y="643504"/>
                  <a:pt x="544421" y="641907"/>
                </a:cubicBezTo>
                <a:cubicBezTo>
                  <a:pt x="509355" y="619344"/>
                  <a:pt x="471190" y="599529"/>
                  <a:pt x="431905" y="580799"/>
                </a:cubicBezTo>
                <a:cubicBezTo>
                  <a:pt x="401512" y="566211"/>
                  <a:pt x="371947" y="550574"/>
                  <a:pt x="351177" y="528177"/>
                </a:cubicBezTo>
                <a:cubicBezTo>
                  <a:pt x="343180" y="519419"/>
                  <a:pt x="338696" y="509759"/>
                  <a:pt x="339749" y="498244"/>
                </a:cubicBezTo>
                <a:cubicBezTo>
                  <a:pt x="340115" y="494641"/>
                  <a:pt x="340481" y="491037"/>
                  <a:pt x="346313" y="489145"/>
                </a:cubicBezTo>
                <a:cubicBezTo>
                  <a:pt x="350979" y="487631"/>
                  <a:pt x="354067" y="489392"/>
                  <a:pt x="356579" y="491460"/>
                </a:cubicBezTo>
                <a:cubicBezTo>
                  <a:pt x="360984" y="495197"/>
                  <a:pt x="365388" y="498934"/>
                  <a:pt x="371505" y="501516"/>
                </a:cubicBezTo>
                <a:cubicBezTo>
                  <a:pt x="408203" y="517000"/>
                  <a:pt x="442659" y="534654"/>
                  <a:pt x="476275" y="553122"/>
                </a:cubicBezTo>
                <a:cubicBezTo>
                  <a:pt x="531461" y="583213"/>
                  <a:pt x="586103" y="614082"/>
                  <a:pt x="649952" y="635294"/>
                </a:cubicBezTo>
                <a:cubicBezTo>
                  <a:pt x="673972" y="643298"/>
                  <a:pt x="698805" y="650018"/>
                  <a:pt x="727161" y="651328"/>
                </a:cubicBezTo>
                <a:cubicBezTo>
                  <a:pt x="726126" y="649081"/>
                  <a:pt x="724263" y="647883"/>
                  <a:pt x="722417" y="646921"/>
                </a:cubicBezTo>
                <a:cubicBezTo>
                  <a:pt x="660627" y="615969"/>
                  <a:pt x="600830" y="583590"/>
                  <a:pt x="546079" y="546328"/>
                </a:cubicBezTo>
                <a:cubicBezTo>
                  <a:pt x="478576" y="500409"/>
                  <a:pt x="420223" y="448637"/>
                  <a:pt x="378182" y="386585"/>
                </a:cubicBezTo>
                <a:cubicBezTo>
                  <a:pt x="376229" y="383975"/>
                  <a:pt x="374884" y="381528"/>
                  <a:pt x="370158" y="382100"/>
                </a:cubicBezTo>
                <a:cubicBezTo>
                  <a:pt x="358064" y="383802"/>
                  <a:pt x="356583" y="379236"/>
                  <a:pt x="357861" y="371252"/>
                </a:cubicBezTo>
                <a:cubicBezTo>
                  <a:pt x="361373" y="351608"/>
                  <a:pt x="352380" y="336565"/>
                  <a:pt x="331313" y="328203"/>
                </a:cubicBezTo>
                <a:cubicBezTo>
                  <a:pt x="316037" y="321986"/>
                  <a:pt x="303183" y="316425"/>
                  <a:pt x="319354" y="299282"/>
                </a:cubicBezTo>
                <a:cubicBezTo>
                  <a:pt x="323265" y="295249"/>
                  <a:pt x="321459" y="290249"/>
                  <a:pt x="319682" y="285719"/>
                </a:cubicBezTo>
                <a:cubicBezTo>
                  <a:pt x="317166" y="278905"/>
                  <a:pt x="312080" y="273828"/>
                  <a:pt x="306391" y="268585"/>
                </a:cubicBezTo>
                <a:cubicBezTo>
                  <a:pt x="303227" y="265647"/>
                  <a:pt x="299399" y="261602"/>
                  <a:pt x="303294" y="257334"/>
                </a:cubicBezTo>
                <a:cubicBezTo>
                  <a:pt x="307735" y="252289"/>
                  <a:pt x="314131" y="254598"/>
                  <a:pt x="319242" y="255403"/>
                </a:cubicBezTo>
                <a:cubicBezTo>
                  <a:pt x="342683" y="258970"/>
                  <a:pt x="357062" y="269803"/>
                  <a:pt x="364093" y="286745"/>
                </a:cubicBezTo>
                <a:cubicBezTo>
                  <a:pt x="368651" y="297582"/>
                  <a:pt x="374307" y="297608"/>
                  <a:pt x="385301" y="287973"/>
                </a:cubicBezTo>
                <a:cubicBezTo>
                  <a:pt x="397712" y="277216"/>
                  <a:pt x="408079" y="276436"/>
                  <a:pt x="417598" y="285722"/>
                </a:cubicBezTo>
                <a:cubicBezTo>
                  <a:pt x="425226" y="293339"/>
                  <a:pt x="431406" y="301607"/>
                  <a:pt x="440155" y="308139"/>
                </a:cubicBezTo>
                <a:cubicBezTo>
                  <a:pt x="463623" y="326175"/>
                  <a:pt x="485720" y="346039"/>
                  <a:pt x="534406" y="339430"/>
                </a:cubicBezTo>
                <a:cubicBezTo>
                  <a:pt x="520872" y="332528"/>
                  <a:pt x="507316" y="334645"/>
                  <a:pt x="495633" y="333450"/>
                </a:cubicBezTo>
                <a:cubicBezTo>
                  <a:pt x="487244" y="332567"/>
                  <a:pt x="478750" y="330037"/>
                  <a:pt x="486289" y="322243"/>
                </a:cubicBezTo>
                <a:cubicBezTo>
                  <a:pt x="494951" y="313365"/>
                  <a:pt x="489365" y="309771"/>
                  <a:pt x="484000" y="304964"/>
                </a:cubicBezTo>
                <a:cubicBezTo>
                  <a:pt x="471673" y="293645"/>
                  <a:pt x="461604" y="280392"/>
                  <a:pt x="436911" y="280536"/>
                </a:cubicBezTo>
                <a:cubicBezTo>
                  <a:pt x="433041" y="280530"/>
                  <a:pt x="429923" y="278297"/>
                  <a:pt x="426865" y="277007"/>
                </a:cubicBezTo>
                <a:cubicBezTo>
                  <a:pt x="422581" y="275154"/>
                  <a:pt x="418872" y="272993"/>
                  <a:pt x="420654" y="268269"/>
                </a:cubicBezTo>
                <a:cubicBezTo>
                  <a:pt x="422468" y="264016"/>
                  <a:pt x="426748" y="261125"/>
                  <a:pt x="432329" y="259975"/>
                </a:cubicBezTo>
                <a:cubicBezTo>
                  <a:pt x="437320" y="258895"/>
                  <a:pt x="442621" y="258016"/>
                  <a:pt x="447672" y="257879"/>
                </a:cubicBezTo>
                <a:cubicBezTo>
                  <a:pt x="470223" y="256809"/>
                  <a:pt x="486254" y="265543"/>
                  <a:pt x="502242" y="273572"/>
                </a:cubicBezTo>
                <a:cubicBezTo>
                  <a:pt x="558179" y="301436"/>
                  <a:pt x="607891" y="334326"/>
                  <a:pt x="659874" y="365516"/>
                </a:cubicBezTo>
                <a:cubicBezTo>
                  <a:pt x="711842" y="396471"/>
                  <a:pt x="772192" y="418818"/>
                  <a:pt x="829177" y="444421"/>
                </a:cubicBezTo>
                <a:cubicBezTo>
                  <a:pt x="960626" y="503711"/>
                  <a:pt x="1092650" y="562693"/>
                  <a:pt x="1231903" y="613682"/>
                </a:cubicBezTo>
                <a:cubicBezTo>
                  <a:pt x="1368099" y="663381"/>
                  <a:pt x="1823141" y="686561"/>
                  <a:pt x="1911736" y="685084"/>
                </a:cubicBezTo>
                <a:cubicBezTo>
                  <a:pt x="2024994" y="682992"/>
                  <a:pt x="2291986" y="655399"/>
                  <a:pt x="2564313" y="632143"/>
                </a:cubicBezTo>
                <a:cubicBezTo>
                  <a:pt x="2595089" y="629364"/>
                  <a:pt x="2625288" y="626893"/>
                  <a:pt x="2657304" y="624913"/>
                </a:cubicBezTo>
                <a:cubicBezTo>
                  <a:pt x="3564401" y="568191"/>
                  <a:pt x="4203594" y="276765"/>
                  <a:pt x="4235818" y="259339"/>
                </a:cubicBezTo>
                <a:cubicBezTo>
                  <a:pt x="4287616" y="231474"/>
                  <a:pt x="4460006" y="176429"/>
                  <a:pt x="4460331" y="176864"/>
                </a:cubicBezTo>
                <a:cubicBezTo>
                  <a:pt x="4464175" y="181144"/>
                  <a:pt x="4483735" y="184529"/>
                  <a:pt x="4499578" y="186791"/>
                </a:cubicBezTo>
                <a:lnTo>
                  <a:pt x="4514640" y="188841"/>
                </a:lnTo>
                <a:lnTo>
                  <a:pt x="4516523" y="189988"/>
                </a:lnTo>
                <a:cubicBezTo>
                  <a:pt x="4522035" y="190091"/>
                  <a:pt x="4521760" y="189857"/>
                  <a:pt x="4518126" y="189316"/>
                </a:cubicBezTo>
                <a:lnTo>
                  <a:pt x="4514640" y="188841"/>
                </a:lnTo>
                <a:lnTo>
                  <a:pt x="4511569" y="186970"/>
                </a:lnTo>
                <a:cubicBezTo>
                  <a:pt x="4510788" y="185226"/>
                  <a:pt x="4510719" y="182981"/>
                  <a:pt x="4510888" y="180943"/>
                </a:cubicBezTo>
                <a:cubicBezTo>
                  <a:pt x="4511690" y="170169"/>
                  <a:pt x="4517648" y="160906"/>
                  <a:pt x="4531865" y="155151"/>
                </a:cubicBezTo>
                <a:cubicBezTo>
                  <a:pt x="4545507" y="149703"/>
                  <a:pt x="4559473" y="144689"/>
                  <a:pt x="4573441" y="139676"/>
                </a:cubicBezTo>
                <a:cubicBezTo>
                  <a:pt x="4585075" y="135420"/>
                  <a:pt x="4593048" y="134454"/>
                  <a:pt x="4594964" y="145847"/>
                </a:cubicBezTo>
                <a:cubicBezTo>
                  <a:pt x="4596879" y="157242"/>
                  <a:pt x="4613452" y="160454"/>
                  <a:pt x="4623059" y="152410"/>
                </a:cubicBezTo>
                <a:cubicBezTo>
                  <a:pt x="4660632" y="120811"/>
                  <a:pt x="4705757" y="95654"/>
                  <a:pt x="4748356" y="68192"/>
                </a:cubicBezTo>
                <a:cubicBezTo>
                  <a:pt x="4778098" y="49168"/>
                  <a:pt x="4809406" y="31378"/>
                  <a:pt x="4833812" y="8017"/>
                </a:cubicBezTo>
                <a:cubicBezTo>
                  <a:pt x="4838299" y="3678"/>
                  <a:pt x="4842399" y="-2039"/>
                  <a:pt x="4850908" y="727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A12223-BEF7-4D65-839E-602AA97235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0941" y="685801"/>
            <a:ext cx="3494859" cy="5491162"/>
          </a:xfrm>
        </p:spPr>
        <p:txBody>
          <a:bodyPr>
            <a:normAutofit/>
          </a:bodyPr>
          <a:lstStyle/>
          <a:p>
            <a:r>
              <a:rPr lang="en-US" dirty="0"/>
              <a:t>Optimized Locking — Benefits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1B0CD93-9C06-7DBF-2E76-BE77A78435D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9717578"/>
              </p:ext>
            </p:extLst>
          </p:nvPr>
        </p:nvGraphicFramePr>
        <p:xfrm>
          <a:off x="4702547" y="838199"/>
          <a:ext cx="6651253" cy="53387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12069081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Metal tic-tac-toe game pieces">
            <a:extLst>
              <a:ext uri="{FF2B5EF4-FFF2-40B4-BE49-F238E27FC236}">
                <a16:creationId xmlns:a16="http://schemas.microsoft.com/office/drawing/2014/main" id="{424DB878-29B4-A4C3-8980-34619B20A4E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 t="19239" b="5761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25FEE28-C54B-E39C-B23F-97F44D73D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122362"/>
            <a:ext cx="9144000" cy="290051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>
                <a:solidFill>
                  <a:srgbClr val="FFFFFF"/>
                </a:solidFill>
              </a:rPr>
              <a:t>Demo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29761D-4AEA-6773-2355-7F9A25BA1E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4000" y="4159404"/>
            <a:ext cx="9144000" cy="1098395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US" b="1" dirty="0">
                <a:solidFill>
                  <a:srgbClr val="FFFFFF"/>
                </a:solidFill>
              </a:rPr>
              <a:t>Improving Application Concurrency with Optimized Locking</a:t>
            </a:r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90885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A8AD214-043C-3F8D-1E29-7A78F7B56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Intelligent Query Processing — What's New</a:t>
            </a:r>
          </a:p>
        </p:txBody>
      </p:sp>
      <p:graphicFrame>
        <p:nvGraphicFramePr>
          <p:cNvPr id="7" name="Content Placeholder 4">
            <a:extLst>
              <a:ext uri="{FF2B5EF4-FFF2-40B4-BE49-F238E27FC236}">
                <a16:creationId xmlns:a16="http://schemas.microsoft.com/office/drawing/2014/main" id="{3B187C27-7029-DED4-C9DF-600CD486851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016301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09744753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3C7E3-2053-603B-8335-42CD708AB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Optimized </a:t>
            </a:r>
            <a:r>
              <a:rPr lang="en-US" i="1" dirty="0" err="1"/>
              <a:t>sp_executesql</a:t>
            </a:r>
            <a:endParaRPr lang="en-US" i="1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30EC112-0AA5-ABDE-6087-5865F5110B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21041665"/>
              </p:ext>
            </p:extLst>
          </p:nvPr>
        </p:nvGraphicFramePr>
        <p:xfrm>
          <a:off x="838200" y="1836914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02545051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C468A-2664-630D-852D-26EC17BF5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011" y="327025"/>
            <a:ext cx="5324477" cy="1630363"/>
          </a:xfrm>
        </p:spPr>
        <p:txBody>
          <a:bodyPr anchor="b">
            <a:normAutofit/>
          </a:bodyPr>
          <a:lstStyle/>
          <a:p>
            <a:r>
              <a:rPr lang="en-US" sz="3600"/>
              <a:t>Batch Mode Optimizations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8B8C998-984D-86EB-047B-88D0A6AE392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665" r="5854" b="-1"/>
          <a:stretch>
            <a:fillRect/>
          </a:stretch>
        </p:blipFill>
        <p:spPr>
          <a:xfrm>
            <a:off x="5966355" y="1"/>
            <a:ext cx="6225645" cy="6856412"/>
          </a:xfrm>
          <a:custGeom>
            <a:avLst/>
            <a:gdLst/>
            <a:ahLst/>
            <a:cxnLst/>
            <a:rect l="l" t="t" r="r" b="b"/>
            <a:pathLst>
              <a:path w="5620032" h="6856412">
                <a:moveTo>
                  <a:pt x="13187" y="0"/>
                </a:moveTo>
                <a:lnTo>
                  <a:pt x="5620032" y="0"/>
                </a:lnTo>
                <a:lnTo>
                  <a:pt x="5620032" y="6856412"/>
                </a:lnTo>
                <a:lnTo>
                  <a:pt x="0" y="6856412"/>
                </a:lnTo>
                <a:lnTo>
                  <a:pt x="64318" y="6298274"/>
                </a:lnTo>
                <a:cubicBezTo>
                  <a:pt x="203221" y="4970220"/>
                  <a:pt x="240510" y="3632077"/>
                  <a:pt x="97152" y="2276000"/>
                </a:cubicBezTo>
                <a:cubicBezTo>
                  <a:pt x="35713" y="1694824"/>
                  <a:pt x="7455" y="1116942"/>
                  <a:pt x="6154" y="541737"/>
                </a:cubicBezTo>
                <a:close/>
              </a:path>
            </a:pathLst>
          </a:cu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0AB0D2C-C8B9-D7D4-0951-8684D8FFF98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48313632"/>
              </p:ext>
            </p:extLst>
          </p:nvPr>
        </p:nvGraphicFramePr>
        <p:xfrm>
          <a:off x="481013" y="2286001"/>
          <a:ext cx="5324475" cy="39195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144609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FCBAD-646F-A0F4-7DCB-6B3184BAB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Columnstore</a:t>
            </a:r>
            <a:r>
              <a:rPr lang="en-US" dirty="0"/>
              <a:t> Index Improvements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565570B-09F7-3332-8AB7-FC551453C23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4371107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65429682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2B6626-54C3-8C5E-9F8B-1D62DAA46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/>
              <a:t>Query Store Enhancements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5698F9-6543-D0D6-31A5-836F2EA552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r>
              <a:rPr lang="en-US" sz="2000" dirty="0"/>
              <a:t>Query Store on readable secondary replicas</a:t>
            </a:r>
          </a:p>
          <a:p>
            <a:r>
              <a:rPr lang="en-US" sz="2000" dirty="0"/>
              <a:t>Persist statistics on secondaries</a:t>
            </a:r>
          </a:p>
          <a:p>
            <a:r>
              <a:rPr lang="en-US" sz="2000" dirty="0"/>
              <a:t>Better insight into read workload performance on AG replicas</a:t>
            </a:r>
          </a:p>
          <a:p>
            <a:r>
              <a:rPr lang="en-US" sz="2000" dirty="0"/>
              <a:t>Enhanced diagnostics for query performance regression</a:t>
            </a:r>
          </a:p>
          <a:p>
            <a:endParaRPr lang="en-US" sz="2000" dirty="0"/>
          </a:p>
        </p:txBody>
      </p:sp>
      <p:pic>
        <p:nvPicPr>
          <p:cNvPr id="5" name="Picture 4" descr="Desk with productivity items">
            <a:extLst>
              <a:ext uri="{FF2B5EF4-FFF2-40B4-BE49-F238E27FC236}">
                <a16:creationId xmlns:a16="http://schemas.microsoft.com/office/drawing/2014/main" id="{D378BBE8-7B81-84A3-4EC0-21D7F7BA099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925" r="12675" b="-2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397350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D5559-8A20-B1AC-6449-E411A8DA4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Tempdb</a:t>
            </a:r>
            <a:r>
              <a:rPr lang="en-US" dirty="0"/>
              <a:t> Resource Governance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1FB993C-62D3-9D4B-C030-2F4C6E1CC5A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2157458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67132909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C93D702E-F4E0-47FC-A74C-ECD9647A81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39D7B8A-1A3B-27A2-0D97-FDD008DF4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3851974"/>
            <a:ext cx="9144000" cy="115266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400" dirty="0"/>
              <a:t>Demo	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D30E74C-02AA-8C4E-92F1-36606C4BB6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4000" y="5071718"/>
            <a:ext cx="9144000" cy="646785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US">
                <a:solidFill>
                  <a:schemeClr val="tx1"/>
                </a:solidFill>
              </a:rPr>
              <a:t>Tempdb Resource Governance</a:t>
            </a:r>
          </a:p>
        </p:txBody>
      </p:sp>
      <p:pic>
        <p:nvPicPr>
          <p:cNvPr id="16" name="Picture 15" descr="Dragonflies carrying object">
            <a:extLst>
              <a:ext uri="{FF2B5EF4-FFF2-40B4-BE49-F238E27FC236}">
                <a16:creationId xmlns:a16="http://schemas.microsoft.com/office/drawing/2014/main" id="{AD8166D6-0308-219A-5ECA-E4BFEF21CA8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8351" b="17188"/>
          <a:stretch>
            <a:fillRect/>
          </a:stretch>
        </p:blipFill>
        <p:spPr>
          <a:xfrm>
            <a:off x="838201" y="10"/>
            <a:ext cx="10484412" cy="3811394"/>
          </a:xfrm>
          <a:custGeom>
            <a:avLst/>
            <a:gdLst/>
            <a:ahLst/>
            <a:cxnLst/>
            <a:rect l="l" t="t" r="r" b="b"/>
            <a:pathLst>
              <a:path w="10484412" h="3811404">
                <a:moveTo>
                  <a:pt x="0" y="3811403"/>
                </a:moveTo>
                <a:lnTo>
                  <a:pt x="10484412" y="3811403"/>
                </a:lnTo>
                <a:lnTo>
                  <a:pt x="10484412" y="3811404"/>
                </a:lnTo>
                <a:lnTo>
                  <a:pt x="0" y="3811404"/>
                </a:lnTo>
                <a:close/>
                <a:moveTo>
                  <a:pt x="181717" y="0"/>
                </a:moveTo>
                <a:lnTo>
                  <a:pt x="10224015" y="0"/>
                </a:lnTo>
                <a:cubicBezTo>
                  <a:pt x="10261561" y="45054"/>
                  <a:pt x="10301611" y="85103"/>
                  <a:pt x="10369193" y="110134"/>
                </a:cubicBezTo>
                <a:cubicBezTo>
                  <a:pt x="10321635" y="167704"/>
                  <a:pt x="10236530" y="182722"/>
                  <a:pt x="10173954" y="222771"/>
                </a:cubicBezTo>
                <a:cubicBezTo>
                  <a:pt x="10168948" y="255310"/>
                  <a:pt x="10269071" y="245298"/>
                  <a:pt x="10241537" y="317887"/>
                </a:cubicBezTo>
                <a:cubicBezTo>
                  <a:pt x="10206494" y="418008"/>
                  <a:pt x="10241537" y="528142"/>
                  <a:pt x="10071328" y="573196"/>
                </a:cubicBezTo>
                <a:cubicBezTo>
                  <a:pt x="10023770" y="668312"/>
                  <a:pt x="10008751" y="820997"/>
                  <a:pt x="10113880" y="913610"/>
                </a:cubicBezTo>
                <a:cubicBezTo>
                  <a:pt x="10271573" y="1048774"/>
                  <a:pt x="10244040" y="1138885"/>
                  <a:pt x="10036285" y="1216478"/>
                </a:cubicBezTo>
                <a:cubicBezTo>
                  <a:pt x="10011255" y="1226491"/>
                  <a:pt x="9978715" y="1231497"/>
                  <a:pt x="9966200" y="1256528"/>
                </a:cubicBezTo>
                <a:cubicBezTo>
                  <a:pt x="9986224" y="1289067"/>
                  <a:pt x="10031280" y="1281557"/>
                  <a:pt x="10063819" y="1289067"/>
                </a:cubicBezTo>
                <a:cubicBezTo>
                  <a:pt x="10211500" y="1324110"/>
                  <a:pt x="10214003" y="1324110"/>
                  <a:pt x="10176457" y="1441752"/>
                </a:cubicBezTo>
                <a:cubicBezTo>
                  <a:pt x="10163942" y="1476795"/>
                  <a:pt x="10188972" y="1491813"/>
                  <a:pt x="10211500" y="1511838"/>
                </a:cubicBezTo>
                <a:cubicBezTo>
                  <a:pt x="10296604" y="1591936"/>
                  <a:pt x="10296604" y="1594439"/>
                  <a:pt x="10206494" y="1664523"/>
                </a:cubicBezTo>
                <a:cubicBezTo>
                  <a:pt x="10181463" y="1684547"/>
                  <a:pt x="10163942" y="1704572"/>
                  <a:pt x="10151426" y="1732106"/>
                </a:cubicBezTo>
                <a:cubicBezTo>
                  <a:pt x="10128899" y="1782166"/>
                  <a:pt x="10128899" y="1822216"/>
                  <a:pt x="10208996" y="1847246"/>
                </a:cubicBezTo>
                <a:cubicBezTo>
                  <a:pt x="10266568" y="1864767"/>
                  <a:pt x="10296604" y="1884791"/>
                  <a:pt x="10299107" y="1939858"/>
                </a:cubicBezTo>
                <a:cubicBezTo>
                  <a:pt x="10299107" y="1987416"/>
                  <a:pt x="10306617" y="2017452"/>
                  <a:pt x="10244040" y="2037477"/>
                </a:cubicBezTo>
                <a:cubicBezTo>
                  <a:pt x="10193979" y="2054998"/>
                  <a:pt x="10178960" y="2090041"/>
                  <a:pt x="10183966" y="2130089"/>
                </a:cubicBezTo>
                <a:cubicBezTo>
                  <a:pt x="10193979" y="2230211"/>
                  <a:pt x="10126396" y="2287781"/>
                  <a:pt x="10013758" y="2335339"/>
                </a:cubicBezTo>
                <a:cubicBezTo>
                  <a:pt x="9908629" y="2377890"/>
                  <a:pt x="9813513" y="2437963"/>
                  <a:pt x="9715893" y="2493030"/>
                </a:cubicBezTo>
                <a:cubicBezTo>
                  <a:pt x="9605758" y="2553103"/>
                  <a:pt x="9480605" y="2590649"/>
                  <a:pt x="9347942" y="2623189"/>
                </a:cubicBezTo>
                <a:cubicBezTo>
                  <a:pt x="9370469" y="2665740"/>
                  <a:pt x="9453071" y="2640710"/>
                  <a:pt x="9460580" y="2700783"/>
                </a:cubicBezTo>
                <a:cubicBezTo>
                  <a:pt x="9255329" y="2753346"/>
                  <a:pt x="9060089" y="2833444"/>
                  <a:pt x="8827305" y="2855971"/>
                </a:cubicBezTo>
                <a:cubicBezTo>
                  <a:pt x="9015035" y="2843456"/>
                  <a:pt x="9182740" y="2908535"/>
                  <a:pt x="9360458" y="2926056"/>
                </a:cubicBezTo>
                <a:cubicBezTo>
                  <a:pt x="9377980" y="2961099"/>
                  <a:pt x="9337930" y="2951087"/>
                  <a:pt x="9322912" y="2958595"/>
                </a:cubicBezTo>
                <a:cubicBezTo>
                  <a:pt x="9307893" y="2963602"/>
                  <a:pt x="9287869" y="2966105"/>
                  <a:pt x="9285366" y="2991135"/>
                </a:cubicBezTo>
                <a:cubicBezTo>
                  <a:pt x="9370469" y="3023675"/>
                  <a:pt x="9478102" y="2998644"/>
                  <a:pt x="9565709" y="3033687"/>
                </a:cubicBezTo>
                <a:cubicBezTo>
                  <a:pt x="9543182" y="3083748"/>
                  <a:pt x="9468090" y="3056214"/>
                  <a:pt x="9435550" y="3096263"/>
                </a:cubicBezTo>
                <a:cubicBezTo>
                  <a:pt x="9518151" y="3101269"/>
                  <a:pt x="9593243" y="3103772"/>
                  <a:pt x="9668335" y="3113784"/>
                </a:cubicBezTo>
                <a:cubicBezTo>
                  <a:pt x="9725905" y="3121294"/>
                  <a:pt x="9740924" y="3163845"/>
                  <a:pt x="9700875" y="3193882"/>
                </a:cubicBezTo>
                <a:cubicBezTo>
                  <a:pt x="9665832" y="3221415"/>
                  <a:pt x="9613268" y="3223918"/>
                  <a:pt x="9565709" y="3236434"/>
                </a:cubicBezTo>
                <a:cubicBezTo>
                  <a:pt x="9232801" y="3319034"/>
                  <a:pt x="8882372" y="3351573"/>
                  <a:pt x="8529440" y="3364088"/>
                </a:cubicBezTo>
                <a:cubicBezTo>
                  <a:pt x="7961245" y="3386616"/>
                  <a:pt x="7393049" y="3394125"/>
                  <a:pt x="6827357" y="3419155"/>
                </a:cubicBezTo>
                <a:cubicBezTo>
                  <a:pt x="6481933" y="3434173"/>
                  <a:pt x="6136510" y="3456701"/>
                  <a:pt x="5788584" y="3456701"/>
                </a:cubicBezTo>
                <a:cubicBezTo>
                  <a:pt x="5415628" y="3456701"/>
                  <a:pt x="5042671" y="3464210"/>
                  <a:pt x="4669714" y="3411646"/>
                </a:cubicBezTo>
                <a:cubicBezTo>
                  <a:pt x="4479481" y="3384113"/>
                  <a:pt x="4279236" y="3396628"/>
                  <a:pt x="4086500" y="3376603"/>
                </a:cubicBezTo>
                <a:cubicBezTo>
                  <a:pt x="3793641" y="3346568"/>
                  <a:pt x="3500782" y="3306518"/>
                  <a:pt x="3210426" y="3256458"/>
                </a:cubicBezTo>
                <a:cubicBezTo>
                  <a:pt x="3117813" y="3241439"/>
                  <a:pt x="3007678" y="3231428"/>
                  <a:pt x="2937592" y="3166348"/>
                </a:cubicBezTo>
                <a:cubicBezTo>
                  <a:pt x="2824954" y="3211403"/>
                  <a:pt x="2757372" y="3131305"/>
                  <a:pt x="2669765" y="3106275"/>
                </a:cubicBezTo>
                <a:cubicBezTo>
                  <a:pt x="2634722" y="3096263"/>
                  <a:pt x="2592169" y="3081245"/>
                  <a:pt x="2597176" y="3048705"/>
                </a:cubicBezTo>
                <a:cubicBezTo>
                  <a:pt x="2604685" y="3006154"/>
                  <a:pt x="2654746" y="2978620"/>
                  <a:pt x="2702304" y="2986130"/>
                </a:cubicBezTo>
                <a:cubicBezTo>
                  <a:pt x="2849986" y="3011160"/>
                  <a:pt x="2985150" y="2948584"/>
                  <a:pt x="3137838" y="2956093"/>
                </a:cubicBezTo>
                <a:cubicBezTo>
                  <a:pt x="3005175" y="2933565"/>
                  <a:pt x="2872513" y="2908535"/>
                  <a:pt x="2739850" y="2886007"/>
                </a:cubicBezTo>
                <a:cubicBezTo>
                  <a:pt x="2940095" y="2863480"/>
                  <a:pt x="3132831" y="2896020"/>
                  <a:pt x="3328071" y="2913541"/>
                </a:cubicBezTo>
                <a:cubicBezTo>
                  <a:pt x="3390647" y="2921050"/>
                  <a:pt x="3485763" y="2968608"/>
                  <a:pt x="3503285" y="2898523"/>
                </a:cubicBezTo>
                <a:cubicBezTo>
                  <a:pt x="3513297" y="2850965"/>
                  <a:pt x="3410671" y="2850965"/>
                  <a:pt x="3350598" y="2838450"/>
                </a:cubicBezTo>
                <a:cubicBezTo>
                  <a:pt x="3090279" y="2785886"/>
                  <a:pt x="2824954" y="2758353"/>
                  <a:pt x="2562133" y="2725813"/>
                </a:cubicBezTo>
                <a:cubicBezTo>
                  <a:pt x="2537102" y="2723310"/>
                  <a:pt x="2504562" y="2725813"/>
                  <a:pt x="2487041" y="2715801"/>
                </a:cubicBezTo>
                <a:cubicBezTo>
                  <a:pt x="2354378" y="2633200"/>
                  <a:pt x="2184170" y="2608170"/>
                  <a:pt x="1998943" y="2548097"/>
                </a:cubicBezTo>
                <a:cubicBezTo>
                  <a:pt x="2116587" y="2515558"/>
                  <a:pt x="2196685" y="2575630"/>
                  <a:pt x="2294304" y="2560612"/>
                </a:cubicBezTo>
                <a:cubicBezTo>
                  <a:pt x="2196685" y="2498036"/>
                  <a:pt x="2079041" y="2488024"/>
                  <a:pt x="1978918" y="2455485"/>
                </a:cubicBezTo>
                <a:cubicBezTo>
                  <a:pt x="1906330" y="2430454"/>
                  <a:pt x="1635999" y="2357866"/>
                  <a:pt x="1595950" y="2335339"/>
                </a:cubicBezTo>
                <a:cubicBezTo>
                  <a:pt x="1473299" y="2267756"/>
                  <a:pt x="1315606" y="2237720"/>
                  <a:pt x="1215483" y="2145108"/>
                </a:cubicBezTo>
                <a:cubicBezTo>
                  <a:pt x="1145398" y="2080028"/>
                  <a:pt x="1025251" y="2095047"/>
                  <a:pt x="942649" y="2049992"/>
                </a:cubicBezTo>
                <a:cubicBezTo>
                  <a:pt x="912613" y="2004937"/>
                  <a:pt x="972686" y="1994925"/>
                  <a:pt x="992711" y="1969894"/>
                </a:cubicBezTo>
                <a:cubicBezTo>
                  <a:pt x="1020244" y="1939858"/>
                  <a:pt x="972686" y="1922337"/>
                  <a:pt x="960170" y="1884791"/>
                </a:cubicBezTo>
                <a:cubicBezTo>
                  <a:pt x="1117863" y="1922337"/>
                  <a:pt x="1268048" y="1944864"/>
                  <a:pt x="1448268" y="1957380"/>
                </a:cubicBezTo>
                <a:cubicBezTo>
                  <a:pt x="1390698" y="1897306"/>
                  <a:pt x="1318109" y="1927343"/>
                  <a:pt x="1270551" y="1904815"/>
                </a:cubicBezTo>
                <a:cubicBezTo>
                  <a:pt x="1238011" y="1889797"/>
                  <a:pt x="1190453" y="1884791"/>
                  <a:pt x="1200466" y="1849749"/>
                </a:cubicBezTo>
                <a:cubicBezTo>
                  <a:pt x="1207974" y="1822216"/>
                  <a:pt x="1248023" y="1824718"/>
                  <a:pt x="1278060" y="1827221"/>
                </a:cubicBezTo>
                <a:cubicBezTo>
                  <a:pt x="1393201" y="1834730"/>
                  <a:pt x="1503336" y="1834730"/>
                  <a:pt x="1615974" y="1764645"/>
                </a:cubicBezTo>
                <a:cubicBezTo>
                  <a:pt x="1338134" y="1669530"/>
                  <a:pt x="1015238" y="1717087"/>
                  <a:pt x="767434" y="1576917"/>
                </a:cubicBezTo>
                <a:cubicBezTo>
                  <a:pt x="802477" y="1531862"/>
                  <a:pt x="852539" y="1554390"/>
                  <a:pt x="890085" y="1559396"/>
                </a:cubicBezTo>
                <a:cubicBezTo>
                  <a:pt x="1132882" y="1591936"/>
                  <a:pt x="2003949" y="1514341"/>
                  <a:pt x="2129102" y="1556893"/>
                </a:cubicBezTo>
                <a:cubicBezTo>
                  <a:pt x="2204195" y="1584426"/>
                  <a:pt x="2286796" y="1594439"/>
                  <a:pt x="2369396" y="1576917"/>
                </a:cubicBezTo>
                <a:cubicBezTo>
                  <a:pt x="2469519" y="1554390"/>
                  <a:pt x="1881298" y="1519347"/>
                  <a:pt x="1746133" y="1421728"/>
                </a:cubicBezTo>
                <a:cubicBezTo>
                  <a:pt x="1678551" y="1374170"/>
                  <a:pt x="1082821" y="1146394"/>
                  <a:pt x="819999" y="1083817"/>
                </a:cubicBezTo>
                <a:cubicBezTo>
                  <a:pt x="857545" y="1041266"/>
                  <a:pt x="952662" y="1066296"/>
                  <a:pt x="940146" y="993707"/>
                </a:cubicBezTo>
                <a:cubicBezTo>
                  <a:pt x="794969" y="956162"/>
                  <a:pt x="627263" y="961168"/>
                  <a:pt x="459558" y="903598"/>
                </a:cubicBezTo>
                <a:cubicBezTo>
                  <a:pt x="537153" y="858543"/>
                  <a:pt x="622257" y="883573"/>
                  <a:pt x="699852" y="868556"/>
                </a:cubicBezTo>
                <a:cubicBezTo>
                  <a:pt x="657300" y="813489"/>
                  <a:pt x="582208" y="823500"/>
                  <a:pt x="522134" y="813489"/>
                </a:cubicBezTo>
                <a:cubicBezTo>
                  <a:pt x="464564" y="803476"/>
                  <a:pt x="349423" y="708360"/>
                  <a:pt x="374453" y="713367"/>
                </a:cubicBezTo>
                <a:cubicBezTo>
                  <a:pt x="607238" y="750912"/>
                  <a:pt x="842526" y="735895"/>
                  <a:pt x="1075312" y="773440"/>
                </a:cubicBezTo>
                <a:cubicBezTo>
                  <a:pt x="1152907" y="785955"/>
                  <a:pt x="1238011" y="810986"/>
                  <a:pt x="1275557" y="728385"/>
                </a:cubicBezTo>
                <a:cubicBezTo>
                  <a:pt x="1285569" y="703355"/>
                  <a:pt x="1278060" y="695846"/>
                  <a:pt x="1385692" y="725882"/>
                </a:cubicBezTo>
                <a:cubicBezTo>
                  <a:pt x="1425741" y="738397"/>
                  <a:pt x="1483311" y="750912"/>
                  <a:pt x="1525863" y="718373"/>
                </a:cubicBezTo>
                <a:cubicBezTo>
                  <a:pt x="1498330" y="678325"/>
                  <a:pt x="1445765" y="690839"/>
                  <a:pt x="1408219" y="680828"/>
                </a:cubicBezTo>
                <a:cubicBezTo>
                  <a:pt x="1305594" y="653294"/>
                  <a:pt x="922624" y="548166"/>
                  <a:pt x="825005" y="518129"/>
                </a:cubicBezTo>
                <a:cubicBezTo>
                  <a:pt x="619754" y="453051"/>
                  <a:pt x="492098" y="475578"/>
                  <a:pt x="286846" y="405492"/>
                </a:cubicBezTo>
                <a:cubicBezTo>
                  <a:pt x="356932" y="407995"/>
                  <a:pt x="336907" y="380462"/>
                  <a:pt x="406993" y="380462"/>
                </a:cubicBezTo>
                <a:cubicBezTo>
                  <a:pt x="437030" y="380462"/>
                  <a:pt x="472073" y="372954"/>
                  <a:pt x="472073" y="342917"/>
                </a:cubicBezTo>
                <a:cubicBezTo>
                  <a:pt x="472073" y="315384"/>
                  <a:pt x="104123" y="170207"/>
                  <a:pt x="156686" y="155188"/>
                </a:cubicBezTo>
                <a:cubicBezTo>
                  <a:pt x="301865" y="115140"/>
                  <a:pt x="667312" y="227777"/>
                  <a:pt x="579705" y="175213"/>
                </a:cubicBezTo>
                <a:cubicBezTo>
                  <a:pt x="447042" y="92613"/>
                  <a:pt x="427018" y="77594"/>
                  <a:pt x="326895" y="67583"/>
                </a:cubicBezTo>
                <a:cubicBezTo>
                  <a:pt x="296858" y="62576"/>
                  <a:pt x="244294" y="35043"/>
                  <a:pt x="181717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812530179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44F5D30-7AF6-2C38-F8B2-4D43B110C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ABORT_QUERY_EXECUTION Hint</a:t>
            </a:r>
          </a:p>
        </p:txBody>
      </p:sp>
      <p:graphicFrame>
        <p:nvGraphicFramePr>
          <p:cNvPr id="9" name="Content Placeholder 4">
            <a:extLst>
              <a:ext uri="{FF2B5EF4-FFF2-40B4-BE49-F238E27FC236}">
                <a16:creationId xmlns:a16="http://schemas.microsoft.com/office/drawing/2014/main" id="{5154C490-457B-66F7-92F3-AF40D342CFF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3555241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66090636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6DE41F-A3F4-CCC4-FAAC-A11C99F27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8B41E23-1F3B-C3E6-4860-661DC37D1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3851974"/>
            <a:ext cx="9144000" cy="115266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400" dirty="0"/>
              <a:t>Demo	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D927BB2-6F48-E8EA-5F3A-E36829A560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4000" y="5071718"/>
            <a:ext cx="9144000" cy="646785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ABORT_QUERY_EXECUTION</a:t>
            </a:r>
          </a:p>
        </p:txBody>
      </p:sp>
      <p:pic>
        <p:nvPicPr>
          <p:cNvPr id="16" name="Picture 15" descr="Hand with a gavel">
            <a:extLst>
              <a:ext uri="{FF2B5EF4-FFF2-40B4-BE49-F238E27FC236}">
                <a16:creationId xmlns:a16="http://schemas.microsoft.com/office/drawing/2014/main" id="{4AE0AD5F-0E6B-7E7D-761A-1B9A137FAE9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2735" b="22735"/>
          <a:stretch/>
        </p:blipFill>
        <p:spPr>
          <a:xfrm>
            <a:off x="838201" y="10"/>
            <a:ext cx="10484412" cy="3811394"/>
          </a:xfrm>
          <a:custGeom>
            <a:avLst/>
            <a:gdLst/>
            <a:ahLst/>
            <a:cxnLst/>
            <a:rect l="l" t="t" r="r" b="b"/>
            <a:pathLst>
              <a:path w="10484412" h="3811404">
                <a:moveTo>
                  <a:pt x="0" y="3811403"/>
                </a:moveTo>
                <a:lnTo>
                  <a:pt x="10484412" y="3811403"/>
                </a:lnTo>
                <a:lnTo>
                  <a:pt x="10484412" y="3811404"/>
                </a:lnTo>
                <a:lnTo>
                  <a:pt x="0" y="3811404"/>
                </a:lnTo>
                <a:close/>
                <a:moveTo>
                  <a:pt x="181717" y="0"/>
                </a:moveTo>
                <a:lnTo>
                  <a:pt x="10224015" y="0"/>
                </a:lnTo>
                <a:cubicBezTo>
                  <a:pt x="10261561" y="45054"/>
                  <a:pt x="10301611" y="85103"/>
                  <a:pt x="10369193" y="110134"/>
                </a:cubicBezTo>
                <a:cubicBezTo>
                  <a:pt x="10321635" y="167704"/>
                  <a:pt x="10236530" y="182722"/>
                  <a:pt x="10173954" y="222771"/>
                </a:cubicBezTo>
                <a:cubicBezTo>
                  <a:pt x="10168948" y="255310"/>
                  <a:pt x="10269071" y="245298"/>
                  <a:pt x="10241537" y="317887"/>
                </a:cubicBezTo>
                <a:cubicBezTo>
                  <a:pt x="10206494" y="418008"/>
                  <a:pt x="10241537" y="528142"/>
                  <a:pt x="10071328" y="573196"/>
                </a:cubicBezTo>
                <a:cubicBezTo>
                  <a:pt x="10023770" y="668312"/>
                  <a:pt x="10008751" y="820997"/>
                  <a:pt x="10113880" y="913610"/>
                </a:cubicBezTo>
                <a:cubicBezTo>
                  <a:pt x="10271573" y="1048774"/>
                  <a:pt x="10244040" y="1138885"/>
                  <a:pt x="10036285" y="1216478"/>
                </a:cubicBezTo>
                <a:cubicBezTo>
                  <a:pt x="10011255" y="1226491"/>
                  <a:pt x="9978715" y="1231497"/>
                  <a:pt x="9966200" y="1256528"/>
                </a:cubicBezTo>
                <a:cubicBezTo>
                  <a:pt x="9986224" y="1289067"/>
                  <a:pt x="10031280" y="1281557"/>
                  <a:pt x="10063819" y="1289067"/>
                </a:cubicBezTo>
                <a:cubicBezTo>
                  <a:pt x="10211500" y="1324110"/>
                  <a:pt x="10214003" y="1324110"/>
                  <a:pt x="10176457" y="1441752"/>
                </a:cubicBezTo>
                <a:cubicBezTo>
                  <a:pt x="10163942" y="1476795"/>
                  <a:pt x="10188972" y="1491813"/>
                  <a:pt x="10211500" y="1511838"/>
                </a:cubicBezTo>
                <a:cubicBezTo>
                  <a:pt x="10296604" y="1591936"/>
                  <a:pt x="10296604" y="1594439"/>
                  <a:pt x="10206494" y="1664523"/>
                </a:cubicBezTo>
                <a:cubicBezTo>
                  <a:pt x="10181463" y="1684547"/>
                  <a:pt x="10163942" y="1704572"/>
                  <a:pt x="10151426" y="1732106"/>
                </a:cubicBezTo>
                <a:cubicBezTo>
                  <a:pt x="10128899" y="1782166"/>
                  <a:pt x="10128899" y="1822216"/>
                  <a:pt x="10208996" y="1847246"/>
                </a:cubicBezTo>
                <a:cubicBezTo>
                  <a:pt x="10266568" y="1864767"/>
                  <a:pt x="10296604" y="1884791"/>
                  <a:pt x="10299107" y="1939858"/>
                </a:cubicBezTo>
                <a:cubicBezTo>
                  <a:pt x="10299107" y="1987416"/>
                  <a:pt x="10306617" y="2017452"/>
                  <a:pt x="10244040" y="2037477"/>
                </a:cubicBezTo>
                <a:cubicBezTo>
                  <a:pt x="10193979" y="2054998"/>
                  <a:pt x="10178960" y="2090041"/>
                  <a:pt x="10183966" y="2130089"/>
                </a:cubicBezTo>
                <a:cubicBezTo>
                  <a:pt x="10193979" y="2230211"/>
                  <a:pt x="10126396" y="2287781"/>
                  <a:pt x="10013758" y="2335339"/>
                </a:cubicBezTo>
                <a:cubicBezTo>
                  <a:pt x="9908629" y="2377890"/>
                  <a:pt x="9813513" y="2437963"/>
                  <a:pt x="9715893" y="2493030"/>
                </a:cubicBezTo>
                <a:cubicBezTo>
                  <a:pt x="9605758" y="2553103"/>
                  <a:pt x="9480605" y="2590649"/>
                  <a:pt x="9347942" y="2623189"/>
                </a:cubicBezTo>
                <a:cubicBezTo>
                  <a:pt x="9370469" y="2665740"/>
                  <a:pt x="9453071" y="2640710"/>
                  <a:pt x="9460580" y="2700783"/>
                </a:cubicBezTo>
                <a:cubicBezTo>
                  <a:pt x="9255329" y="2753346"/>
                  <a:pt x="9060089" y="2833444"/>
                  <a:pt x="8827305" y="2855971"/>
                </a:cubicBezTo>
                <a:cubicBezTo>
                  <a:pt x="9015035" y="2843456"/>
                  <a:pt x="9182740" y="2908535"/>
                  <a:pt x="9360458" y="2926056"/>
                </a:cubicBezTo>
                <a:cubicBezTo>
                  <a:pt x="9377980" y="2961099"/>
                  <a:pt x="9337930" y="2951087"/>
                  <a:pt x="9322912" y="2958595"/>
                </a:cubicBezTo>
                <a:cubicBezTo>
                  <a:pt x="9307893" y="2963602"/>
                  <a:pt x="9287869" y="2966105"/>
                  <a:pt x="9285366" y="2991135"/>
                </a:cubicBezTo>
                <a:cubicBezTo>
                  <a:pt x="9370469" y="3023675"/>
                  <a:pt x="9478102" y="2998644"/>
                  <a:pt x="9565709" y="3033687"/>
                </a:cubicBezTo>
                <a:cubicBezTo>
                  <a:pt x="9543182" y="3083748"/>
                  <a:pt x="9468090" y="3056214"/>
                  <a:pt x="9435550" y="3096263"/>
                </a:cubicBezTo>
                <a:cubicBezTo>
                  <a:pt x="9518151" y="3101269"/>
                  <a:pt x="9593243" y="3103772"/>
                  <a:pt x="9668335" y="3113784"/>
                </a:cubicBezTo>
                <a:cubicBezTo>
                  <a:pt x="9725905" y="3121294"/>
                  <a:pt x="9740924" y="3163845"/>
                  <a:pt x="9700875" y="3193882"/>
                </a:cubicBezTo>
                <a:cubicBezTo>
                  <a:pt x="9665832" y="3221415"/>
                  <a:pt x="9613268" y="3223918"/>
                  <a:pt x="9565709" y="3236434"/>
                </a:cubicBezTo>
                <a:cubicBezTo>
                  <a:pt x="9232801" y="3319034"/>
                  <a:pt x="8882372" y="3351573"/>
                  <a:pt x="8529440" y="3364088"/>
                </a:cubicBezTo>
                <a:cubicBezTo>
                  <a:pt x="7961245" y="3386616"/>
                  <a:pt x="7393049" y="3394125"/>
                  <a:pt x="6827357" y="3419155"/>
                </a:cubicBezTo>
                <a:cubicBezTo>
                  <a:pt x="6481933" y="3434173"/>
                  <a:pt x="6136510" y="3456701"/>
                  <a:pt x="5788584" y="3456701"/>
                </a:cubicBezTo>
                <a:cubicBezTo>
                  <a:pt x="5415628" y="3456701"/>
                  <a:pt x="5042671" y="3464210"/>
                  <a:pt x="4669714" y="3411646"/>
                </a:cubicBezTo>
                <a:cubicBezTo>
                  <a:pt x="4479481" y="3384113"/>
                  <a:pt x="4279236" y="3396628"/>
                  <a:pt x="4086500" y="3376603"/>
                </a:cubicBezTo>
                <a:cubicBezTo>
                  <a:pt x="3793641" y="3346568"/>
                  <a:pt x="3500782" y="3306518"/>
                  <a:pt x="3210426" y="3256458"/>
                </a:cubicBezTo>
                <a:cubicBezTo>
                  <a:pt x="3117813" y="3241439"/>
                  <a:pt x="3007678" y="3231428"/>
                  <a:pt x="2937592" y="3166348"/>
                </a:cubicBezTo>
                <a:cubicBezTo>
                  <a:pt x="2824954" y="3211403"/>
                  <a:pt x="2757372" y="3131305"/>
                  <a:pt x="2669765" y="3106275"/>
                </a:cubicBezTo>
                <a:cubicBezTo>
                  <a:pt x="2634722" y="3096263"/>
                  <a:pt x="2592169" y="3081245"/>
                  <a:pt x="2597176" y="3048705"/>
                </a:cubicBezTo>
                <a:cubicBezTo>
                  <a:pt x="2604685" y="3006154"/>
                  <a:pt x="2654746" y="2978620"/>
                  <a:pt x="2702304" y="2986130"/>
                </a:cubicBezTo>
                <a:cubicBezTo>
                  <a:pt x="2849986" y="3011160"/>
                  <a:pt x="2985150" y="2948584"/>
                  <a:pt x="3137838" y="2956093"/>
                </a:cubicBezTo>
                <a:cubicBezTo>
                  <a:pt x="3005175" y="2933565"/>
                  <a:pt x="2872513" y="2908535"/>
                  <a:pt x="2739850" y="2886007"/>
                </a:cubicBezTo>
                <a:cubicBezTo>
                  <a:pt x="2940095" y="2863480"/>
                  <a:pt x="3132831" y="2896020"/>
                  <a:pt x="3328071" y="2913541"/>
                </a:cubicBezTo>
                <a:cubicBezTo>
                  <a:pt x="3390647" y="2921050"/>
                  <a:pt x="3485763" y="2968608"/>
                  <a:pt x="3503285" y="2898523"/>
                </a:cubicBezTo>
                <a:cubicBezTo>
                  <a:pt x="3513297" y="2850965"/>
                  <a:pt x="3410671" y="2850965"/>
                  <a:pt x="3350598" y="2838450"/>
                </a:cubicBezTo>
                <a:cubicBezTo>
                  <a:pt x="3090279" y="2785886"/>
                  <a:pt x="2824954" y="2758353"/>
                  <a:pt x="2562133" y="2725813"/>
                </a:cubicBezTo>
                <a:cubicBezTo>
                  <a:pt x="2537102" y="2723310"/>
                  <a:pt x="2504562" y="2725813"/>
                  <a:pt x="2487041" y="2715801"/>
                </a:cubicBezTo>
                <a:cubicBezTo>
                  <a:pt x="2354378" y="2633200"/>
                  <a:pt x="2184170" y="2608170"/>
                  <a:pt x="1998943" y="2548097"/>
                </a:cubicBezTo>
                <a:cubicBezTo>
                  <a:pt x="2116587" y="2515558"/>
                  <a:pt x="2196685" y="2575630"/>
                  <a:pt x="2294304" y="2560612"/>
                </a:cubicBezTo>
                <a:cubicBezTo>
                  <a:pt x="2196685" y="2498036"/>
                  <a:pt x="2079041" y="2488024"/>
                  <a:pt x="1978918" y="2455485"/>
                </a:cubicBezTo>
                <a:cubicBezTo>
                  <a:pt x="1906330" y="2430454"/>
                  <a:pt x="1635999" y="2357866"/>
                  <a:pt x="1595950" y="2335339"/>
                </a:cubicBezTo>
                <a:cubicBezTo>
                  <a:pt x="1473299" y="2267756"/>
                  <a:pt x="1315606" y="2237720"/>
                  <a:pt x="1215483" y="2145108"/>
                </a:cubicBezTo>
                <a:cubicBezTo>
                  <a:pt x="1145398" y="2080028"/>
                  <a:pt x="1025251" y="2095047"/>
                  <a:pt x="942649" y="2049992"/>
                </a:cubicBezTo>
                <a:cubicBezTo>
                  <a:pt x="912613" y="2004937"/>
                  <a:pt x="972686" y="1994925"/>
                  <a:pt x="992711" y="1969894"/>
                </a:cubicBezTo>
                <a:cubicBezTo>
                  <a:pt x="1020244" y="1939858"/>
                  <a:pt x="972686" y="1922337"/>
                  <a:pt x="960170" y="1884791"/>
                </a:cubicBezTo>
                <a:cubicBezTo>
                  <a:pt x="1117863" y="1922337"/>
                  <a:pt x="1268048" y="1944864"/>
                  <a:pt x="1448268" y="1957380"/>
                </a:cubicBezTo>
                <a:cubicBezTo>
                  <a:pt x="1390698" y="1897306"/>
                  <a:pt x="1318109" y="1927343"/>
                  <a:pt x="1270551" y="1904815"/>
                </a:cubicBezTo>
                <a:cubicBezTo>
                  <a:pt x="1238011" y="1889797"/>
                  <a:pt x="1190453" y="1884791"/>
                  <a:pt x="1200466" y="1849749"/>
                </a:cubicBezTo>
                <a:cubicBezTo>
                  <a:pt x="1207974" y="1822216"/>
                  <a:pt x="1248023" y="1824718"/>
                  <a:pt x="1278060" y="1827221"/>
                </a:cubicBezTo>
                <a:cubicBezTo>
                  <a:pt x="1393201" y="1834730"/>
                  <a:pt x="1503336" y="1834730"/>
                  <a:pt x="1615974" y="1764645"/>
                </a:cubicBezTo>
                <a:cubicBezTo>
                  <a:pt x="1338134" y="1669530"/>
                  <a:pt x="1015238" y="1717087"/>
                  <a:pt x="767434" y="1576917"/>
                </a:cubicBezTo>
                <a:cubicBezTo>
                  <a:pt x="802477" y="1531862"/>
                  <a:pt x="852539" y="1554390"/>
                  <a:pt x="890085" y="1559396"/>
                </a:cubicBezTo>
                <a:cubicBezTo>
                  <a:pt x="1132882" y="1591936"/>
                  <a:pt x="2003949" y="1514341"/>
                  <a:pt x="2129102" y="1556893"/>
                </a:cubicBezTo>
                <a:cubicBezTo>
                  <a:pt x="2204195" y="1584426"/>
                  <a:pt x="2286796" y="1594439"/>
                  <a:pt x="2369396" y="1576917"/>
                </a:cubicBezTo>
                <a:cubicBezTo>
                  <a:pt x="2469519" y="1554390"/>
                  <a:pt x="1881298" y="1519347"/>
                  <a:pt x="1746133" y="1421728"/>
                </a:cubicBezTo>
                <a:cubicBezTo>
                  <a:pt x="1678551" y="1374170"/>
                  <a:pt x="1082821" y="1146394"/>
                  <a:pt x="819999" y="1083817"/>
                </a:cubicBezTo>
                <a:cubicBezTo>
                  <a:pt x="857545" y="1041266"/>
                  <a:pt x="952662" y="1066296"/>
                  <a:pt x="940146" y="993707"/>
                </a:cubicBezTo>
                <a:cubicBezTo>
                  <a:pt x="794969" y="956162"/>
                  <a:pt x="627263" y="961168"/>
                  <a:pt x="459558" y="903598"/>
                </a:cubicBezTo>
                <a:cubicBezTo>
                  <a:pt x="537153" y="858543"/>
                  <a:pt x="622257" y="883573"/>
                  <a:pt x="699852" y="868556"/>
                </a:cubicBezTo>
                <a:cubicBezTo>
                  <a:pt x="657300" y="813489"/>
                  <a:pt x="582208" y="823500"/>
                  <a:pt x="522134" y="813489"/>
                </a:cubicBezTo>
                <a:cubicBezTo>
                  <a:pt x="464564" y="803476"/>
                  <a:pt x="349423" y="708360"/>
                  <a:pt x="374453" y="713367"/>
                </a:cubicBezTo>
                <a:cubicBezTo>
                  <a:pt x="607238" y="750912"/>
                  <a:pt x="842526" y="735895"/>
                  <a:pt x="1075312" y="773440"/>
                </a:cubicBezTo>
                <a:cubicBezTo>
                  <a:pt x="1152907" y="785955"/>
                  <a:pt x="1238011" y="810986"/>
                  <a:pt x="1275557" y="728385"/>
                </a:cubicBezTo>
                <a:cubicBezTo>
                  <a:pt x="1285569" y="703355"/>
                  <a:pt x="1278060" y="695846"/>
                  <a:pt x="1385692" y="725882"/>
                </a:cubicBezTo>
                <a:cubicBezTo>
                  <a:pt x="1425741" y="738397"/>
                  <a:pt x="1483311" y="750912"/>
                  <a:pt x="1525863" y="718373"/>
                </a:cubicBezTo>
                <a:cubicBezTo>
                  <a:pt x="1498330" y="678325"/>
                  <a:pt x="1445765" y="690839"/>
                  <a:pt x="1408219" y="680828"/>
                </a:cubicBezTo>
                <a:cubicBezTo>
                  <a:pt x="1305594" y="653294"/>
                  <a:pt x="922624" y="548166"/>
                  <a:pt x="825005" y="518129"/>
                </a:cubicBezTo>
                <a:cubicBezTo>
                  <a:pt x="619754" y="453051"/>
                  <a:pt x="492098" y="475578"/>
                  <a:pt x="286846" y="405492"/>
                </a:cubicBezTo>
                <a:cubicBezTo>
                  <a:pt x="356932" y="407995"/>
                  <a:pt x="336907" y="380462"/>
                  <a:pt x="406993" y="380462"/>
                </a:cubicBezTo>
                <a:cubicBezTo>
                  <a:pt x="437030" y="380462"/>
                  <a:pt x="472073" y="372954"/>
                  <a:pt x="472073" y="342917"/>
                </a:cubicBezTo>
                <a:cubicBezTo>
                  <a:pt x="472073" y="315384"/>
                  <a:pt x="104123" y="170207"/>
                  <a:pt x="156686" y="155188"/>
                </a:cubicBezTo>
                <a:cubicBezTo>
                  <a:pt x="301865" y="115140"/>
                  <a:pt x="667312" y="227777"/>
                  <a:pt x="579705" y="175213"/>
                </a:cubicBezTo>
                <a:cubicBezTo>
                  <a:pt x="447042" y="92613"/>
                  <a:pt x="427018" y="77594"/>
                  <a:pt x="326895" y="67583"/>
                </a:cubicBezTo>
                <a:cubicBezTo>
                  <a:pt x="296858" y="62576"/>
                  <a:pt x="244294" y="35043"/>
                  <a:pt x="181717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767755389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F045A7-0519-21DB-79F1-8DFBAFBF2B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4000"/>
              <a:t>Other Performance Enhancements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FE5DBE3-F273-EF17-0C29-7D9B61F402C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17318672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58862205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57F69E0-C4B0-4BEC-A689-4F8D877F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Powdered doughnuts with stuffing">
            <a:extLst>
              <a:ext uri="{FF2B5EF4-FFF2-40B4-BE49-F238E27FC236}">
                <a16:creationId xmlns:a16="http://schemas.microsoft.com/office/drawing/2014/main" id="{FAC58329-DE63-8D9F-E8AB-9F295238FD2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9356" r="-1" b="6353"/>
          <a:stretch>
            <a:fillRect/>
          </a:stretch>
        </p:blipFill>
        <p:spPr>
          <a:xfrm>
            <a:off x="20" y="10"/>
            <a:ext cx="12188930" cy="685799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2DD83B22-3A4C-43DC-AF9C-E5F2B5BB5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122363"/>
            <a:ext cx="9144000" cy="306324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600">
                <a:solidFill>
                  <a:schemeClr val="bg1"/>
                </a:solidFill>
              </a:rPr>
              <a:t>Break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232341-4269-0B80-192D-90FBC043E5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7048" y="4599432"/>
            <a:ext cx="9144000" cy="1536192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8" name="sketchy line">
            <a:extLst>
              <a:ext uri="{FF2B5EF4-FFF2-40B4-BE49-F238E27FC236}">
                <a16:creationId xmlns:a16="http://schemas.microsoft.com/office/drawing/2014/main" id="{9F6380B4-6A1C-481E-8408-B4E6C75B9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368623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181183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89FC263-9BA3-E6AB-4C4A-32F1AF994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824" y="735106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The Core Engine: Availability Groups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25A0D25-C97A-A628-6582-73AA09FBF9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50682" y="4870824"/>
            <a:ext cx="10005951" cy="1458258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 sz="24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31762600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75DEE55-2132-6A31-627C-15DE93AF9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US" sz="3800"/>
              <a:t>AG Enhancements — The Big Theme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Content Placeholder 4">
            <a:extLst>
              <a:ext uri="{FF2B5EF4-FFF2-40B4-BE49-F238E27FC236}">
                <a16:creationId xmlns:a16="http://schemas.microsoft.com/office/drawing/2014/main" id="{0BC241A9-7DB8-2D21-BEBC-5EAE782966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32196727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60466142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DDBB197-D710-4A4F-A9CA-FD2177498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5D1CFA-2CDB-4B64-BD9F-85744E8DA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4D42A5-FF59-86AA-C97D-4095DCF08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977976" cy="1454051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chemeClr val="tx2"/>
                </a:solidFill>
              </a:rPr>
              <a:t>Reliable Failover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B6D77B-9E41-146D-56EA-4460E25BA3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421682"/>
            <a:ext cx="4977578" cy="3639289"/>
          </a:xfrm>
        </p:spPr>
        <p:txBody>
          <a:bodyPr anchor="ctr">
            <a:normAutofit/>
          </a:bodyPr>
          <a:lstStyle/>
          <a:p>
            <a:r>
              <a:rPr lang="en-US" sz="1800">
                <a:solidFill>
                  <a:schemeClr val="tx2"/>
                </a:solidFill>
              </a:rPr>
              <a:t>Fast failover for persistent AG health events </a:t>
            </a:r>
          </a:p>
          <a:p>
            <a:r>
              <a:rPr lang="en-US" sz="1800">
                <a:solidFill>
                  <a:schemeClr val="tx2"/>
                </a:solidFill>
              </a:rPr>
              <a:t>Enhanced algorithms to prevent "stuck in not synchronizing" state </a:t>
            </a:r>
          </a:p>
          <a:p>
            <a:r>
              <a:rPr lang="en-US" sz="1800">
                <a:solidFill>
                  <a:schemeClr val="tx2"/>
                </a:solidFill>
              </a:rPr>
              <a:t>Switching to resolving state improvements </a:t>
            </a:r>
          </a:p>
          <a:p>
            <a:r>
              <a:rPr lang="en-US" sz="1800">
                <a:solidFill>
                  <a:schemeClr val="tx2"/>
                </a:solidFill>
              </a:rPr>
              <a:t>Reduced manual intervention during failover scenarios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5EE5136-01F1-466C-962D-BA9B4C675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69897" y="0"/>
            <a:ext cx="5822103" cy="6685267"/>
            <a:chOff x="6357228" y="0"/>
            <a:chExt cx="5822103" cy="668526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1D3AD4-AF9B-4EB5-8C7B-C45D173B4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57228" y="0"/>
              <a:ext cx="5822102" cy="6685267"/>
            </a:xfrm>
            <a:custGeom>
              <a:avLst/>
              <a:gdLst>
                <a:gd name="connsiteX0" fmla="*/ 2605444 w 5822102"/>
                <a:gd name="connsiteY0" fmla="*/ 0 h 6685267"/>
                <a:gd name="connsiteX1" fmla="*/ 4757391 w 5822102"/>
                <a:gd name="connsiteY1" fmla="*/ 0 h 6685267"/>
                <a:gd name="connsiteX2" fmla="*/ 4913680 w 5822102"/>
                <a:gd name="connsiteY2" fmla="*/ 56274 h 6685267"/>
                <a:gd name="connsiteX3" fmla="*/ 5376238 w 5822102"/>
                <a:gd name="connsiteY3" fmla="*/ 282027 h 6685267"/>
                <a:gd name="connsiteX4" fmla="*/ 5658024 w 5822102"/>
                <a:gd name="connsiteY4" fmla="*/ 471014 h 6685267"/>
                <a:gd name="connsiteX5" fmla="*/ 5822102 w 5822102"/>
                <a:gd name="connsiteY5" fmla="*/ 609109 h 6685267"/>
                <a:gd name="connsiteX6" fmla="*/ 5822102 w 5822102"/>
                <a:gd name="connsiteY6" fmla="*/ 760697 h 6685267"/>
                <a:gd name="connsiteX7" fmla="*/ 5707785 w 5822102"/>
                <a:gd name="connsiteY7" fmla="*/ 666601 h 6685267"/>
                <a:gd name="connsiteX8" fmla="*/ 5577306 w 5822102"/>
                <a:gd name="connsiteY8" fmla="*/ 571666 h 6685267"/>
                <a:gd name="connsiteX9" fmla="*/ 5298630 w 5822102"/>
                <a:gd name="connsiteY9" fmla="*/ 407449 h 6685267"/>
                <a:gd name="connsiteX10" fmla="*/ 4690768 w 5822102"/>
                <a:gd name="connsiteY10" fmla="*/ 184979 h 6685267"/>
                <a:gd name="connsiteX11" fmla="*/ 4048577 w 5822102"/>
                <a:gd name="connsiteY11" fmla="*/ 99280 h 6685267"/>
                <a:gd name="connsiteX12" fmla="*/ 3405404 w 5822102"/>
                <a:gd name="connsiteY12" fmla="*/ 131937 h 6685267"/>
                <a:gd name="connsiteX13" fmla="*/ 3089702 w 5822102"/>
                <a:gd name="connsiteY13" fmla="*/ 190190 h 6685267"/>
                <a:gd name="connsiteX14" fmla="*/ 2780132 w 5822102"/>
                <a:gd name="connsiteY14" fmla="*/ 273457 h 6685267"/>
                <a:gd name="connsiteX15" fmla="*/ 2478040 w 5822102"/>
                <a:gd name="connsiteY15" fmla="*/ 379654 h 6685267"/>
                <a:gd name="connsiteX16" fmla="*/ 2184897 w 5822102"/>
                <a:gd name="connsiteY16" fmla="*/ 507972 h 6685267"/>
                <a:gd name="connsiteX17" fmla="*/ 1629141 w 5822102"/>
                <a:gd name="connsiteY17" fmla="*/ 823205 h 6685267"/>
                <a:gd name="connsiteX18" fmla="*/ 1497711 w 5822102"/>
                <a:gd name="connsiteY18" fmla="*/ 914000 h 6685267"/>
                <a:gd name="connsiteX19" fmla="*/ 1433099 w 5822102"/>
                <a:gd name="connsiteY19" fmla="*/ 960903 h 6685267"/>
                <a:gd name="connsiteX20" fmla="*/ 1369346 w 5822102"/>
                <a:gd name="connsiteY20" fmla="*/ 1008963 h 6685267"/>
                <a:gd name="connsiteX21" fmla="*/ 1123406 w 5822102"/>
                <a:gd name="connsiteY21" fmla="*/ 1212905 h 6685267"/>
                <a:gd name="connsiteX22" fmla="*/ 684367 w 5822102"/>
                <a:gd name="connsiteY22" fmla="*/ 1675564 h 6685267"/>
                <a:gd name="connsiteX23" fmla="*/ 497153 w 5822102"/>
                <a:gd name="connsiteY23" fmla="*/ 1933588 h 6685267"/>
                <a:gd name="connsiteX24" fmla="*/ 337770 w 5822102"/>
                <a:gd name="connsiteY24" fmla="*/ 2208983 h 6685267"/>
                <a:gd name="connsiteX25" fmla="*/ 302461 w 5822102"/>
                <a:gd name="connsiteY25" fmla="*/ 2280207 h 6685267"/>
                <a:gd name="connsiteX26" fmla="*/ 285296 w 5822102"/>
                <a:gd name="connsiteY26" fmla="*/ 2316107 h 6685267"/>
                <a:gd name="connsiteX27" fmla="*/ 268991 w 5822102"/>
                <a:gd name="connsiteY27" fmla="*/ 2352355 h 6685267"/>
                <a:gd name="connsiteX28" fmla="*/ 237849 w 5822102"/>
                <a:gd name="connsiteY28" fmla="*/ 2425432 h 6685267"/>
                <a:gd name="connsiteX29" fmla="*/ 208670 w 5822102"/>
                <a:gd name="connsiteY29" fmla="*/ 2499319 h 6685267"/>
                <a:gd name="connsiteX30" fmla="*/ 113775 w 5822102"/>
                <a:gd name="connsiteY30" fmla="*/ 2801929 h 6685267"/>
                <a:gd name="connsiteX31" fmla="*/ 36781 w 5822102"/>
                <a:gd name="connsiteY31" fmla="*/ 3428922 h 6685267"/>
                <a:gd name="connsiteX32" fmla="*/ 69148 w 5822102"/>
                <a:gd name="connsiteY32" fmla="*/ 3741955 h 6685267"/>
                <a:gd name="connsiteX33" fmla="*/ 167966 w 5822102"/>
                <a:gd name="connsiteY33" fmla="*/ 4041323 h 6685267"/>
                <a:gd name="connsiteX34" fmla="*/ 202049 w 5822102"/>
                <a:gd name="connsiteY34" fmla="*/ 4112894 h 6685267"/>
                <a:gd name="connsiteX35" fmla="*/ 239933 w 5822102"/>
                <a:gd name="connsiteY35" fmla="*/ 4182843 h 6685267"/>
                <a:gd name="connsiteX36" fmla="*/ 323916 w 5822102"/>
                <a:gd name="connsiteY36" fmla="*/ 4318456 h 6685267"/>
                <a:gd name="connsiteX37" fmla="*/ 416604 w 5822102"/>
                <a:gd name="connsiteY37" fmla="*/ 4449436 h 6685267"/>
                <a:gd name="connsiteX38" fmla="*/ 515911 w 5822102"/>
                <a:gd name="connsiteY38" fmla="*/ 4576711 h 6685267"/>
                <a:gd name="connsiteX39" fmla="*/ 722619 w 5822102"/>
                <a:gd name="connsiteY39" fmla="*/ 4828482 h 6685267"/>
                <a:gd name="connsiteX40" fmla="*/ 825972 w 5822102"/>
                <a:gd name="connsiteY40" fmla="*/ 4956104 h 6685267"/>
                <a:gd name="connsiteX41" fmla="*/ 926506 w 5822102"/>
                <a:gd name="connsiteY41" fmla="*/ 5085347 h 6685267"/>
                <a:gd name="connsiteX42" fmla="*/ 1027040 w 5822102"/>
                <a:gd name="connsiteY42" fmla="*/ 5210191 h 6685267"/>
                <a:gd name="connsiteX43" fmla="*/ 1132110 w 5822102"/>
                <a:gd name="connsiteY43" fmla="*/ 5330748 h 6685267"/>
                <a:gd name="connsiteX44" fmla="*/ 1354880 w 5822102"/>
                <a:gd name="connsiteY44" fmla="*/ 5558083 h 6685267"/>
                <a:gd name="connsiteX45" fmla="*/ 1855220 w 5822102"/>
                <a:gd name="connsiteY45" fmla="*/ 5937591 h 6685267"/>
                <a:gd name="connsiteX46" fmla="*/ 2131810 w 5822102"/>
                <a:gd name="connsiteY46" fmla="*/ 6080268 h 6685267"/>
                <a:gd name="connsiteX47" fmla="*/ 2423726 w 5822102"/>
                <a:gd name="connsiteY47" fmla="*/ 6188087 h 6685267"/>
                <a:gd name="connsiteX48" fmla="*/ 2727780 w 5822102"/>
                <a:gd name="connsiteY48" fmla="*/ 6262552 h 6685267"/>
                <a:gd name="connsiteX49" fmla="*/ 3041276 w 5822102"/>
                <a:gd name="connsiteY49" fmla="*/ 6304245 h 6685267"/>
                <a:gd name="connsiteX50" fmla="*/ 3360532 w 5822102"/>
                <a:gd name="connsiteY50" fmla="*/ 6317331 h 6685267"/>
                <a:gd name="connsiteX51" fmla="*/ 3439855 w 5822102"/>
                <a:gd name="connsiteY51" fmla="*/ 6316751 h 6685267"/>
                <a:gd name="connsiteX52" fmla="*/ 3478721 w 5822102"/>
                <a:gd name="connsiteY52" fmla="*/ 6315826 h 6685267"/>
                <a:gd name="connsiteX53" fmla="*/ 3517463 w 5822102"/>
                <a:gd name="connsiteY53" fmla="*/ 6313971 h 6685267"/>
                <a:gd name="connsiteX54" fmla="*/ 3671452 w 5822102"/>
                <a:gd name="connsiteY54" fmla="*/ 6301233 h 6685267"/>
                <a:gd name="connsiteX55" fmla="*/ 4265460 w 5822102"/>
                <a:gd name="connsiteY55" fmla="*/ 6149638 h 6685267"/>
                <a:gd name="connsiteX56" fmla="*/ 4546587 w 5822102"/>
                <a:gd name="connsiteY56" fmla="*/ 6018079 h 6685267"/>
                <a:gd name="connsiteX57" fmla="*/ 4818030 w 5822102"/>
                <a:gd name="connsiteY57" fmla="*/ 5858029 h 6685267"/>
                <a:gd name="connsiteX58" fmla="*/ 5081870 w 5822102"/>
                <a:gd name="connsiteY58" fmla="*/ 5676903 h 6685267"/>
                <a:gd name="connsiteX59" fmla="*/ 5212073 w 5822102"/>
                <a:gd name="connsiteY59" fmla="*/ 5581013 h 6685267"/>
                <a:gd name="connsiteX60" fmla="*/ 5343625 w 5822102"/>
                <a:gd name="connsiteY60" fmla="*/ 5481533 h 6685267"/>
                <a:gd name="connsiteX61" fmla="*/ 5610378 w 5822102"/>
                <a:gd name="connsiteY61" fmla="*/ 5284425 h 6685267"/>
                <a:gd name="connsiteX62" fmla="*/ 5822102 w 5822102"/>
                <a:gd name="connsiteY62" fmla="*/ 5126414 h 6685267"/>
                <a:gd name="connsiteX63" fmla="*/ 5822102 w 5822102"/>
                <a:gd name="connsiteY63" fmla="*/ 5556641 h 6685267"/>
                <a:gd name="connsiteX64" fmla="*/ 5576325 w 5822102"/>
                <a:gd name="connsiteY64" fmla="*/ 5749979 h 6685267"/>
                <a:gd name="connsiteX65" fmla="*/ 5447715 w 5822102"/>
                <a:gd name="connsiteY65" fmla="*/ 5852818 h 6685267"/>
                <a:gd name="connsiteX66" fmla="*/ 5315059 w 5822102"/>
                <a:gd name="connsiteY66" fmla="*/ 5956236 h 6685267"/>
                <a:gd name="connsiteX67" fmla="*/ 5038468 w 5822102"/>
                <a:gd name="connsiteY67" fmla="*/ 6155776 h 6685267"/>
                <a:gd name="connsiteX68" fmla="*/ 4741892 w 5822102"/>
                <a:gd name="connsiteY68" fmla="*/ 6338292 h 6685267"/>
                <a:gd name="connsiteX69" fmla="*/ 4420920 w 5822102"/>
                <a:gd name="connsiteY69" fmla="*/ 6492203 h 6685267"/>
                <a:gd name="connsiteX70" fmla="*/ 3717672 w 5822102"/>
                <a:gd name="connsiteY70" fmla="*/ 6670434 h 6685267"/>
                <a:gd name="connsiteX71" fmla="*/ 3535853 w 5822102"/>
                <a:gd name="connsiteY71" fmla="*/ 6683289 h 6685267"/>
                <a:gd name="connsiteX72" fmla="*/ 3490367 w 5822102"/>
                <a:gd name="connsiteY72" fmla="*/ 6684910 h 6685267"/>
                <a:gd name="connsiteX73" fmla="*/ 3445005 w 5822102"/>
                <a:gd name="connsiteY73" fmla="*/ 6685142 h 6685267"/>
                <a:gd name="connsiteX74" fmla="*/ 3355872 w 5822102"/>
                <a:gd name="connsiteY74" fmla="*/ 6684100 h 6685267"/>
                <a:gd name="connsiteX75" fmla="*/ 3179203 w 5822102"/>
                <a:gd name="connsiteY75" fmla="*/ 6677150 h 6685267"/>
                <a:gd name="connsiteX76" fmla="*/ 3002410 w 5822102"/>
                <a:gd name="connsiteY76" fmla="*/ 6661169 h 6685267"/>
                <a:gd name="connsiteX77" fmla="*/ 2650296 w 5822102"/>
                <a:gd name="connsiteY77" fmla="*/ 6604191 h 6685267"/>
                <a:gd name="connsiteX78" fmla="*/ 2306028 w 5822102"/>
                <a:gd name="connsiteY78" fmla="*/ 6505869 h 6685267"/>
                <a:gd name="connsiteX79" fmla="*/ 1978803 w 5822102"/>
                <a:gd name="connsiteY79" fmla="*/ 6363307 h 6685267"/>
                <a:gd name="connsiteX80" fmla="*/ 1678428 w 5822102"/>
                <a:gd name="connsiteY80" fmla="*/ 6177779 h 6685267"/>
                <a:gd name="connsiteX81" fmla="*/ 1175880 w 5822102"/>
                <a:gd name="connsiteY81" fmla="*/ 5710373 h 6685267"/>
                <a:gd name="connsiteX82" fmla="*/ 971502 w 5822102"/>
                <a:gd name="connsiteY82" fmla="*/ 5445399 h 6685267"/>
                <a:gd name="connsiteX83" fmla="*/ 790909 w 5822102"/>
                <a:gd name="connsiteY83" fmla="*/ 5169078 h 6685267"/>
                <a:gd name="connsiteX84" fmla="*/ 706680 w 5822102"/>
                <a:gd name="connsiteY84" fmla="*/ 5031959 h 6685267"/>
                <a:gd name="connsiteX85" fmla="*/ 619143 w 5822102"/>
                <a:gd name="connsiteY85" fmla="*/ 4897157 h 6685267"/>
                <a:gd name="connsiteX86" fmla="*/ 436465 w 5822102"/>
                <a:gd name="connsiteY86" fmla="*/ 4628710 h 6685267"/>
                <a:gd name="connsiteX87" fmla="*/ 347088 w 5822102"/>
                <a:gd name="connsiteY87" fmla="*/ 4492171 h 6685267"/>
                <a:gd name="connsiteX88" fmla="*/ 262001 w 5822102"/>
                <a:gd name="connsiteY88" fmla="*/ 4352619 h 6685267"/>
                <a:gd name="connsiteX89" fmla="*/ 118679 w 5822102"/>
                <a:gd name="connsiteY89" fmla="*/ 4059853 h 6685267"/>
                <a:gd name="connsiteX90" fmla="*/ 28322 w 5822102"/>
                <a:gd name="connsiteY90" fmla="*/ 3749136 h 6685267"/>
                <a:gd name="connsiteX91" fmla="*/ 0 w 5822102"/>
                <a:gd name="connsiteY91" fmla="*/ 3428922 h 6685267"/>
                <a:gd name="connsiteX92" fmla="*/ 253052 w 5822102"/>
                <a:gd name="connsiteY92" fmla="*/ 2174356 h 6685267"/>
                <a:gd name="connsiteX93" fmla="*/ 389141 w 5822102"/>
                <a:gd name="connsiteY93" fmla="*/ 1877652 h 6685267"/>
                <a:gd name="connsiteX94" fmla="*/ 552079 w 5822102"/>
                <a:gd name="connsiteY94" fmla="*/ 1591834 h 6685267"/>
                <a:gd name="connsiteX95" fmla="*/ 954950 w 5822102"/>
                <a:gd name="connsiteY95" fmla="*/ 1061773 h 6685267"/>
                <a:gd name="connsiteX96" fmla="*/ 1192922 w 5822102"/>
                <a:gd name="connsiteY96" fmla="*/ 822626 h 6685267"/>
                <a:gd name="connsiteX97" fmla="*/ 1255939 w 5822102"/>
                <a:gd name="connsiteY97" fmla="*/ 765880 h 6685267"/>
                <a:gd name="connsiteX98" fmla="*/ 1320183 w 5822102"/>
                <a:gd name="connsiteY98" fmla="*/ 710291 h 6685267"/>
                <a:gd name="connsiteX99" fmla="*/ 1452961 w 5822102"/>
                <a:gd name="connsiteY99" fmla="*/ 603514 h 6685267"/>
                <a:gd name="connsiteX100" fmla="*/ 2033360 w 5822102"/>
                <a:gd name="connsiteY100" fmla="*/ 235818 h 6685267"/>
                <a:gd name="connsiteX101" fmla="*/ 2512513 w 5822102"/>
                <a:gd name="connsiteY101" fmla="*/ 30012 h 668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5822102" h="6685267">
                  <a:moveTo>
                    <a:pt x="2605444" y="0"/>
                  </a:moveTo>
                  <a:lnTo>
                    <a:pt x="4757391" y="0"/>
                  </a:lnTo>
                  <a:lnTo>
                    <a:pt x="4913680" y="56274"/>
                  </a:lnTo>
                  <a:cubicBezTo>
                    <a:pt x="5074659" y="119278"/>
                    <a:pt x="5229483" y="195083"/>
                    <a:pt x="5376238" y="282027"/>
                  </a:cubicBezTo>
                  <a:cubicBezTo>
                    <a:pt x="5474014" y="340105"/>
                    <a:pt x="5568080" y="403280"/>
                    <a:pt x="5658024" y="471014"/>
                  </a:cubicBezTo>
                  <a:lnTo>
                    <a:pt x="5822102" y="609109"/>
                  </a:lnTo>
                  <a:lnTo>
                    <a:pt x="5822102" y="760697"/>
                  </a:lnTo>
                  <a:lnTo>
                    <a:pt x="5707785" y="666601"/>
                  </a:lnTo>
                  <a:cubicBezTo>
                    <a:pt x="5665273" y="633682"/>
                    <a:pt x="5621749" y="602008"/>
                    <a:pt x="5577306" y="571666"/>
                  </a:cubicBezTo>
                  <a:cubicBezTo>
                    <a:pt x="5487929" y="511562"/>
                    <a:pt x="5395118" y="456089"/>
                    <a:pt x="5298630" y="407449"/>
                  </a:cubicBezTo>
                  <a:cubicBezTo>
                    <a:pt x="5106266" y="309010"/>
                    <a:pt x="4901153" y="235355"/>
                    <a:pt x="4690768" y="184979"/>
                  </a:cubicBezTo>
                  <a:cubicBezTo>
                    <a:pt x="4480382" y="134486"/>
                    <a:pt x="4264724" y="106807"/>
                    <a:pt x="4048577" y="99280"/>
                  </a:cubicBezTo>
                  <a:cubicBezTo>
                    <a:pt x="3832182" y="90709"/>
                    <a:pt x="3617997" y="102290"/>
                    <a:pt x="3405404" y="131937"/>
                  </a:cubicBezTo>
                  <a:cubicBezTo>
                    <a:pt x="3299353" y="147340"/>
                    <a:pt x="3193915" y="166449"/>
                    <a:pt x="3089702" y="190190"/>
                  </a:cubicBezTo>
                  <a:cubicBezTo>
                    <a:pt x="2985491" y="214278"/>
                    <a:pt x="2882137" y="241725"/>
                    <a:pt x="2780132" y="273457"/>
                  </a:cubicBezTo>
                  <a:cubicBezTo>
                    <a:pt x="2678126" y="305073"/>
                    <a:pt x="2577348" y="340510"/>
                    <a:pt x="2478040" y="379654"/>
                  </a:cubicBezTo>
                  <a:cubicBezTo>
                    <a:pt x="2378854" y="418914"/>
                    <a:pt x="2281017" y="461763"/>
                    <a:pt x="2184897" y="507972"/>
                  </a:cubicBezTo>
                  <a:cubicBezTo>
                    <a:pt x="1992657" y="600271"/>
                    <a:pt x="1806791" y="705542"/>
                    <a:pt x="1629141" y="823205"/>
                  </a:cubicBezTo>
                  <a:cubicBezTo>
                    <a:pt x="1584882" y="852736"/>
                    <a:pt x="1540745" y="882731"/>
                    <a:pt x="1497711" y="914000"/>
                  </a:cubicBezTo>
                  <a:cubicBezTo>
                    <a:pt x="1475888" y="929286"/>
                    <a:pt x="1454555" y="945153"/>
                    <a:pt x="1433099" y="960903"/>
                  </a:cubicBezTo>
                  <a:cubicBezTo>
                    <a:pt x="1411521" y="976537"/>
                    <a:pt x="1390311" y="992634"/>
                    <a:pt x="1369346" y="1008963"/>
                  </a:cubicBezTo>
                  <a:cubicBezTo>
                    <a:pt x="1285119" y="1074165"/>
                    <a:pt x="1202730" y="1141797"/>
                    <a:pt x="1123406" y="1212905"/>
                  </a:cubicBezTo>
                  <a:cubicBezTo>
                    <a:pt x="964391" y="1354656"/>
                    <a:pt x="816900" y="1509261"/>
                    <a:pt x="684367" y="1675564"/>
                  </a:cubicBezTo>
                  <a:cubicBezTo>
                    <a:pt x="618161" y="1758716"/>
                    <a:pt x="555512" y="1844763"/>
                    <a:pt x="497153" y="1933588"/>
                  </a:cubicBezTo>
                  <a:cubicBezTo>
                    <a:pt x="439775" y="2022877"/>
                    <a:pt x="385584" y="2114367"/>
                    <a:pt x="337770" y="2208983"/>
                  </a:cubicBezTo>
                  <a:cubicBezTo>
                    <a:pt x="325388" y="2232493"/>
                    <a:pt x="313862" y="2256349"/>
                    <a:pt x="302461" y="2280207"/>
                  </a:cubicBezTo>
                  <a:lnTo>
                    <a:pt x="285296" y="2316107"/>
                  </a:lnTo>
                  <a:lnTo>
                    <a:pt x="268991" y="2352355"/>
                  </a:lnTo>
                  <a:cubicBezTo>
                    <a:pt x="258324" y="2376560"/>
                    <a:pt x="247535" y="2400764"/>
                    <a:pt x="237849" y="2425432"/>
                  </a:cubicBezTo>
                  <a:cubicBezTo>
                    <a:pt x="228163" y="2450099"/>
                    <a:pt x="217498" y="2474419"/>
                    <a:pt x="208670" y="2499319"/>
                  </a:cubicBezTo>
                  <a:cubicBezTo>
                    <a:pt x="170909" y="2598219"/>
                    <a:pt x="138908" y="2699206"/>
                    <a:pt x="113775" y="2801929"/>
                  </a:cubicBezTo>
                  <a:cubicBezTo>
                    <a:pt x="62773" y="3006911"/>
                    <a:pt x="36659" y="3217917"/>
                    <a:pt x="36781" y="3428922"/>
                  </a:cubicBezTo>
                  <a:cubicBezTo>
                    <a:pt x="37394" y="3534078"/>
                    <a:pt x="47816" y="3639001"/>
                    <a:pt x="69148" y="3741955"/>
                  </a:cubicBezTo>
                  <a:cubicBezTo>
                    <a:pt x="91585" y="3844679"/>
                    <a:pt x="124074" y="3945202"/>
                    <a:pt x="167966" y="4041323"/>
                  </a:cubicBezTo>
                  <a:cubicBezTo>
                    <a:pt x="178387" y="4065528"/>
                    <a:pt x="190525" y="4089153"/>
                    <a:pt x="202049" y="4112894"/>
                  </a:cubicBezTo>
                  <a:cubicBezTo>
                    <a:pt x="214555" y="4136288"/>
                    <a:pt x="226447" y="4159912"/>
                    <a:pt x="239933" y="4182843"/>
                  </a:cubicBezTo>
                  <a:cubicBezTo>
                    <a:pt x="265680" y="4229167"/>
                    <a:pt x="294368" y="4274101"/>
                    <a:pt x="323916" y="4318456"/>
                  </a:cubicBezTo>
                  <a:cubicBezTo>
                    <a:pt x="353341" y="4362927"/>
                    <a:pt x="384849" y="4406240"/>
                    <a:pt x="416604" y="4449436"/>
                  </a:cubicBezTo>
                  <a:cubicBezTo>
                    <a:pt x="448847" y="4492286"/>
                    <a:pt x="482319" y="4534557"/>
                    <a:pt x="515911" y="4576711"/>
                  </a:cubicBezTo>
                  <a:cubicBezTo>
                    <a:pt x="583219" y="4661137"/>
                    <a:pt x="653594" y="4743825"/>
                    <a:pt x="722619" y="4828482"/>
                  </a:cubicBezTo>
                  <a:cubicBezTo>
                    <a:pt x="757315" y="4870637"/>
                    <a:pt x="791889" y="4913138"/>
                    <a:pt x="825972" y="4956104"/>
                  </a:cubicBezTo>
                  <a:cubicBezTo>
                    <a:pt x="859934" y="4998722"/>
                    <a:pt x="893649" y="5044004"/>
                    <a:pt x="926506" y="5085347"/>
                  </a:cubicBezTo>
                  <a:cubicBezTo>
                    <a:pt x="959119" y="5127734"/>
                    <a:pt x="993324" y="5168847"/>
                    <a:pt x="1027040" y="5210191"/>
                  </a:cubicBezTo>
                  <a:cubicBezTo>
                    <a:pt x="1061737" y="5250840"/>
                    <a:pt x="1096188" y="5291488"/>
                    <a:pt x="1132110" y="5330748"/>
                  </a:cubicBezTo>
                  <a:cubicBezTo>
                    <a:pt x="1203465" y="5409731"/>
                    <a:pt x="1277639" y="5485818"/>
                    <a:pt x="1354880" y="5558083"/>
                  </a:cubicBezTo>
                  <a:cubicBezTo>
                    <a:pt x="1509603" y="5702266"/>
                    <a:pt x="1676588" y="5830930"/>
                    <a:pt x="1855220" y="5937591"/>
                  </a:cubicBezTo>
                  <a:cubicBezTo>
                    <a:pt x="1944720" y="5990632"/>
                    <a:pt x="2036549" y="6039272"/>
                    <a:pt x="2131810" y="6080268"/>
                  </a:cubicBezTo>
                  <a:cubicBezTo>
                    <a:pt x="2226460" y="6122423"/>
                    <a:pt x="2324173" y="6157977"/>
                    <a:pt x="2423726" y="6188087"/>
                  </a:cubicBezTo>
                  <a:cubicBezTo>
                    <a:pt x="2523280" y="6218313"/>
                    <a:pt x="2624794" y="6242749"/>
                    <a:pt x="2727780" y="6262552"/>
                  </a:cubicBezTo>
                  <a:cubicBezTo>
                    <a:pt x="2830890" y="6282008"/>
                    <a:pt x="2935714" y="6295326"/>
                    <a:pt x="3041276" y="6304245"/>
                  </a:cubicBezTo>
                  <a:cubicBezTo>
                    <a:pt x="3146836" y="6313277"/>
                    <a:pt x="3253499" y="6317215"/>
                    <a:pt x="3360532" y="6317331"/>
                  </a:cubicBezTo>
                  <a:cubicBezTo>
                    <a:pt x="3387259" y="6317331"/>
                    <a:pt x="3414354" y="6317794"/>
                    <a:pt x="3439855" y="6316751"/>
                  </a:cubicBezTo>
                  <a:lnTo>
                    <a:pt x="3478721" y="6315826"/>
                  </a:lnTo>
                  <a:lnTo>
                    <a:pt x="3517463" y="6313971"/>
                  </a:lnTo>
                  <a:cubicBezTo>
                    <a:pt x="3569078" y="6311772"/>
                    <a:pt x="3620449" y="6306907"/>
                    <a:pt x="3671452" y="6301233"/>
                  </a:cubicBezTo>
                  <a:cubicBezTo>
                    <a:pt x="3875707" y="6277608"/>
                    <a:pt x="4074445" y="6225841"/>
                    <a:pt x="4265460" y="6149638"/>
                  </a:cubicBezTo>
                  <a:cubicBezTo>
                    <a:pt x="4361212" y="6111884"/>
                    <a:pt x="4454636" y="6067065"/>
                    <a:pt x="4546587" y="6018079"/>
                  </a:cubicBezTo>
                  <a:cubicBezTo>
                    <a:pt x="4638662" y="5969322"/>
                    <a:pt x="4729020" y="5915240"/>
                    <a:pt x="4818030" y="5858029"/>
                  </a:cubicBezTo>
                  <a:cubicBezTo>
                    <a:pt x="4907038" y="5800703"/>
                    <a:pt x="4994577" y="5739672"/>
                    <a:pt x="5081870" y="5676903"/>
                  </a:cubicBezTo>
                  <a:cubicBezTo>
                    <a:pt x="5125392" y="5645519"/>
                    <a:pt x="5168794" y="5613324"/>
                    <a:pt x="5212073" y="5581013"/>
                  </a:cubicBezTo>
                  <a:lnTo>
                    <a:pt x="5343625" y="5481533"/>
                  </a:lnTo>
                  <a:cubicBezTo>
                    <a:pt x="5432696" y="5414768"/>
                    <a:pt x="5521951" y="5349452"/>
                    <a:pt x="5610378" y="5284425"/>
                  </a:cubicBezTo>
                  <a:lnTo>
                    <a:pt x="5822102" y="5126414"/>
                  </a:lnTo>
                  <a:lnTo>
                    <a:pt x="5822102" y="5556641"/>
                  </a:lnTo>
                  <a:lnTo>
                    <a:pt x="5576325" y="5749979"/>
                  </a:lnTo>
                  <a:lnTo>
                    <a:pt x="5447715" y="5852818"/>
                  </a:lnTo>
                  <a:cubicBezTo>
                    <a:pt x="5403945" y="5887445"/>
                    <a:pt x="5359932" y="5922073"/>
                    <a:pt x="5315059" y="5956236"/>
                  </a:cubicBezTo>
                  <a:cubicBezTo>
                    <a:pt x="5225682" y="6024680"/>
                    <a:pt x="5133976" y="6091734"/>
                    <a:pt x="5038468" y="6155776"/>
                  </a:cubicBezTo>
                  <a:cubicBezTo>
                    <a:pt x="4943084" y="6219703"/>
                    <a:pt x="4845002" y="6281777"/>
                    <a:pt x="4741892" y="6338292"/>
                  </a:cubicBezTo>
                  <a:cubicBezTo>
                    <a:pt x="4638784" y="6394692"/>
                    <a:pt x="4532120" y="6447038"/>
                    <a:pt x="4420920" y="6492203"/>
                  </a:cubicBezTo>
                  <a:cubicBezTo>
                    <a:pt x="4199255" y="6583693"/>
                    <a:pt x="3959813" y="6644840"/>
                    <a:pt x="3717672" y="6670434"/>
                  </a:cubicBezTo>
                  <a:cubicBezTo>
                    <a:pt x="3657106" y="6676456"/>
                    <a:pt x="3596419" y="6681321"/>
                    <a:pt x="3535853" y="6683289"/>
                  </a:cubicBezTo>
                  <a:lnTo>
                    <a:pt x="3490367" y="6684910"/>
                  </a:lnTo>
                  <a:lnTo>
                    <a:pt x="3445005" y="6685142"/>
                  </a:lnTo>
                  <a:cubicBezTo>
                    <a:pt x="3414354" y="6685605"/>
                    <a:pt x="3385297" y="6684679"/>
                    <a:pt x="3355872" y="6684100"/>
                  </a:cubicBezTo>
                  <a:cubicBezTo>
                    <a:pt x="3297146" y="6683405"/>
                    <a:pt x="3238052" y="6680047"/>
                    <a:pt x="3179203" y="6677150"/>
                  </a:cubicBezTo>
                  <a:cubicBezTo>
                    <a:pt x="3120232" y="6672519"/>
                    <a:pt x="3061259" y="6668233"/>
                    <a:pt x="3002410" y="6661169"/>
                  </a:cubicBezTo>
                  <a:cubicBezTo>
                    <a:pt x="2884589" y="6647851"/>
                    <a:pt x="2766891" y="6629669"/>
                    <a:pt x="2650296" y="6604191"/>
                  </a:cubicBezTo>
                  <a:cubicBezTo>
                    <a:pt x="2533702" y="6578713"/>
                    <a:pt x="2418456" y="6545938"/>
                    <a:pt x="2306028" y="6505869"/>
                  </a:cubicBezTo>
                  <a:cubicBezTo>
                    <a:pt x="2193602" y="6465683"/>
                    <a:pt x="2084118" y="6417738"/>
                    <a:pt x="1978803" y="6363307"/>
                  </a:cubicBezTo>
                  <a:cubicBezTo>
                    <a:pt x="1873855" y="6308066"/>
                    <a:pt x="1773077" y="6246340"/>
                    <a:pt x="1678428" y="6177779"/>
                  </a:cubicBezTo>
                  <a:cubicBezTo>
                    <a:pt x="1488393" y="6041356"/>
                    <a:pt x="1321900" y="5881423"/>
                    <a:pt x="1175880" y="5710373"/>
                  </a:cubicBezTo>
                  <a:cubicBezTo>
                    <a:pt x="1103177" y="5624441"/>
                    <a:pt x="1035501" y="5535732"/>
                    <a:pt x="971502" y="5445399"/>
                  </a:cubicBezTo>
                  <a:cubicBezTo>
                    <a:pt x="907380" y="5355069"/>
                    <a:pt x="847550" y="5262768"/>
                    <a:pt x="790909" y="5169078"/>
                  </a:cubicBezTo>
                  <a:cubicBezTo>
                    <a:pt x="761974" y="5121712"/>
                    <a:pt x="735492" y="5077357"/>
                    <a:pt x="706680" y="5031959"/>
                  </a:cubicBezTo>
                  <a:cubicBezTo>
                    <a:pt x="678114" y="4986910"/>
                    <a:pt x="649058" y="4941860"/>
                    <a:pt x="619143" y="4897157"/>
                  </a:cubicBezTo>
                  <a:lnTo>
                    <a:pt x="436465" y="4628710"/>
                  </a:lnTo>
                  <a:cubicBezTo>
                    <a:pt x="406182" y="4583544"/>
                    <a:pt x="376267" y="4538147"/>
                    <a:pt x="347088" y="4492171"/>
                  </a:cubicBezTo>
                  <a:cubicBezTo>
                    <a:pt x="317908" y="4446194"/>
                    <a:pt x="288974" y="4400102"/>
                    <a:pt x="262001" y="4352619"/>
                  </a:cubicBezTo>
                  <a:cubicBezTo>
                    <a:pt x="207934" y="4258119"/>
                    <a:pt x="158280" y="4160840"/>
                    <a:pt x="118679" y="4059853"/>
                  </a:cubicBezTo>
                  <a:cubicBezTo>
                    <a:pt x="78343" y="3959214"/>
                    <a:pt x="48429" y="3854870"/>
                    <a:pt x="28322" y="3749136"/>
                  </a:cubicBezTo>
                  <a:cubicBezTo>
                    <a:pt x="9073" y="3643402"/>
                    <a:pt x="0" y="3536046"/>
                    <a:pt x="0" y="3428922"/>
                  </a:cubicBezTo>
                  <a:cubicBezTo>
                    <a:pt x="1594" y="3001816"/>
                    <a:pt x="89010" y="2575868"/>
                    <a:pt x="253052" y="2174356"/>
                  </a:cubicBezTo>
                  <a:cubicBezTo>
                    <a:pt x="294246" y="2074066"/>
                    <a:pt x="338873" y="1974700"/>
                    <a:pt x="389141" y="1877652"/>
                  </a:cubicBezTo>
                  <a:cubicBezTo>
                    <a:pt x="438672" y="1780256"/>
                    <a:pt x="493230" y="1684945"/>
                    <a:pt x="552079" y="1591834"/>
                  </a:cubicBezTo>
                  <a:cubicBezTo>
                    <a:pt x="669900" y="1405728"/>
                    <a:pt x="804394" y="1227729"/>
                    <a:pt x="954950" y="1061773"/>
                  </a:cubicBezTo>
                  <a:cubicBezTo>
                    <a:pt x="1030597" y="979085"/>
                    <a:pt x="1109552" y="898829"/>
                    <a:pt x="1192922" y="822626"/>
                  </a:cubicBezTo>
                  <a:cubicBezTo>
                    <a:pt x="1213642" y="803402"/>
                    <a:pt x="1234483" y="784409"/>
                    <a:pt x="1255939" y="765880"/>
                  </a:cubicBezTo>
                  <a:cubicBezTo>
                    <a:pt x="1277273" y="747234"/>
                    <a:pt x="1298237" y="728241"/>
                    <a:pt x="1320183" y="710291"/>
                  </a:cubicBezTo>
                  <a:cubicBezTo>
                    <a:pt x="1363585" y="673811"/>
                    <a:pt x="1408088" y="638489"/>
                    <a:pt x="1452961" y="603514"/>
                  </a:cubicBezTo>
                  <a:cubicBezTo>
                    <a:pt x="1633310" y="464543"/>
                    <a:pt x="1828125" y="341437"/>
                    <a:pt x="2033360" y="235818"/>
                  </a:cubicBezTo>
                  <a:cubicBezTo>
                    <a:pt x="2187242" y="156561"/>
                    <a:pt x="2347554" y="87597"/>
                    <a:pt x="2512513" y="3001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5102EBE-A80F-4CFF-B1DD-941EF9728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04998" y="98659"/>
              <a:ext cx="5774333" cy="6315453"/>
            </a:xfrm>
            <a:custGeom>
              <a:avLst/>
              <a:gdLst>
                <a:gd name="connsiteX0" fmla="*/ 3707237 w 5774333"/>
                <a:gd name="connsiteY0" fmla="*/ 1489 h 6315453"/>
                <a:gd name="connsiteX1" fmla="*/ 4037665 w 5774333"/>
                <a:gd name="connsiteY1" fmla="*/ 6121 h 6315453"/>
                <a:gd name="connsiteX2" fmla="*/ 4692239 w 5774333"/>
                <a:gd name="connsiteY2" fmla="*/ 102128 h 6315453"/>
                <a:gd name="connsiteX3" fmla="*/ 5315059 w 5774333"/>
                <a:gd name="connsiteY3" fmla="*/ 324945 h 6315453"/>
                <a:gd name="connsiteX4" fmla="*/ 5738325 w 5774333"/>
                <a:gd name="connsiteY4" fmla="*/ 578286 h 6315453"/>
                <a:gd name="connsiteX5" fmla="*/ 5774333 w 5774333"/>
                <a:gd name="connsiteY5" fmla="*/ 606551 h 6315453"/>
                <a:gd name="connsiteX6" fmla="*/ 5774333 w 5774333"/>
                <a:gd name="connsiteY6" fmla="*/ 975490 h 6315453"/>
                <a:gd name="connsiteX7" fmla="*/ 5676001 w 5774333"/>
                <a:gd name="connsiteY7" fmla="*/ 889749 h 6315453"/>
                <a:gd name="connsiteX8" fmla="*/ 5177132 w 5774333"/>
                <a:gd name="connsiteY8" fmla="*/ 581926 h 6315453"/>
                <a:gd name="connsiteX9" fmla="*/ 4615735 w 5774333"/>
                <a:gd name="connsiteY9" fmla="*/ 388640 h 6315453"/>
                <a:gd name="connsiteX10" fmla="*/ 4020010 w 5774333"/>
                <a:gd name="connsiteY10" fmla="*/ 308500 h 6315453"/>
                <a:gd name="connsiteX11" fmla="*/ 3416315 w 5774333"/>
                <a:gd name="connsiteY11" fmla="*/ 328882 h 6315453"/>
                <a:gd name="connsiteX12" fmla="*/ 2823779 w 5774333"/>
                <a:gd name="connsiteY12" fmla="*/ 446545 h 6315453"/>
                <a:gd name="connsiteX13" fmla="*/ 2256987 w 5774333"/>
                <a:gd name="connsiteY13" fmla="*/ 651296 h 6315453"/>
                <a:gd name="connsiteX14" fmla="*/ 1244169 w 5774333"/>
                <a:gd name="connsiteY14" fmla="*/ 1280374 h 6315453"/>
                <a:gd name="connsiteX15" fmla="*/ 830141 w 5774333"/>
                <a:gd name="connsiteY15" fmla="*/ 1700184 h 6315453"/>
                <a:gd name="connsiteX16" fmla="*/ 502792 w 5774333"/>
                <a:gd name="connsiteY16" fmla="*/ 2182300 h 6315453"/>
                <a:gd name="connsiteX17" fmla="*/ 280637 w 5774333"/>
                <a:gd name="connsiteY17" fmla="*/ 2715256 h 6315453"/>
                <a:gd name="connsiteX18" fmla="*/ 199843 w 5774333"/>
                <a:gd name="connsiteY18" fmla="*/ 3283418 h 6315453"/>
                <a:gd name="connsiteX19" fmla="*/ 233926 w 5774333"/>
                <a:gd name="connsiteY19" fmla="*/ 3561593 h 6315453"/>
                <a:gd name="connsiteX20" fmla="*/ 334582 w 5774333"/>
                <a:gd name="connsiteY20" fmla="*/ 3821816 h 6315453"/>
                <a:gd name="connsiteX21" fmla="*/ 404834 w 5774333"/>
                <a:gd name="connsiteY21" fmla="*/ 3944343 h 6315453"/>
                <a:gd name="connsiteX22" fmla="*/ 485506 w 5774333"/>
                <a:gd name="connsiteY22" fmla="*/ 4062932 h 6315453"/>
                <a:gd name="connsiteX23" fmla="*/ 671861 w 5774333"/>
                <a:gd name="connsiteY23" fmla="*/ 4292120 h 6315453"/>
                <a:gd name="connsiteX24" fmla="*/ 873542 w 5774333"/>
                <a:gd name="connsiteY24" fmla="*/ 4523044 h 6315453"/>
                <a:gd name="connsiteX25" fmla="*/ 973831 w 5774333"/>
                <a:gd name="connsiteY25" fmla="*/ 4643601 h 6315453"/>
                <a:gd name="connsiteX26" fmla="*/ 1022014 w 5774333"/>
                <a:gd name="connsiteY26" fmla="*/ 4702780 h 6315453"/>
                <a:gd name="connsiteX27" fmla="*/ 1069215 w 5774333"/>
                <a:gd name="connsiteY27" fmla="*/ 4759411 h 6315453"/>
                <a:gd name="connsiteX28" fmla="*/ 1474784 w 5774333"/>
                <a:gd name="connsiteY28" fmla="*/ 5177948 h 6315453"/>
                <a:gd name="connsiteX29" fmla="*/ 1690442 w 5774333"/>
                <a:gd name="connsiteY29" fmla="*/ 5366255 h 6315453"/>
                <a:gd name="connsiteX30" fmla="*/ 1916276 w 5774333"/>
                <a:gd name="connsiteY30" fmla="*/ 5539852 h 6315453"/>
                <a:gd name="connsiteX31" fmla="*/ 2420784 w 5774333"/>
                <a:gd name="connsiteY31" fmla="*/ 5814437 h 6315453"/>
                <a:gd name="connsiteX32" fmla="*/ 2703015 w 5774333"/>
                <a:gd name="connsiteY32" fmla="*/ 5892029 h 6315453"/>
                <a:gd name="connsiteX33" fmla="*/ 2775350 w 5774333"/>
                <a:gd name="connsiteY33" fmla="*/ 5905695 h 6315453"/>
                <a:gd name="connsiteX34" fmla="*/ 2848299 w 5774333"/>
                <a:gd name="connsiteY34" fmla="*/ 5917161 h 6315453"/>
                <a:gd name="connsiteX35" fmla="*/ 2995544 w 5774333"/>
                <a:gd name="connsiteY35" fmla="*/ 5933605 h 6315453"/>
                <a:gd name="connsiteX36" fmla="*/ 3069596 w 5774333"/>
                <a:gd name="connsiteY36" fmla="*/ 5938933 h 6315453"/>
                <a:gd name="connsiteX37" fmla="*/ 3143894 w 5774333"/>
                <a:gd name="connsiteY37" fmla="*/ 5942639 h 6315453"/>
                <a:gd name="connsiteX38" fmla="*/ 3218436 w 5774333"/>
                <a:gd name="connsiteY38" fmla="*/ 5944260 h 6315453"/>
                <a:gd name="connsiteX39" fmla="*/ 3293101 w 5774333"/>
                <a:gd name="connsiteY39" fmla="*/ 5943913 h 6315453"/>
                <a:gd name="connsiteX40" fmla="*/ 3330494 w 5774333"/>
                <a:gd name="connsiteY40" fmla="*/ 5943565 h 6315453"/>
                <a:gd name="connsiteX41" fmla="*/ 3366540 w 5774333"/>
                <a:gd name="connsiteY41" fmla="*/ 5942059 h 6315453"/>
                <a:gd name="connsiteX42" fmla="*/ 3402462 w 5774333"/>
                <a:gd name="connsiteY42" fmla="*/ 5940323 h 6315453"/>
                <a:gd name="connsiteX43" fmla="*/ 3438262 w 5774333"/>
                <a:gd name="connsiteY43" fmla="*/ 5937543 h 6315453"/>
                <a:gd name="connsiteX44" fmla="*/ 3580236 w 5774333"/>
                <a:gd name="connsiteY44" fmla="*/ 5920982 h 6315453"/>
                <a:gd name="connsiteX45" fmla="*/ 4121034 w 5774333"/>
                <a:gd name="connsiteY45" fmla="*/ 5753290 h 6315453"/>
                <a:gd name="connsiteX46" fmla="*/ 4620639 w 5774333"/>
                <a:gd name="connsiteY46" fmla="*/ 5459364 h 6315453"/>
                <a:gd name="connsiteX47" fmla="*/ 4741771 w 5774333"/>
                <a:gd name="connsiteY47" fmla="*/ 5372971 h 6315453"/>
                <a:gd name="connsiteX48" fmla="*/ 4862901 w 5774333"/>
                <a:gd name="connsiteY48" fmla="*/ 5283682 h 6315453"/>
                <a:gd name="connsiteX49" fmla="*/ 5108229 w 5774333"/>
                <a:gd name="connsiteY49" fmla="*/ 5098386 h 6315453"/>
                <a:gd name="connsiteX50" fmla="*/ 5612493 w 5774333"/>
                <a:gd name="connsiteY50" fmla="*/ 4739724 h 6315453"/>
                <a:gd name="connsiteX51" fmla="*/ 5774333 w 5774333"/>
                <a:gd name="connsiteY51" fmla="*/ 4623488 h 6315453"/>
                <a:gd name="connsiteX52" fmla="*/ 5774333 w 5774333"/>
                <a:gd name="connsiteY52" fmla="*/ 5232926 h 6315453"/>
                <a:gd name="connsiteX53" fmla="*/ 5676492 w 5774333"/>
                <a:gd name="connsiteY53" fmla="*/ 5306859 h 6315453"/>
                <a:gd name="connsiteX54" fmla="*/ 5426260 w 5774333"/>
                <a:gd name="connsiteY54" fmla="*/ 5486233 h 6315453"/>
                <a:gd name="connsiteX55" fmla="*/ 5300225 w 5774333"/>
                <a:gd name="connsiteY55" fmla="*/ 5576217 h 6315453"/>
                <a:gd name="connsiteX56" fmla="*/ 5170757 w 5774333"/>
                <a:gd name="connsiteY56" fmla="*/ 5666780 h 6315453"/>
                <a:gd name="connsiteX57" fmla="*/ 5038100 w 5774333"/>
                <a:gd name="connsiteY57" fmla="*/ 5756185 h 6315453"/>
                <a:gd name="connsiteX58" fmla="*/ 4901276 w 5774333"/>
                <a:gd name="connsiteY58" fmla="*/ 5843043 h 6315453"/>
                <a:gd name="connsiteX59" fmla="*/ 4614019 w 5774333"/>
                <a:gd name="connsiteY59" fmla="*/ 6006103 h 6315453"/>
                <a:gd name="connsiteX60" fmla="*/ 4305061 w 5774333"/>
                <a:gd name="connsiteY60" fmla="*/ 6144726 h 6315453"/>
                <a:gd name="connsiteX61" fmla="*/ 3632710 w 5774333"/>
                <a:gd name="connsiteY61" fmla="*/ 6304196 h 6315453"/>
                <a:gd name="connsiteX62" fmla="*/ 3459594 w 5774333"/>
                <a:gd name="connsiteY62" fmla="*/ 6314504 h 6315453"/>
                <a:gd name="connsiteX63" fmla="*/ 3416315 w 5774333"/>
                <a:gd name="connsiteY63" fmla="*/ 6315429 h 6315453"/>
                <a:gd name="connsiteX64" fmla="*/ 3373159 w 5774333"/>
                <a:gd name="connsiteY64" fmla="*/ 6315198 h 6315453"/>
                <a:gd name="connsiteX65" fmla="*/ 3330127 w 5774333"/>
                <a:gd name="connsiteY65" fmla="*/ 6314735 h 6315453"/>
                <a:gd name="connsiteX66" fmla="*/ 3288320 w 5774333"/>
                <a:gd name="connsiteY66" fmla="*/ 6313230 h 6315453"/>
                <a:gd name="connsiteX67" fmla="*/ 2954350 w 5774333"/>
                <a:gd name="connsiteY67" fmla="*/ 6288098 h 6315453"/>
                <a:gd name="connsiteX68" fmla="*/ 2622466 w 5774333"/>
                <a:gd name="connsiteY68" fmla="*/ 6232742 h 6315453"/>
                <a:gd name="connsiteX69" fmla="*/ 2296466 w 5774333"/>
                <a:gd name="connsiteY69" fmla="*/ 6146001 h 6315453"/>
                <a:gd name="connsiteX70" fmla="*/ 1672419 w 5774333"/>
                <a:gd name="connsiteY70" fmla="*/ 5885197 h 6315453"/>
                <a:gd name="connsiteX71" fmla="*/ 1146578 w 5774333"/>
                <a:gd name="connsiteY71" fmla="*/ 5479168 h 6315453"/>
                <a:gd name="connsiteX72" fmla="*/ 933372 w 5774333"/>
                <a:gd name="connsiteY72" fmla="*/ 5234810 h 6315453"/>
                <a:gd name="connsiteX73" fmla="*/ 747140 w 5774333"/>
                <a:gd name="connsiteY73" fmla="*/ 4976091 h 6315453"/>
                <a:gd name="connsiteX74" fmla="*/ 703616 w 5774333"/>
                <a:gd name="connsiteY74" fmla="*/ 4910196 h 6315453"/>
                <a:gd name="connsiteX75" fmla="*/ 662053 w 5774333"/>
                <a:gd name="connsiteY75" fmla="*/ 4846269 h 6315453"/>
                <a:gd name="connsiteX76" fmla="*/ 580033 w 5774333"/>
                <a:gd name="connsiteY76" fmla="*/ 4722352 h 6315453"/>
                <a:gd name="connsiteX77" fmla="*/ 410105 w 5774333"/>
                <a:gd name="connsiteY77" fmla="*/ 4469193 h 6315453"/>
                <a:gd name="connsiteX78" fmla="*/ 244224 w 5774333"/>
                <a:gd name="connsiteY78" fmla="*/ 4201556 h 6315453"/>
                <a:gd name="connsiteX79" fmla="*/ 169437 w 5774333"/>
                <a:gd name="connsiteY79" fmla="*/ 4059690 h 6315453"/>
                <a:gd name="connsiteX80" fmla="*/ 105929 w 5774333"/>
                <a:gd name="connsiteY80" fmla="*/ 3911221 h 6315453"/>
                <a:gd name="connsiteX81" fmla="*/ 57256 w 5774333"/>
                <a:gd name="connsiteY81" fmla="*/ 3757195 h 6315453"/>
                <a:gd name="connsiteX82" fmla="*/ 39111 w 5774333"/>
                <a:gd name="connsiteY82" fmla="*/ 3678677 h 6315453"/>
                <a:gd name="connsiteX83" fmla="*/ 31142 w 5774333"/>
                <a:gd name="connsiteY83" fmla="*/ 3639300 h 6315453"/>
                <a:gd name="connsiteX84" fmla="*/ 24521 w 5774333"/>
                <a:gd name="connsiteY84" fmla="*/ 3599809 h 6315453"/>
                <a:gd name="connsiteX85" fmla="*/ 0 w 5774333"/>
                <a:gd name="connsiteY85" fmla="*/ 3283418 h 6315453"/>
                <a:gd name="connsiteX86" fmla="*/ 68045 w 5774333"/>
                <a:gd name="connsiteY86" fmla="*/ 2666963 h 6315453"/>
                <a:gd name="connsiteX87" fmla="*/ 272546 w 5774333"/>
                <a:gd name="connsiteY87" fmla="*/ 2076334 h 6315453"/>
                <a:gd name="connsiteX88" fmla="*/ 1039300 w 5774333"/>
                <a:gd name="connsiteY88" fmla="*/ 1073307 h 6315453"/>
                <a:gd name="connsiteX89" fmla="*/ 1547733 w 5774333"/>
                <a:gd name="connsiteY89" fmla="*/ 680365 h 6315453"/>
                <a:gd name="connsiteX90" fmla="*/ 2115995 w 5774333"/>
                <a:gd name="connsiteY90" fmla="*/ 368373 h 6315453"/>
                <a:gd name="connsiteX91" fmla="*/ 3377451 w 5774333"/>
                <a:gd name="connsiteY91" fmla="*/ 24304 h 6315453"/>
                <a:gd name="connsiteX92" fmla="*/ 3707237 w 5774333"/>
                <a:gd name="connsiteY92" fmla="*/ 1489 h 6315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5774333" h="6315453">
                  <a:moveTo>
                    <a:pt x="3707237" y="1489"/>
                  </a:moveTo>
                  <a:cubicBezTo>
                    <a:pt x="3817502" y="-1522"/>
                    <a:pt x="3927875" y="41"/>
                    <a:pt x="4037665" y="6121"/>
                  </a:cubicBezTo>
                  <a:cubicBezTo>
                    <a:pt x="4257614" y="18745"/>
                    <a:pt x="4477439" y="49665"/>
                    <a:pt x="4692239" y="102128"/>
                  </a:cubicBezTo>
                  <a:cubicBezTo>
                    <a:pt x="4907039" y="154474"/>
                    <a:pt x="5116811" y="228592"/>
                    <a:pt x="5315059" y="324945"/>
                  </a:cubicBezTo>
                  <a:cubicBezTo>
                    <a:pt x="5463562" y="397211"/>
                    <a:pt x="5606133" y="481527"/>
                    <a:pt x="5738325" y="578286"/>
                  </a:cubicBezTo>
                  <a:lnTo>
                    <a:pt x="5774333" y="606551"/>
                  </a:lnTo>
                  <a:lnTo>
                    <a:pt x="5774333" y="975490"/>
                  </a:lnTo>
                  <a:lnTo>
                    <a:pt x="5676001" y="889749"/>
                  </a:lnTo>
                  <a:cubicBezTo>
                    <a:pt x="5522381" y="769886"/>
                    <a:pt x="5355519" y="665657"/>
                    <a:pt x="5177132" y="581926"/>
                  </a:cubicBezTo>
                  <a:cubicBezTo>
                    <a:pt x="4998867" y="497965"/>
                    <a:pt x="4810183" y="433574"/>
                    <a:pt x="4615735" y="388640"/>
                  </a:cubicBezTo>
                  <a:cubicBezTo>
                    <a:pt x="4421289" y="343591"/>
                    <a:pt x="4221446" y="317649"/>
                    <a:pt x="4020010" y="308500"/>
                  </a:cubicBezTo>
                  <a:cubicBezTo>
                    <a:pt x="3818207" y="298887"/>
                    <a:pt x="3616649" y="305257"/>
                    <a:pt x="3416315" y="328882"/>
                  </a:cubicBezTo>
                  <a:cubicBezTo>
                    <a:pt x="3216106" y="352623"/>
                    <a:pt x="3017736" y="392346"/>
                    <a:pt x="2823779" y="446545"/>
                  </a:cubicBezTo>
                  <a:cubicBezTo>
                    <a:pt x="2629699" y="500513"/>
                    <a:pt x="2440401" y="570345"/>
                    <a:pt x="2256987" y="651296"/>
                  </a:cubicBezTo>
                  <a:cubicBezTo>
                    <a:pt x="1889058" y="811461"/>
                    <a:pt x="1545527" y="1023856"/>
                    <a:pt x="1244169" y="1280374"/>
                  </a:cubicBezTo>
                  <a:cubicBezTo>
                    <a:pt x="1093982" y="1409039"/>
                    <a:pt x="954828" y="1549400"/>
                    <a:pt x="830141" y="1700184"/>
                  </a:cubicBezTo>
                  <a:cubicBezTo>
                    <a:pt x="705209" y="1850736"/>
                    <a:pt x="594989" y="2012176"/>
                    <a:pt x="502792" y="2182300"/>
                  </a:cubicBezTo>
                  <a:cubicBezTo>
                    <a:pt x="410595" y="2352308"/>
                    <a:pt x="333847" y="2530307"/>
                    <a:pt x="280637" y="2715256"/>
                  </a:cubicBezTo>
                  <a:cubicBezTo>
                    <a:pt x="227306" y="2899741"/>
                    <a:pt x="199719" y="3091521"/>
                    <a:pt x="199843" y="3283418"/>
                  </a:cubicBezTo>
                  <a:cubicBezTo>
                    <a:pt x="200946" y="3377687"/>
                    <a:pt x="210754" y="3471261"/>
                    <a:pt x="233926" y="3561593"/>
                  </a:cubicBezTo>
                  <a:cubicBezTo>
                    <a:pt x="256730" y="3652040"/>
                    <a:pt x="292162" y="3738550"/>
                    <a:pt x="334582" y="3821816"/>
                  </a:cubicBezTo>
                  <a:cubicBezTo>
                    <a:pt x="356038" y="3863392"/>
                    <a:pt x="379823" y="3904157"/>
                    <a:pt x="404834" y="3944343"/>
                  </a:cubicBezTo>
                  <a:cubicBezTo>
                    <a:pt x="430212" y="3984413"/>
                    <a:pt x="457308" y="4023905"/>
                    <a:pt x="485506" y="4062932"/>
                  </a:cubicBezTo>
                  <a:cubicBezTo>
                    <a:pt x="542639" y="4140757"/>
                    <a:pt x="606146" y="4216265"/>
                    <a:pt x="671861" y="4292120"/>
                  </a:cubicBezTo>
                  <a:cubicBezTo>
                    <a:pt x="737576" y="4368091"/>
                    <a:pt x="806234" y="4444062"/>
                    <a:pt x="873542" y="4523044"/>
                  </a:cubicBezTo>
                  <a:cubicBezTo>
                    <a:pt x="907258" y="4562419"/>
                    <a:pt x="940606" y="4602721"/>
                    <a:pt x="973831" y="4643601"/>
                  </a:cubicBezTo>
                  <a:lnTo>
                    <a:pt x="1022014" y="4702780"/>
                  </a:lnTo>
                  <a:cubicBezTo>
                    <a:pt x="1037829" y="4721658"/>
                    <a:pt x="1052910" y="4740998"/>
                    <a:pt x="1069215" y="4759411"/>
                  </a:cubicBezTo>
                  <a:cubicBezTo>
                    <a:pt x="1196477" y="4909269"/>
                    <a:pt x="1334527" y="5047199"/>
                    <a:pt x="1474784" y="5177948"/>
                  </a:cubicBezTo>
                  <a:cubicBezTo>
                    <a:pt x="1545281" y="5243033"/>
                    <a:pt x="1617003" y="5305917"/>
                    <a:pt x="1690442" y="5366255"/>
                  </a:cubicBezTo>
                  <a:cubicBezTo>
                    <a:pt x="1763881" y="5426591"/>
                    <a:pt x="1838668" y="5484959"/>
                    <a:pt x="1916276" y="5539852"/>
                  </a:cubicBezTo>
                  <a:cubicBezTo>
                    <a:pt x="2070877" y="5649872"/>
                    <a:pt x="2237617" y="5748194"/>
                    <a:pt x="2420784" y="5814437"/>
                  </a:cubicBezTo>
                  <a:cubicBezTo>
                    <a:pt x="2512124" y="5847559"/>
                    <a:pt x="2606773" y="5872921"/>
                    <a:pt x="2703015" y="5892029"/>
                  </a:cubicBezTo>
                  <a:cubicBezTo>
                    <a:pt x="2727168" y="5896546"/>
                    <a:pt x="2751075" y="5901758"/>
                    <a:pt x="2775350" y="5905695"/>
                  </a:cubicBezTo>
                  <a:lnTo>
                    <a:pt x="2848299" y="5917161"/>
                  </a:lnTo>
                  <a:cubicBezTo>
                    <a:pt x="2897218" y="5923298"/>
                    <a:pt x="2946136" y="5929784"/>
                    <a:pt x="2995544" y="5933605"/>
                  </a:cubicBezTo>
                  <a:cubicBezTo>
                    <a:pt x="3020188" y="5935806"/>
                    <a:pt x="3044831" y="5937891"/>
                    <a:pt x="3069596" y="5938933"/>
                  </a:cubicBezTo>
                  <a:cubicBezTo>
                    <a:pt x="3094362" y="5940090"/>
                    <a:pt x="3119005" y="5941943"/>
                    <a:pt x="3143894" y="5942639"/>
                  </a:cubicBezTo>
                  <a:lnTo>
                    <a:pt x="3218436" y="5944260"/>
                  </a:lnTo>
                  <a:cubicBezTo>
                    <a:pt x="3243201" y="5944838"/>
                    <a:pt x="3268212" y="5944029"/>
                    <a:pt x="3293101" y="5943913"/>
                  </a:cubicBezTo>
                  <a:lnTo>
                    <a:pt x="3330494" y="5943565"/>
                  </a:lnTo>
                  <a:cubicBezTo>
                    <a:pt x="3342632" y="5943218"/>
                    <a:pt x="3354524" y="5942523"/>
                    <a:pt x="3366540" y="5942059"/>
                  </a:cubicBezTo>
                  <a:cubicBezTo>
                    <a:pt x="3378554" y="5941480"/>
                    <a:pt x="3390570" y="5941134"/>
                    <a:pt x="3402462" y="5940323"/>
                  </a:cubicBezTo>
                  <a:lnTo>
                    <a:pt x="3438262" y="5937543"/>
                  </a:lnTo>
                  <a:cubicBezTo>
                    <a:pt x="3485954" y="5933953"/>
                    <a:pt x="3533279" y="5927931"/>
                    <a:pt x="3580236" y="5920982"/>
                  </a:cubicBezTo>
                  <a:cubicBezTo>
                    <a:pt x="3768185" y="5891567"/>
                    <a:pt x="3948901" y="5834010"/>
                    <a:pt x="4121034" y="5753290"/>
                  </a:cubicBezTo>
                  <a:cubicBezTo>
                    <a:pt x="4293782" y="5673497"/>
                    <a:pt x="4458191" y="5571353"/>
                    <a:pt x="4620639" y="5459364"/>
                  </a:cubicBezTo>
                  <a:cubicBezTo>
                    <a:pt x="4661221" y="5431455"/>
                    <a:pt x="4701557" y="5402271"/>
                    <a:pt x="4741771" y="5372971"/>
                  </a:cubicBezTo>
                  <a:cubicBezTo>
                    <a:pt x="4782230" y="5343672"/>
                    <a:pt x="4822566" y="5313908"/>
                    <a:pt x="4862901" y="5283682"/>
                  </a:cubicBezTo>
                  <a:lnTo>
                    <a:pt x="5108229" y="5098386"/>
                  </a:lnTo>
                  <a:cubicBezTo>
                    <a:pt x="5276563" y="4972270"/>
                    <a:pt x="5446489" y="4854838"/>
                    <a:pt x="5612493" y="4739724"/>
                  </a:cubicBezTo>
                  <a:lnTo>
                    <a:pt x="5774333" y="4623488"/>
                  </a:lnTo>
                  <a:lnTo>
                    <a:pt x="5774333" y="5232926"/>
                  </a:lnTo>
                  <a:lnTo>
                    <a:pt x="5676492" y="5306859"/>
                  </a:lnTo>
                  <a:cubicBezTo>
                    <a:pt x="5592693" y="5367905"/>
                    <a:pt x="5508955" y="5427286"/>
                    <a:pt x="5426260" y="5486233"/>
                  </a:cubicBezTo>
                  <a:lnTo>
                    <a:pt x="5300225" y="5576217"/>
                  </a:lnTo>
                  <a:cubicBezTo>
                    <a:pt x="5257559" y="5606443"/>
                    <a:pt x="5214525" y="5636901"/>
                    <a:pt x="5170757" y="5666780"/>
                  </a:cubicBezTo>
                  <a:cubicBezTo>
                    <a:pt x="5127110" y="5696775"/>
                    <a:pt x="5082973" y="5726654"/>
                    <a:pt x="5038100" y="5756185"/>
                  </a:cubicBezTo>
                  <a:cubicBezTo>
                    <a:pt x="4993106" y="5785486"/>
                    <a:pt x="4947743" y="5814553"/>
                    <a:pt x="4901276" y="5843043"/>
                  </a:cubicBezTo>
                  <a:cubicBezTo>
                    <a:pt x="4808835" y="5900136"/>
                    <a:pt x="4713449" y="5955494"/>
                    <a:pt x="4614019" y="6006103"/>
                  </a:cubicBezTo>
                  <a:cubicBezTo>
                    <a:pt x="4514711" y="6056943"/>
                    <a:pt x="4411971" y="6104192"/>
                    <a:pt x="4305061" y="6144726"/>
                  </a:cubicBezTo>
                  <a:cubicBezTo>
                    <a:pt x="4092223" y="6226952"/>
                    <a:pt x="3863569" y="6282424"/>
                    <a:pt x="3632710" y="6304196"/>
                  </a:cubicBezTo>
                  <a:cubicBezTo>
                    <a:pt x="3574964" y="6309408"/>
                    <a:pt x="3517218" y="6313345"/>
                    <a:pt x="3459594" y="6314504"/>
                  </a:cubicBezTo>
                  <a:lnTo>
                    <a:pt x="3416315" y="6315429"/>
                  </a:lnTo>
                  <a:cubicBezTo>
                    <a:pt x="3401971" y="6315546"/>
                    <a:pt x="3387505" y="6315198"/>
                    <a:pt x="3373159" y="6315198"/>
                  </a:cubicBezTo>
                  <a:lnTo>
                    <a:pt x="3330127" y="6314735"/>
                  </a:lnTo>
                  <a:lnTo>
                    <a:pt x="3288320" y="6313230"/>
                  </a:lnTo>
                  <a:cubicBezTo>
                    <a:pt x="3176996" y="6309870"/>
                    <a:pt x="3065428" y="6301533"/>
                    <a:pt x="2954350" y="6288098"/>
                  </a:cubicBezTo>
                  <a:cubicBezTo>
                    <a:pt x="2843150" y="6275360"/>
                    <a:pt x="2732194" y="6257061"/>
                    <a:pt x="2622466" y="6232742"/>
                  </a:cubicBezTo>
                  <a:cubicBezTo>
                    <a:pt x="2512859" y="6208190"/>
                    <a:pt x="2404110" y="6179122"/>
                    <a:pt x="2296466" y="6146001"/>
                  </a:cubicBezTo>
                  <a:cubicBezTo>
                    <a:pt x="2081544" y="6079179"/>
                    <a:pt x="1869073" y="5996027"/>
                    <a:pt x="1672419" y="5885197"/>
                  </a:cubicBezTo>
                  <a:cubicBezTo>
                    <a:pt x="1475643" y="5774599"/>
                    <a:pt x="1299954" y="5634353"/>
                    <a:pt x="1146578" y="5479168"/>
                  </a:cubicBezTo>
                  <a:cubicBezTo>
                    <a:pt x="1069461" y="5401692"/>
                    <a:pt x="999333" y="5319235"/>
                    <a:pt x="933372" y="5234810"/>
                  </a:cubicBezTo>
                  <a:cubicBezTo>
                    <a:pt x="867781" y="5150038"/>
                    <a:pt x="805375" y="5063991"/>
                    <a:pt x="747140" y="4976091"/>
                  </a:cubicBezTo>
                  <a:cubicBezTo>
                    <a:pt x="732182" y="4954319"/>
                    <a:pt x="718082" y="4932199"/>
                    <a:pt x="703616" y="4910196"/>
                  </a:cubicBezTo>
                  <a:lnTo>
                    <a:pt x="662053" y="4846269"/>
                  </a:lnTo>
                  <a:cubicBezTo>
                    <a:pt x="635449" y="4804925"/>
                    <a:pt x="607864" y="4763928"/>
                    <a:pt x="580033" y="4722352"/>
                  </a:cubicBezTo>
                  <a:lnTo>
                    <a:pt x="410105" y="4469193"/>
                  </a:lnTo>
                  <a:cubicBezTo>
                    <a:pt x="353095" y="4382915"/>
                    <a:pt x="296820" y="4294089"/>
                    <a:pt x="244224" y="4201556"/>
                  </a:cubicBezTo>
                  <a:cubicBezTo>
                    <a:pt x="217987" y="4155232"/>
                    <a:pt x="192609" y="4108098"/>
                    <a:pt x="169437" y="4059690"/>
                  </a:cubicBezTo>
                  <a:cubicBezTo>
                    <a:pt x="146388" y="4011165"/>
                    <a:pt x="124932" y="3961715"/>
                    <a:pt x="105929" y="3911221"/>
                  </a:cubicBezTo>
                  <a:cubicBezTo>
                    <a:pt x="87293" y="3860613"/>
                    <a:pt x="70742" y="3809309"/>
                    <a:pt x="57256" y="3757195"/>
                  </a:cubicBezTo>
                  <a:cubicBezTo>
                    <a:pt x="50881" y="3731138"/>
                    <a:pt x="44383" y="3704965"/>
                    <a:pt x="39111" y="3678677"/>
                  </a:cubicBezTo>
                  <a:lnTo>
                    <a:pt x="31142" y="3639300"/>
                  </a:lnTo>
                  <a:lnTo>
                    <a:pt x="24521" y="3599809"/>
                  </a:lnTo>
                  <a:cubicBezTo>
                    <a:pt x="7234" y="3494423"/>
                    <a:pt x="0" y="3388457"/>
                    <a:pt x="0" y="3283418"/>
                  </a:cubicBezTo>
                  <a:cubicBezTo>
                    <a:pt x="491" y="3076698"/>
                    <a:pt x="23418" y="2869978"/>
                    <a:pt x="68045" y="2666963"/>
                  </a:cubicBezTo>
                  <a:cubicBezTo>
                    <a:pt x="112550" y="2464064"/>
                    <a:pt x="180717" y="2265104"/>
                    <a:pt x="272546" y="2076334"/>
                  </a:cubicBezTo>
                  <a:cubicBezTo>
                    <a:pt x="457062" y="1698794"/>
                    <a:pt x="724457" y="1360978"/>
                    <a:pt x="1039300" y="1073307"/>
                  </a:cubicBezTo>
                  <a:cubicBezTo>
                    <a:pt x="1197090" y="929472"/>
                    <a:pt x="1367630" y="798259"/>
                    <a:pt x="1547733" y="680365"/>
                  </a:cubicBezTo>
                  <a:cubicBezTo>
                    <a:pt x="1728081" y="562587"/>
                    <a:pt x="1917870" y="457663"/>
                    <a:pt x="2115995" y="368373"/>
                  </a:cubicBezTo>
                  <a:cubicBezTo>
                    <a:pt x="2512737" y="191070"/>
                    <a:pt x="2939883" y="73870"/>
                    <a:pt x="3377451" y="24304"/>
                  </a:cubicBezTo>
                  <a:cubicBezTo>
                    <a:pt x="3486812" y="12086"/>
                    <a:pt x="3596971" y="4500"/>
                    <a:pt x="3707237" y="148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C18CE1F-9DF1-47AF-9E66-6CE348AC2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464911 h 6229400"/>
                <a:gd name="connsiteX4" fmla="*/ 5660063 w 5769111"/>
                <a:gd name="connsiteY4" fmla="*/ 1328105 h 6229400"/>
                <a:gd name="connsiteX5" fmla="*/ 4910471 w 5769111"/>
                <a:gd name="connsiteY5" fmla="*/ 781599 h 6229400"/>
                <a:gd name="connsiteX6" fmla="*/ 3882695 w 5769111"/>
                <a:gd name="connsiteY6" fmla="*/ 579048 h 6229400"/>
                <a:gd name="connsiteX7" fmla="*/ 2683153 w 5769111"/>
                <a:gd name="connsiteY7" fmla="*/ 797003 h 6229400"/>
                <a:gd name="connsiteX8" fmla="*/ 1617493 w 5769111"/>
                <a:gd name="connsiteY8" fmla="*/ 1395738 h 6229400"/>
                <a:gd name="connsiteX9" fmla="*/ 880408 w 5769111"/>
                <a:gd name="connsiteY9" fmla="*/ 2259099 h 6229400"/>
                <a:gd name="connsiteX10" fmla="*/ 613135 w 5769111"/>
                <a:gd name="connsiteY10" fmla="*/ 3263863 h 6229400"/>
                <a:gd name="connsiteX11" fmla="*/ 1055484 w 5769111"/>
                <a:gd name="connsiteY11" fmla="*/ 4196825 h 6229400"/>
                <a:gd name="connsiteX12" fmla="*/ 1278376 w 5769111"/>
                <a:gd name="connsiteY12" fmla="*/ 4492950 h 6229400"/>
                <a:gd name="connsiteX13" fmla="*/ 3369851 w 5769111"/>
                <a:gd name="connsiteY13" fmla="*/ 5650468 h 6229400"/>
                <a:gd name="connsiteX14" fmla="*/ 4957551 w 5769111"/>
                <a:gd name="connsiteY14" fmla="*/ 4938355 h 6229400"/>
                <a:gd name="connsiteX15" fmla="*/ 5150773 w 5769111"/>
                <a:gd name="connsiteY15" fmla="*/ 4796950 h 6229400"/>
                <a:gd name="connsiteX16" fmla="*/ 5747247 w 5769111"/>
                <a:gd name="connsiteY16" fmla="*/ 4338176 h 6229400"/>
                <a:gd name="connsiteX17" fmla="*/ 5769111 w 5769111"/>
                <a:gd name="connsiteY17" fmla="*/ 4318497 h 6229400"/>
                <a:gd name="connsiteX18" fmla="*/ 5769111 w 5769111"/>
                <a:gd name="connsiteY18" fmla="*/ 5074612 h 6229400"/>
                <a:gd name="connsiteX19" fmla="*/ 5636252 w 5769111"/>
                <a:gd name="connsiteY19" fmla="*/ 5174208 h 6229400"/>
                <a:gd name="connsiteX20" fmla="*/ 5334922 w 5769111"/>
                <a:gd name="connsiteY20" fmla="*/ 5394528 h 6229400"/>
                <a:gd name="connsiteX21" fmla="*/ 3369727 w 5769111"/>
                <a:gd name="connsiteY21" fmla="*/ 6229400 h 6229400"/>
                <a:gd name="connsiteX22" fmla="*/ 771046 w 5769111"/>
                <a:gd name="connsiteY22" fmla="*/ 4817913 h 6229400"/>
                <a:gd name="connsiteX23" fmla="*/ 0 w 5769111"/>
                <a:gd name="connsiteY23" fmla="*/ 3263748 h 6229400"/>
                <a:gd name="connsiteX24" fmla="*/ 3882695 w 5769111"/>
                <a:gd name="connsiteY24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464911"/>
                  </a:lnTo>
                  <a:lnTo>
                    <a:pt x="5660063" y="1328105"/>
                  </a:lnTo>
                  <a:cubicBezTo>
                    <a:pt x="5449800" y="1091506"/>
                    <a:pt x="5197607" y="907600"/>
                    <a:pt x="4910471" y="781599"/>
                  </a:cubicBezTo>
                  <a:cubicBezTo>
                    <a:pt x="4604088" y="647260"/>
                    <a:pt x="4258349" y="579048"/>
                    <a:pt x="3882695" y="579048"/>
                  </a:cubicBezTo>
                  <a:cubicBezTo>
                    <a:pt x="3484238" y="579048"/>
                    <a:pt x="3080631" y="652240"/>
                    <a:pt x="2683153" y="797003"/>
                  </a:cubicBezTo>
                  <a:cubicBezTo>
                    <a:pt x="2296098" y="937595"/>
                    <a:pt x="1927678" y="1144662"/>
                    <a:pt x="1617493" y="1395738"/>
                  </a:cubicBezTo>
                  <a:cubicBezTo>
                    <a:pt x="1301915" y="1651098"/>
                    <a:pt x="1053890" y="1941665"/>
                    <a:pt x="880408" y="2259099"/>
                  </a:cubicBezTo>
                  <a:cubicBezTo>
                    <a:pt x="703125" y="2583597"/>
                    <a:pt x="613135" y="2921645"/>
                    <a:pt x="613135" y="3263863"/>
                  </a:cubicBezTo>
                  <a:cubicBezTo>
                    <a:pt x="613135" y="3608512"/>
                    <a:pt x="756702" y="3809789"/>
                    <a:pt x="1055484" y="4196825"/>
                  </a:cubicBezTo>
                  <a:cubicBezTo>
                    <a:pt x="1127574" y="4290167"/>
                    <a:pt x="1202116" y="4386753"/>
                    <a:pt x="1278376" y="4492950"/>
                  </a:cubicBezTo>
                  <a:cubicBezTo>
                    <a:pt x="1861105" y="5304313"/>
                    <a:pt x="2486623" y="5650468"/>
                    <a:pt x="3369851" y="5650468"/>
                  </a:cubicBezTo>
                  <a:cubicBezTo>
                    <a:pt x="3949515" y="5650468"/>
                    <a:pt x="4374822" y="5368471"/>
                    <a:pt x="4957551" y="4938355"/>
                  </a:cubicBezTo>
                  <a:cubicBezTo>
                    <a:pt x="5022653" y="4890293"/>
                    <a:pt x="5087755" y="4842811"/>
                    <a:pt x="5150773" y="4796950"/>
                  </a:cubicBezTo>
                  <a:cubicBezTo>
                    <a:pt x="5364254" y="4641404"/>
                    <a:pt x="5570313" y="4491241"/>
                    <a:pt x="5747247" y="4338176"/>
                  </a:cubicBezTo>
                  <a:lnTo>
                    <a:pt x="5769111" y="4318497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BD26A8C-8D1D-41E6-A71E-FE9AC75F3F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675390 h 6229400"/>
                <a:gd name="connsiteX4" fmla="*/ 5711488 w 5769111"/>
                <a:gd name="connsiteY4" fmla="*/ 1585205 h 6229400"/>
                <a:gd name="connsiteX5" fmla="*/ 5566027 w 5769111"/>
                <a:gd name="connsiteY5" fmla="*/ 1402571 h 6229400"/>
                <a:gd name="connsiteX6" fmla="*/ 4858734 w 5769111"/>
                <a:gd name="connsiteY6" fmla="*/ 886639 h 6229400"/>
                <a:gd name="connsiteX7" fmla="*/ 3882695 w 5769111"/>
                <a:gd name="connsiteY7" fmla="*/ 694858 h 6229400"/>
                <a:gd name="connsiteX8" fmla="*/ 2727046 w 5769111"/>
                <a:gd name="connsiteY8" fmla="*/ 905053 h 6229400"/>
                <a:gd name="connsiteX9" fmla="*/ 1697186 w 5769111"/>
                <a:gd name="connsiteY9" fmla="*/ 1483638 h 6229400"/>
                <a:gd name="connsiteX10" fmla="*/ 989279 w 5769111"/>
                <a:gd name="connsiteY10" fmla="*/ 2312139 h 6229400"/>
                <a:gd name="connsiteX11" fmla="*/ 735615 w 5769111"/>
                <a:gd name="connsiteY11" fmla="*/ 3263863 h 6229400"/>
                <a:gd name="connsiteX12" fmla="*/ 1154424 w 5769111"/>
                <a:gd name="connsiteY12" fmla="*/ 4128614 h 6229400"/>
                <a:gd name="connsiteX13" fmla="*/ 1379768 w 5769111"/>
                <a:gd name="connsiteY13" fmla="*/ 4427981 h 6229400"/>
                <a:gd name="connsiteX14" fmla="*/ 2239456 w 5769111"/>
                <a:gd name="connsiteY14" fmla="*/ 5256947 h 6229400"/>
                <a:gd name="connsiteX15" fmla="*/ 3369727 w 5769111"/>
                <a:gd name="connsiteY15" fmla="*/ 5534658 h 6229400"/>
                <a:gd name="connsiteX16" fmla="*/ 4096760 w 5769111"/>
                <a:gd name="connsiteY16" fmla="*/ 5357817 h 6229400"/>
                <a:gd name="connsiteX17" fmla="*/ 4881905 w 5769111"/>
                <a:gd name="connsiteY17" fmla="*/ 4847212 h 6229400"/>
                <a:gd name="connsiteX18" fmla="*/ 5075739 w 5769111"/>
                <a:gd name="connsiteY18" fmla="*/ 4705346 h 6229400"/>
                <a:gd name="connsiteX19" fmla="*/ 5759930 w 5769111"/>
                <a:gd name="connsiteY19" fmla="*/ 4166809 h 6229400"/>
                <a:gd name="connsiteX20" fmla="*/ 5769111 w 5769111"/>
                <a:gd name="connsiteY20" fmla="*/ 4157764 h 6229400"/>
                <a:gd name="connsiteX21" fmla="*/ 5769111 w 5769111"/>
                <a:gd name="connsiteY21" fmla="*/ 5074612 h 6229400"/>
                <a:gd name="connsiteX22" fmla="*/ 5636252 w 5769111"/>
                <a:gd name="connsiteY22" fmla="*/ 5174208 h 6229400"/>
                <a:gd name="connsiteX23" fmla="*/ 5334922 w 5769111"/>
                <a:gd name="connsiteY23" fmla="*/ 5394528 h 6229400"/>
                <a:gd name="connsiteX24" fmla="*/ 3369727 w 5769111"/>
                <a:gd name="connsiteY24" fmla="*/ 6229400 h 6229400"/>
                <a:gd name="connsiteX25" fmla="*/ 771046 w 5769111"/>
                <a:gd name="connsiteY25" fmla="*/ 4817913 h 6229400"/>
                <a:gd name="connsiteX26" fmla="*/ 0 w 5769111"/>
                <a:gd name="connsiteY26" fmla="*/ 3263748 h 6229400"/>
                <a:gd name="connsiteX27" fmla="*/ 3882695 w 5769111"/>
                <a:gd name="connsiteY27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675390"/>
                  </a:lnTo>
                  <a:lnTo>
                    <a:pt x="5711488" y="1585205"/>
                  </a:lnTo>
                  <a:cubicBezTo>
                    <a:pt x="5665942" y="1521390"/>
                    <a:pt x="5617428" y="1460432"/>
                    <a:pt x="5566027" y="1402571"/>
                  </a:cubicBezTo>
                  <a:cubicBezTo>
                    <a:pt x="5367411" y="1179058"/>
                    <a:pt x="5129563" y="1005460"/>
                    <a:pt x="4858734" y="886639"/>
                  </a:cubicBezTo>
                  <a:cubicBezTo>
                    <a:pt x="4568779" y="759363"/>
                    <a:pt x="4240327" y="694858"/>
                    <a:pt x="3882695" y="694858"/>
                  </a:cubicBezTo>
                  <a:cubicBezTo>
                    <a:pt x="3504835" y="694858"/>
                    <a:pt x="3105151" y="767471"/>
                    <a:pt x="2727046" y="905053"/>
                  </a:cubicBezTo>
                  <a:cubicBezTo>
                    <a:pt x="2352985" y="1041013"/>
                    <a:pt x="1996826" y="1241132"/>
                    <a:pt x="1697186" y="1483638"/>
                  </a:cubicBezTo>
                  <a:cubicBezTo>
                    <a:pt x="1397913" y="1725796"/>
                    <a:pt x="1153199" y="2012308"/>
                    <a:pt x="989279" y="2312139"/>
                  </a:cubicBezTo>
                  <a:cubicBezTo>
                    <a:pt x="820946" y="2620077"/>
                    <a:pt x="735615" y="2940290"/>
                    <a:pt x="735615" y="3263863"/>
                  </a:cubicBezTo>
                  <a:cubicBezTo>
                    <a:pt x="735615" y="3573074"/>
                    <a:pt x="863980" y="3752464"/>
                    <a:pt x="1154424" y="4128614"/>
                  </a:cubicBezTo>
                  <a:cubicBezTo>
                    <a:pt x="1227127" y="4222767"/>
                    <a:pt x="1302282" y="4320162"/>
                    <a:pt x="1379768" y="4427981"/>
                  </a:cubicBezTo>
                  <a:cubicBezTo>
                    <a:pt x="1653784" y="4809458"/>
                    <a:pt x="1934912" y="5080685"/>
                    <a:pt x="2239456" y="5256947"/>
                  </a:cubicBezTo>
                  <a:cubicBezTo>
                    <a:pt x="2562268" y="5443863"/>
                    <a:pt x="2932037" y="5534658"/>
                    <a:pt x="3369727" y="5534658"/>
                  </a:cubicBezTo>
                  <a:cubicBezTo>
                    <a:pt x="3618120" y="5534658"/>
                    <a:pt x="3849103" y="5478491"/>
                    <a:pt x="4096760" y="5357817"/>
                  </a:cubicBezTo>
                  <a:cubicBezTo>
                    <a:pt x="4351037" y="5233901"/>
                    <a:pt x="4602740" y="5053238"/>
                    <a:pt x="4881905" y="4847212"/>
                  </a:cubicBezTo>
                  <a:cubicBezTo>
                    <a:pt x="4947375" y="4798920"/>
                    <a:pt x="5012599" y="4751322"/>
                    <a:pt x="5075739" y="4705346"/>
                  </a:cubicBezTo>
                  <a:cubicBezTo>
                    <a:pt x="5327320" y="4521990"/>
                    <a:pt x="5568418" y="4346256"/>
                    <a:pt x="5759930" y="4166809"/>
                  </a:cubicBezTo>
                  <a:lnTo>
                    <a:pt x="5769111" y="4157764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Graphic 6" descr="Disconnected">
            <a:extLst>
              <a:ext uri="{FF2B5EF4-FFF2-40B4-BE49-F238E27FC236}">
                <a16:creationId xmlns:a16="http://schemas.microsoft.com/office/drawing/2014/main" id="{0A2DFA05-08CC-903A-3442-AE0A21E54BA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21726" y="1629089"/>
            <a:ext cx="3620021" cy="3620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615826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6227DA-5648-2F21-14B2-731C0E20E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4000"/>
              <a:t>Improved Health Diagnostics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BD63D3D-C9BC-B9D3-77C4-F30759E5372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57544538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04077052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8FCCAC-3F61-28B3-801A-80E52840F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Communication and Tuning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A3859E5-4088-6072-32B0-4ABAB095A92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32949642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90989721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1D34770-47A8-402C-AF23-2B653F2D8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797590-CD00-C7CB-0F67-BE502DD5A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79" y="723898"/>
            <a:ext cx="6002110" cy="1495425"/>
          </a:xfrm>
        </p:spPr>
        <p:txBody>
          <a:bodyPr>
            <a:normAutofit/>
          </a:bodyPr>
          <a:lstStyle/>
          <a:p>
            <a:r>
              <a:rPr lang="en-US" sz="4000"/>
              <a:t>AG Configuration Enhancements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1DE93FF-B213-E04D-D7C5-97883918EFC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105" r="24301" b="-1"/>
          <a:stretch>
            <a:fillRect/>
          </a:stretch>
        </p:blipFill>
        <p:spPr>
          <a:xfrm>
            <a:off x="7199440" y="10"/>
            <a:ext cx="4992560" cy="6857990"/>
          </a:xfrm>
          <a:prstGeom prst="rect">
            <a:avLst/>
          </a:prstGeom>
          <a:effectLst/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B91121A-DB1E-0D9A-5F7A-0389347D099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55408819"/>
              </p:ext>
            </p:extLst>
          </p:nvPr>
        </p:nvGraphicFramePr>
        <p:xfrm>
          <a:off x="836680" y="2405067"/>
          <a:ext cx="6002110" cy="37290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110972931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017397-33E5-57CE-55AB-26F940EFD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700" dirty="0">
                <a:solidFill>
                  <a:srgbClr val="FFFFFF"/>
                </a:solidFill>
              </a:rPr>
              <a:t>Backup Enhancements — ZSTD Compression</a:t>
            </a: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21507309-3415-B315-13BA-5B5D6874494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24217819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92403816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6633C5-E479-A8A7-894C-EE5970CBF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Backup Enhancements — Azure and Secondary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98A3925-7CAB-E4C1-2578-226A8133974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65620640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21083696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E7AA7E8-8006-4E1F-A566-FCF37EE6F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87265F8-B144-AFBD-7860-672097BCF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910" y="1598246"/>
            <a:ext cx="4626709" cy="512298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sz="8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Demo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B366EB-4B5B-FF05-F574-01DB142806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92994" y="1590840"/>
            <a:ext cx="5672176" cy="509522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4400" b="1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Availability Group Reliability and Diagnostics</a:t>
            </a:r>
            <a:endParaRPr lang="en-US" sz="4400" kern="120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47322" y="1589368"/>
            <a:ext cx="0" cy="5259754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3015641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E7BB85-807F-3BA2-A0E2-5386FCD79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2FF21FD-B08B-BD17-F239-AC591900C0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66DEAB8-AC2B-9481-654E-A248E50011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F6BDC63-1BDA-D451-4ADC-F077B0BB08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5EFAAEF-6242-B56B-2CF5-428C91D803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60415642-39CF-0535-690B-27E968260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Health Check Timeout Flexibility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E9B3C3D-9662-8E1B-D59D-55BDF4BE5C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72499" y="390832"/>
            <a:ext cx="3233585" cy="873612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 sz="2000" kern="120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D5CFC90-E411-3287-1D06-9CFCDFBFC87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07345" y="2098655"/>
            <a:ext cx="9577308" cy="4187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147667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711B37-0CF8-AAA7-77A7-8936C54A0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B6EFB69-74F2-41E2-46C5-F387B37B26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3A57BD0-B0F0-F195-BE4B-AD1702EB7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910" y="1598246"/>
            <a:ext cx="4626709" cy="512298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sz="8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Demo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23D588-2466-D967-DA0A-203FB67605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92994" y="1590840"/>
            <a:ext cx="5672176" cy="509522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44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Availability Group Tuning</a:t>
            </a:r>
            <a:endParaRPr lang="en-US" sz="4400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890087B-A3FA-72CA-A063-E3F74B492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47322" y="1589368"/>
            <a:ext cx="0" cy="5259754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7034309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FA2361B9-7197-9C74-682F-46074AE7C8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Connected with Azure Arc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C37173F-2CF1-D218-7071-163D2ABA6C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72499" y="390832"/>
            <a:ext cx="3233585" cy="873612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 sz="2000" kern="120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E80F96B-E6A8-608F-810F-C250CE84E1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225" y="2098655"/>
            <a:ext cx="11327549" cy="4187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2805777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FDC3024-B6C7-27FE-E97A-0C52152A8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9863"/>
            <a:ext cx="10515600" cy="1004594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Azure Arc for SQL Server — Why It Matters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496" y="1587970"/>
            <a:ext cx="11033008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Content Placeholder 4">
            <a:extLst>
              <a:ext uri="{FF2B5EF4-FFF2-40B4-BE49-F238E27FC236}">
                <a16:creationId xmlns:a16="http://schemas.microsoft.com/office/drawing/2014/main" id="{37C058F9-9B9A-0667-EB33-E51A637DAD9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17977502"/>
              </p:ext>
            </p:extLst>
          </p:nvPr>
        </p:nvGraphicFramePr>
        <p:xfrm>
          <a:off x="838200" y="1800911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38801138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AE94DF-AD24-D5A0-FDEE-A96F7EE1F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4000" dirty="0"/>
              <a:t>What Arc Enables — Security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C8EACAE-4E06-FACC-3F1A-9564962B01E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38103659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19876723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DDBB197-D710-4A4F-A9CA-FD2177498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5D1CFA-2CDB-4B64-BD9F-85744E8DA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258503-2B4C-4E05-4103-937DB0B09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977976" cy="1454051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chemeClr val="tx2"/>
                </a:solidFill>
              </a:rPr>
              <a:t>What Arc Enables —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7EF1DD-BF04-1DA2-78A2-5E14D68B93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421682"/>
            <a:ext cx="4977578" cy="3639289"/>
          </a:xfrm>
        </p:spPr>
        <p:txBody>
          <a:bodyPr anchor="ctr">
            <a:normAutofit/>
          </a:bodyPr>
          <a:lstStyle/>
          <a:p>
            <a:r>
              <a:rPr lang="en-US" sz="1800">
                <a:solidFill>
                  <a:schemeClr val="tx2"/>
                </a:solidFill>
              </a:rPr>
              <a:t>Azure Portal visibility for all SQL instances </a:t>
            </a:r>
          </a:p>
          <a:p>
            <a:r>
              <a:rPr lang="en-US" sz="1800">
                <a:solidFill>
                  <a:schemeClr val="tx2"/>
                </a:solidFill>
              </a:rPr>
              <a:t>Azure Policy enforcement for SQL Server </a:t>
            </a:r>
          </a:p>
          <a:p>
            <a:r>
              <a:rPr lang="en-US" sz="1800">
                <a:solidFill>
                  <a:schemeClr val="tx2"/>
                </a:solidFill>
              </a:rPr>
              <a:t>Inventory and governance across your estate </a:t>
            </a:r>
          </a:p>
          <a:p>
            <a:r>
              <a:rPr lang="en-US" sz="1800">
                <a:solidFill>
                  <a:schemeClr val="tx2"/>
                </a:solidFill>
              </a:rPr>
              <a:t>RBAC through Azure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5EE5136-01F1-466C-962D-BA9B4C675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69897" y="0"/>
            <a:ext cx="5822103" cy="6685267"/>
            <a:chOff x="6357228" y="0"/>
            <a:chExt cx="5822103" cy="668526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1D3AD4-AF9B-4EB5-8C7B-C45D173B4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57228" y="0"/>
              <a:ext cx="5822102" cy="6685267"/>
            </a:xfrm>
            <a:custGeom>
              <a:avLst/>
              <a:gdLst>
                <a:gd name="connsiteX0" fmla="*/ 2605444 w 5822102"/>
                <a:gd name="connsiteY0" fmla="*/ 0 h 6685267"/>
                <a:gd name="connsiteX1" fmla="*/ 4757391 w 5822102"/>
                <a:gd name="connsiteY1" fmla="*/ 0 h 6685267"/>
                <a:gd name="connsiteX2" fmla="*/ 4913680 w 5822102"/>
                <a:gd name="connsiteY2" fmla="*/ 56274 h 6685267"/>
                <a:gd name="connsiteX3" fmla="*/ 5376238 w 5822102"/>
                <a:gd name="connsiteY3" fmla="*/ 282027 h 6685267"/>
                <a:gd name="connsiteX4" fmla="*/ 5658024 w 5822102"/>
                <a:gd name="connsiteY4" fmla="*/ 471014 h 6685267"/>
                <a:gd name="connsiteX5" fmla="*/ 5822102 w 5822102"/>
                <a:gd name="connsiteY5" fmla="*/ 609109 h 6685267"/>
                <a:gd name="connsiteX6" fmla="*/ 5822102 w 5822102"/>
                <a:gd name="connsiteY6" fmla="*/ 760697 h 6685267"/>
                <a:gd name="connsiteX7" fmla="*/ 5707785 w 5822102"/>
                <a:gd name="connsiteY7" fmla="*/ 666601 h 6685267"/>
                <a:gd name="connsiteX8" fmla="*/ 5577306 w 5822102"/>
                <a:gd name="connsiteY8" fmla="*/ 571666 h 6685267"/>
                <a:gd name="connsiteX9" fmla="*/ 5298630 w 5822102"/>
                <a:gd name="connsiteY9" fmla="*/ 407449 h 6685267"/>
                <a:gd name="connsiteX10" fmla="*/ 4690768 w 5822102"/>
                <a:gd name="connsiteY10" fmla="*/ 184979 h 6685267"/>
                <a:gd name="connsiteX11" fmla="*/ 4048577 w 5822102"/>
                <a:gd name="connsiteY11" fmla="*/ 99280 h 6685267"/>
                <a:gd name="connsiteX12" fmla="*/ 3405404 w 5822102"/>
                <a:gd name="connsiteY12" fmla="*/ 131937 h 6685267"/>
                <a:gd name="connsiteX13" fmla="*/ 3089702 w 5822102"/>
                <a:gd name="connsiteY13" fmla="*/ 190190 h 6685267"/>
                <a:gd name="connsiteX14" fmla="*/ 2780132 w 5822102"/>
                <a:gd name="connsiteY14" fmla="*/ 273457 h 6685267"/>
                <a:gd name="connsiteX15" fmla="*/ 2478040 w 5822102"/>
                <a:gd name="connsiteY15" fmla="*/ 379654 h 6685267"/>
                <a:gd name="connsiteX16" fmla="*/ 2184897 w 5822102"/>
                <a:gd name="connsiteY16" fmla="*/ 507972 h 6685267"/>
                <a:gd name="connsiteX17" fmla="*/ 1629141 w 5822102"/>
                <a:gd name="connsiteY17" fmla="*/ 823205 h 6685267"/>
                <a:gd name="connsiteX18" fmla="*/ 1497711 w 5822102"/>
                <a:gd name="connsiteY18" fmla="*/ 914000 h 6685267"/>
                <a:gd name="connsiteX19" fmla="*/ 1433099 w 5822102"/>
                <a:gd name="connsiteY19" fmla="*/ 960903 h 6685267"/>
                <a:gd name="connsiteX20" fmla="*/ 1369346 w 5822102"/>
                <a:gd name="connsiteY20" fmla="*/ 1008963 h 6685267"/>
                <a:gd name="connsiteX21" fmla="*/ 1123406 w 5822102"/>
                <a:gd name="connsiteY21" fmla="*/ 1212905 h 6685267"/>
                <a:gd name="connsiteX22" fmla="*/ 684367 w 5822102"/>
                <a:gd name="connsiteY22" fmla="*/ 1675564 h 6685267"/>
                <a:gd name="connsiteX23" fmla="*/ 497153 w 5822102"/>
                <a:gd name="connsiteY23" fmla="*/ 1933588 h 6685267"/>
                <a:gd name="connsiteX24" fmla="*/ 337770 w 5822102"/>
                <a:gd name="connsiteY24" fmla="*/ 2208983 h 6685267"/>
                <a:gd name="connsiteX25" fmla="*/ 302461 w 5822102"/>
                <a:gd name="connsiteY25" fmla="*/ 2280207 h 6685267"/>
                <a:gd name="connsiteX26" fmla="*/ 285296 w 5822102"/>
                <a:gd name="connsiteY26" fmla="*/ 2316107 h 6685267"/>
                <a:gd name="connsiteX27" fmla="*/ 268991 w 5822102"/>
                <a:gd name="connsiteY27" fmla="*/ 2352355 h 6685267"/>
                <a:gd name="connsiteX28" fmla="*/ 237849 w 5822102"/>
                <a:gd name="connsiteY28" fmla="*/ 2425432 h 6685267"/>
                <a:gd name="connsiteX29" fmla="*/ 208670 w 5822102"/>
                <a:gd name="connsiteY29" fmla="*/ 2499319 h 6685267"/>
                <a:gd name="connsiteX30" fmla="*/ 113775 w 5822102"/>
                <a:gd name="connsiteY30" fmla="*/ 2801929 h 6685267"/>
                <a:gd name="connsiteX31" fmla="*/ 36781 w 5822102"/>
                <a:gd name="connsiteY31" fmla="*/ 3428922 h 6685267"/>
                <a:gd name="connsiteX32" fmla="*/ 69148 w 5822102"/>
                <a:gd name="connsiteY32" fmla="*/ 3741955 h 6685267"/>
                <a:gd name="connsiteX33" fmla="*/ 167966 w 5822102"/>
                <a:gd name="connsiteY33" fmla="*/ 4041323 h 6685267"/>
                <a:gd name="connsiteX34" fmla="*/ 202049 w 5822102"/>
                <a:gd name="connsiteY34" fmla="*/ 4112894 h 6685267"/>
                <a:gd name="connsiteX35" fmla="*/ 239933 w 5822102"/>
                <a:gd name="connsiteY35" fmla="*/ 4182843 h 6685267"/>
                <a:gd name="connsiteX36" fmla="*/ 323916 w 5822102"/>
                <a:gd name="connsiteY36" fmla="*/ 4318456 h 6685267"/>
                <a:gd name="connsiteX37" fmla="*/ 416604 w 5822102"/>
                <a:gd name="connsiteY37" fmla="*/ 4449436 h 6685267"/>
                <a:gd name="connsiteX38" fmla="*/ 515911 w 5822102"/>
                <a:gd name="connsiteY38" fmla="*/ 4576711 h 6685267"/>
                <a:gd name="connsiteX39" fmla="*/ 722619 w 5822102"/>
                <a:gd name="connsiteY39" fmla="*/ 4828482 h 6685267"/>
                <a:gd name="connsiteX40" fmla="*/ 825972 w 5822102"/>
                <a:gd name="connsiteY40" fmla="*/ 4956104 h 6685267"/>
                <a:gd name="connsiteX41" fmla="*/ 926506 w 5822102"/>
                <a:gd name="connsiteY41" fmla="*/ 5085347 h 6685267"/>
                <a:gd name="connsiteX42" fmla="*/ 1027040 w 5822102"/>
                <a:gd name="connsiteY42" fmla="*/ 5210191 h 6685267"/>
                <a:gd name="connsiteX43" fmla="*/ 1132110 w 5822102"/>
                <a:gd name="connsiteY43" fmla="*/ 5330748 h 6685267"/>
                <a:gd name="connsiteX44" fmla="*/ 1354880 w 5822102"/>
                <a:gd name="connsiteY44" fmla="*/ 5558083 h 6685267"/>
                <a:gd name="connsiteX45" fmla="*/ 1855220 w 5822102"/>
                <a:gd name="connsiteY45" fmla="*/ 5937591 h 6685267"/>
                <a:gd name="connsiteX46" fmla="*/ 2131810 w 5822102"/>
                <a:gd name="connsiteY46" fmla="*/ 6080268 h 6685267"/>
                <a:gd name="connsiteX47" fmla="*/ 2423726 w 5822102"/>
                <a:gd name="connsiteY47" fmla="*/ 6188087 h 6685267"/>
                <a:gd name="connsiteX48" fmla="*/ 2727780 w 5822102"/>
                <a:gd name="connsiteY48" fmla="*/ 6262552 h 6685267"/>
                <a:gd name="connsiteX49" fmla="*/ 3041276 w 5822102"/>
                <a:gd name="connsiteY49" fmla="*/ 6304245 h 6685267"/>
                <a:gd name="connsiteX50" fmla="*/ 3360532 w 5822102"/>
                <a:gd name="connsiteY50" fmla="*/ 6317331 h 6685267"/>
                <a:gd name="connsiteX51" fmla="*/ 3439855 w 5822102"/>
                <a:gd name="connsiteY51" fmla="*/ 6316751 h 6685267"/>
                <a:gd name="connsiteX52" fmla="*/ 3478721 w 5822102"/>
                <a:gd name="connsiteY52" fmla="*/ 6315826 h 6685267"/>
                <a:gd name="connsiteX53" fmla="*/ 3517463 w 5822102"/>
                <a:gd name="connsiteY53" fmla="*/ 6313971 h 6685267"/>
                <a:gd name="connsiteX54" fmla="*/ 3671452 w 5822102"/>
                <a:gd name="connsiteY54" fmla="*/ 6301233 h 6685267"/>
                <a:gd name="connsiteX55" fmla="*/ 4265460 w 5822102"/>
                <a:gd name="connsiteY55" fmla="*/ 6149638 h 6685267"/>
                <a:gd name="connsiteX56" fmla="*/ 4546587 w 5822102"/>
                <a:gd name="connsiteY56" fmla="*/ 6018079 h 6685267"/>
                <a:gd name="connsiteX57" fmla="*/ 4818030 w 5822102"/>
                <a:gd name="connsiteY57" fmla="*/ 5858029 h 6685267"/>
                <a:gd name="connsiteX58" fmla="*/ 5081870 w 5822102"/>
                <a:gd name="connsiteY58" fmla="*/ 5676903 h 6685267"/>
                <a:gd name="connsiteX59" fmla="*/ 5212073 w 5822102"/>
                <a:gd name="connsiteY59" fmla="*/ 5581013 h 6685267"/>
                <a:gd name="connsiteX60" fmla="*/ 5343625 w 5822102"/>
                <a:gd name="connsiteY60" fmla="*/ 5481533 h 6685267"/>
                <a:gd name="connsiteX61" fmla="*/ 5610378 w 5822102"/>
                <a:gd name="connsiteY61" fmla="*/ 5284425 h 6685267"/>
                <a:gd name="connsiteX62" fmla="*/ 5822102 w 5822102"/>
                <a:gd name="connsiteY62" fmla="*/ 5126414 h 6685267"/>
                <a:gd name="connsiteX63" fmla="*/ 5822102 w 5822102"/>
                <a:gd name="connsiteY63" fmla="*/ 5556641 h 6685267"/>
                <a:gd name="connsiteX64" fmla="*/ 5576325 w 5822102"/>
                <a:gd name="connsiteY64" fmla="*/ 5749979 h 6685267"/>
                <a:gd name="connsiteX65" fmla="*/ 5447715 w 5822102"/>
                <a:gd name="connsiteY65" fmla="*/ 5852818 h 6685267"/>
                <a:gd name="connsiteX66" fmla="*/ 5315059 w 5822102"/>
                <a:gd name="connsiteY66" fmla="*/ 5956236 h 6685267"/>
                <a:gd name="connsiteX67" fmla="*/ 5038468 w 5822102"/>
                <a:gd name="connsiteY67" fmla="*/ 6155776 h 6685267"/>
                <a:gd name="connsiteX68" fmla="*/ 4741892 w 5822102"/>
                <a:gd name="connsiteY68" fmla="*/ 6338292 h 6685267"/>
                <a:gd name="connsiteX69" fmla="*/ 4420920 w 5822102"/>
                <a:gd name="connsiteY69" fmla="*/ 6492203 h 6685267"/>
                <a:gd name="connsiteX70" fmla="*/ 3717672 w 5822102"/>
                <a:gd name="connsiteY70" fmla="*/ 6670434 h 6685267"/>
                <a:gd name="connsiteX71" fmla="*/ 3535853 w 5822102"/>
                <a:gd name="connsiteY71" fmla="*/ 6683289 h 6685267"/>
                <a:gd name="connsiteX72" fmla="*/ 3490367 w 5822102"/>
                <a:gd name="connsiteY72" fmla="*/ 6684910 h 6685267"/>
                <a:gd name="connsiteX73" fmla="*/ 3445005 w 5822102"/>
                <a:gd name="connsiteY73" fmla="*/ 6685142 h 6685267"/>
                <a:gd name="connsiteX74" fmla="*/ 3355872 w 5822102"/>
                <a:gd name="connsiteY74" fmla="*/ 6684100 h 6685267"/>
                <a:gd name="connsiteX75" fmla="*/ 3179203 w 5822102"/>
                <a:gd name="connsiteY75" fmla="*/ 6677150 h 6685267"/>
                <a:gd name="connsiteX76" fmla="*/ 3002410 w 5822102"/>
                <a:gd name="connsiteY76" fmla="*/ 6661169 h 6685267"/>
                <a:gd name="connsiteX77" fmla="*/ 2650296 w 5822102"/>
                <a:gd name="connsiteY77" fmla="*/ 6604191 h 6685267"/>
                <a:gd name="connsiteX78" fmla="*/ 2306028 w 5822102"/>
                <a:gd name="connsiteY78" fmla="*/ 6505869 h 6685267"/>
                <a:gd name="connsiteX79" fmla="*/ 1978803 w 5822102"/>
                <a:gd name="connsiteY79" fmla="*/ 6363307 h 6685267"/>
                <a:gd name="connsiteX80" fmla="*/ 1678428 w 5822102"/>
                <a:gd name="connsiteY80" fmla="*/ 6177779 h 6685267"/>
                <a:gd name="connsiteX81" fmla="*/ 1175880 w 5822102"/>
                <a:gd name="connsiteY81" fmla="*/ 5710373 h 6685267"/>
                <a:gd name="connsiteX82" fmla="*/ 971502 w 5822102"/>
                <a:gd name="connsiteY82" fmla="*/ 5445399 h 6685267"/>
                <a:gd name="connsiteX83" fmla="*/ 790909 w 5822102"/>
                <a:gd name="connsiteY83" fmla="*/ 5169078 h 6685267"/>
                <a:gd name="connsiteX84" fmla="*/ 706680 w 5822102"/>
                <a:gd name="connsiteY84" fmla="*/ 5031959 h 6685267"/>
                <a:gd name="connsiteX85" fmla="*/ 619143 w 5822102"/>
                <a:gd name="connsiteY85" fmla="*/ 4897157 h 6685267"/>
                <a:gd name="connsiteX86" fmla="*/ 436465 w 5822102"/>
                <a:gd name="connsiteY86" fmla="*/ 4628710 h 6685267"/>
                <a:gd name="connsiteX87" fmla="*/ 347088 w 5822102"/>
                <a:gd name="connsiteY87" fmla="*/ 4492171 h 6685267"/>
                <a:gd name="connsiteX88" fmla="*/ 262001 w 5822102"/>
                <a:gd name="connsiteY88" fmla="*/ 4352619 h 6685267"/>
                <a:gd name="connsiteX89" fmla="*/ 118679 w 5822102"/>
                <a:gd name="connsiteY89" fmla="*/ 4059853 h 6685267"/>
                <a:gd name="connsiteX90" fmla="*/ 28322 w 5822102"/>
                <a:gd name="connsiteY90" fmla="*/ 3749136 h 6685267"/>
                <a:gd name="connsiteX91" fmla="*/ 0 w 5822102"/>
                <a:gd name="connsiteY91" fmla="*/ 3428922 h 6685267"/>
                <a:gd name="connsiteX92" fmla="*/ 253052 w 5822102"/>
                <a:gd name="connsiteY92" fmla="*/ 2174356 h 6685267"/>
                <a:gd name="connsiteX93" fmla="*/ 389141 w 5822102"/>
                <a:gd name="connsiteY93" fmla="*/ 1877652 h 6685267"/>
                <a:gd name="connsiteX94" fmla="*/ 552079 w 5822102"/>
                <a:gd name="connsiteY94" fmla="*/ 1591834 h 6685267"/>
                <a:gd name="connsiteX95" fmla="*/ 954950 w 5822102"/>
                <a:gd name="connsiteY95" fmla="*/ 1061773 h 6685267"/>
                <a:gd name="connsiteX96" fmla="*/ 1192922 w 5822102"/>
                <a:gd name="connsiteY96" fmla="*/ 822626 h 6685267"/>
                <a:gd name="connsiteX97" fmla="*/ 1255939 w 5822102"/>
                <a:gd name="connsiteY97" fmla="*/ 765880 h 6685267"/>
                <a:gd name="connsiteX98" fmla="*/ 1320183 w 5822102"/>
                <a:gd name="connsiteY98" fmla="*/ 710291 h 6685267"/>
                <a:gd name="connsiteX99" fmla="*/ 1452961 w 5822102"/>
                <a:gd name="connsiteY99" fmla="*/ 603514 h 6685267"/>
                <a:gd name="connsiteX100" fmla="*/ 2033360 w 5822102"/>
                <a:gd name="connsiteY100" fmla="*/ 235818 h 6685267"/>
                <a:gd name="connsiteX101" fmla="*/ 2512513 w 5822102"/>
                <a:gd name="connsiteY101" fmla="*/ 30012 h 668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5822102" h="6685267">
                  <a:moveTo>
                    <a:pt x="2605444" y="0"/>
                  </a:moveTo>
                  <a:lnTo>
                    <a:pt x="4757391" y="0"/>
                  </a:lnTo>
                  <a:lnTo>
                    <a:pt x="4913680" y="56274"/>
                  </a:lnTo>
                  <a:cubicBezTo>
                    <a:pt x="5074659" y="119278"/>
                    <a:pt x="5229483" y="195083"/>
                    <a:pt x="5376238" y="282027"/>
                  </a:cubicBezTo>
                  <a:cubicBezTo>
                    <a:pt x="5474014" y="340105"/>
                    <a:pt x="5568080" y="403280"/>
                    <a:pt x="5658024" y="471014"/>
                  </a:cubicBezTo>
                  <a:lnTo>
                    <a:pt x="5822102" y="609109"/>
                  </a:lnTo>
                  <a:lnTo>
                    <a:pt x="5822102" y="760697"/>
                  </a:lnTo>
                  <a:lnTo>
                    <a:pt x="5707785" y="666601"/>
                  </a:lnTo>
                  <a:cubicBezTo>
                    <a:pt x="5665273" y="633682"/>
                    <a:pt x="5621749" y="602008"/>
                    <a:pt x="5577306" y="571666"/>
                  </a:cubicBezTo>
                  <a:cubicBezTo>
                    <a:pt x="5487929" y="511562"/>
                    <a:pt x="5395118" y="456089"/>
                    <a:pt x="5298630" y="407449"/>
                  </a:cubicBezTo>
                  <a:cubicBezTo>
                    <a:pt x="5106266" y="309010"/>
                    <a:pt x="4901153" y="235355"/>
                    <a:pt x="4690768" y="184979"/>
                  </a:cubicBezTo>
                  <a:cubicBezTo>
                    <a:pt x="4480382" y="134486"/>
                    <a:pt x="4264724" y="106807"/>
                    <a:pt x="4048577" y="99280"/>
                  </a:cubicBezTo>
                  <a:cubicBezTo>
                    <a:pt x="3832182" y="90709"/>
                    <a:pt x="3617997" y="102290"/>
                    <a:pt x="3405404" y="131937"/>
                  </a:cubicBezTo>
                  <a:cubicBezTo>
                    <a:pt x="3299353" y="147340"/>
                    <a:pt x="3193915" y="166449"/>
                    <a:pt x="3089702" y="190190"/>
                  </a:cubicBezTo>
                  <a:cubicBezTo>
                    <a:pt x="2985491" y="214278"/>
                    <a:pt x="2882137" y="241725"/>
                    <a:pt x="2780132" y="273457"/>
                  </a:cubicBezTo>
                  <a:cubicBezTo>
                    <a:pt x="2678126" y="305073"/>
                    <a:pt x="2577348" y="340510"/>
                    <a:pt x="2478040" y="379654"/>
                  </a:cubicBezTo>
                  <a:cubicBezTo>
                    <a:pt x="2378854" y="418914"/>
                    <a:pt x="2281017" y="461763"/>
                    <a:pt x="2184897" y="507972"/>
                  </a:cubicBezTo>
                  <a:cubicBezTo>
                    <a:pt x="1992657" y="600271"/>
                    <a:pt x="1806791" y="705542"/>
                    <a:pt x="1629141" y="823205"/>
                  </a:cubicBezTo>
                  <a:cubicBezTo>
                    <a:pt x="1584882" y="852736"/>
                    <a:pt x="1540745" y="882731"/>
                    <a:pt x="1497711" y="914000"/>
                  </a:cubicBezTo>
                  <a:cubicBezTo>
                    <a:pt x="1475888" y="929286"/>
                    <a:pt x="1454555" y="945153"/>
                    <a:pt x="1433099" y="960903"/>
                  </a:cubicBezTo>
                  <a:cubicBezTo>
                    <a:pt x="1411521" y="976537"/>
                    <a:pt x="1390311" y="992634"/>
                    <a:pt x="1369346" y="1008963"/>
                  </a:cubicBezTo>
                  <a:cubicBezTo>
                    <a:pt x="1285119" y="1074165"/>
                    <a:pt x="1202730" y="1141797"/>
                    <a:pt x="1123406" y="1212905"/>
                  </a:cubicBezTo>
                  <a:cubicBezTo>
                    <a:pt x="964391" y="1354656"/>
                    <a:pt x="816900" y="1509261"/>
                    <a:pt x="684367" y="1675564"/>
                  </a:cubicBezTo>
                  <a:cubicBezTo>
                    <a:pt x="618161" y="1758716"/>
                    <a:pt x="555512" y="1844763"/>
                    <a:pt x="497153" y="1933588"/>
                  </a:cubicBezTo>
                  <a:cubicBezTo>
                    <a:pt x="439775" y="2022877"/>
                    <a:pt x="385584" y="2114367"/>
                    <a:pt x="337770" y="2208983"/>
                  </a:cubicBezTo>
                  <a:cubicBezTo>
                    <a:pt x="325388" y="2232493"/>
                    <a:pt x="313862" y="2256349"/>
                    <a:pt x="302461" y="2280207"/>
                  </a:cubicBezTo>
                  <a:lnTo>
                    <a:pt x="285296" y="2316107"/>
                  </a:lnTo>
                  <a:lnTo>
                    <a:pt x="268991" y="2352355"/>
                  </a:lnTo>
                  <a:cubicBezTo>
                    <a:pt x="258324" y="2376560"/>
                    <a:pt x="247535" y="2400764"/>
                    <a:pt x="237849" y="2425432"/>
                  </a:cubicBezTo>
                  <a:cubicBezTo>
                    <a:pt x="228163" y="2450099"/>
                    <a:pt x="217498" y="2474419"/>
                    <a:pt x="208670" y="2499319"/>
                  </a:cubicBezTo>
                  <a:cubicBezTo>
                    <a:pt x="170909" y="2598219"/>
                    <a:pt x="138908" y="2699206"/>
                    <a:pt x="113775" y="2801929"/>
                  </a:cubicBezTo>
                  <a:cubicBezTo>
                    <a:pt x="62773" y="3006911"/>
                    <a:pt x="36659" y="3217917"/>
                    <a:pt x="36781" y="3428922"/>
                  </a:cubicBezTo>
                  <a:cubicBezTo>
                    <a:pt x="37394" y="3534078"/>
                    <a:pt x="47816" y="3639001"/>
                    <a:pt x="69148" y="3741955"/>
                  </a:cubicBezTo>
                  <a:cubicBezTo>
                    <a:pt x="91585" y="3844679"/>
                    <a:pt x="124074" y="3945202"/>
                    <a:pt x="167966" y="4041323"/>
                  </a:cubicBezTo>
                  <a:cubicBezTo>
                    <a:pt x="178387" y="4065528"/>
                    <a:pt x="190525" y="4089153"/>
                    <a:pt x="202049" y="4112894"/>
                  </a:cubicBezTo>
                  <a:cubicBezTo>
                    <a:pt x="214555" y="4136288"/>
                    <a:pt x="226447" y="4159912"/>
                    <a:pt x="239933" y="4182843"/>
                  </a:cubicBezTo>
                  <a:cubicBezTo>
                    <a:pt x="265680" y="4229167"/>
                    <a:pt x="294368" y="4274101"/>
                    <a:pt x="323916" y="4318456"/>
                  </a:cubicBezTo>
                  <a:cubicBezTo>
                    <a:pt x="353341" y="4362927"/>
                    <a:pt x="384849" y="4406240"/>
                    <a:pt x="416604" y="4449436"/>
                  </a:cubicBezTo>
                  <a:cubicBezTo>
                    <a:pt x="448847" y="4492286"/>
                    <a:pt x="482319" y="4534557"/>
                    <a:pt x="515911" y="4576711"/>
                  </a:cubicBezTo>
                  <a:cubicBezTo>
                    <a:pt x="583219" y="4661137"/>
                    <a:pt x="653594" y="4743825"/>
                    <a:pt x="722619" y="4828482"/>
                  </a:cubicBezTo>
                  <a:cubicBezTo>
                    <a:pt x="757315" y="4870637"/>
                    <a:pt x="791889" y="4913138"/>
                    <a:pt x="825972" y="4956104"/>
                  </a:cubicBezTo>
                  <a:cubicBezTo>
                    <a:pt x="859934" y="4998722"/>
                    <a:pt x="893649" y="5044004"/>
                    <a:pt x="926506" y="5085347"/>
                  </a:cubicBezTo>
                  <a:cubicBezTo>
                    <a:pt x="959119" y="5127734"/>
                    <a:pt x="993324" y="5168847"/>
                    <a:pt x="1027040" y="5210191"/>
                  </a:cubicBezTo>
                  <a:cubicBezTo>
                    <a:pt x="1061737" y="5250840"/>
                    <a:pt x="1096188" y="5291488"/>
                    <a:pt x="1132110" y="5330748"/>
                  </a:cubicBezTo>
                  <a:cubicBezTo>
                    <a:pt x="1203465" y="5409731"/>
                    <a:pt x="1277639" y="5485818"/>
                    <a:pt x="1354880" y="5558083"/>
                  </a:cubicBezTo>
                  <a:cubicBezTo>
                    <a:pt x="1509603" y="5702266"/>
                    <a:pt x="1676588" y="5830930"/>
                    <a:pt x="1855220" y="5937591"/>
                  </a:cubicBezTo>
                  <a:cubicBezTo>
                    <a:pt x="1944720" y="5990632"/>
                    <a:pt x="2036549" y="6039272"/>
                    <a:pt x="2131810" y="6080268"/>
                  </a:cubicBezTo>
                  <a:cubicBezTo>
                    <a:pt x="2226460" y="6122423"/>
                    <a:pt x="2324173" y="6157977"/>
                    <a:pt x="2423726" y="6188087"/>
                  </a:cubicBezTo>
                  <a:cubicBezTo>
                    <a:pt x="2523280" y="6218313"/>
                    <a:pt x="2624794" y="6242749"/>
                    <a:pt x="2727780" y="6262552"/>
                  </a:cubicBezTo>
                  <a:cubicBezTo>
                    <a:pt x="2830890" y="6282008"/>
                    <a:pt x="2935714" y="6295326"/>
                    <a:pt x="3041276" y="6304245"/>
                  </a:cubicBezTo>
                  <a:cubicBezTo>
                    <a:pt x="3146836" y="6313277"/>
                    <a:pt x="3253499" y="6317215"/>
                    <a:pt x="3360532" y="6317331"/>
                  </a:cubicBezTo>
                  <a:cubicBezTo>
                    <a:pt x="3387259" y="6317331"/>
                    <a:pt x="3414354" y="6317794"/>
                    <a:pt x="3439855" y="6316751"/>
                  </a:cubicBezTo>
                  <a:lnTo>
                    <a:pt x="3478721" y="6315826"/>
                  </a:lnTo>
                  <a:lnTo>
                    <a:pt x="3517463" y="6313971"/>
                  </a:lnTo>
                  <a:cubicBezTo>
                    <a:pt x="3569078" y="6311772"/>
                    <a:pt x="3620449" y="6306907"/>
                    <a:pt x="3671452" y="6301233"/>
                  </a:cubicBezTo>
                  <a:cubicBezTo>
                    <a:pt x="3875707" y="6277608"/>
                    <a:pt x="4074445" y="6225841"/>
                    <a:pt x="4265460" y="6149638"/>
                  </a:cubicBezTo>
                  <a:cubicBezTo>
                    <a:pt x="4361212" y="6111884"/>
                    <a:pt x="4454636" y="6067065"/>
                    <a:pt x="4546587" y="6018079"/>
                  </a:cubicBezTo>
                  <a:cubicBezTo>
                    <a:pt x="4638662" y="5969322"/>
                    <a:pt x="4729020" y="5915240"/>
                    <a:pt x="4818030" y="5858029"/>
                  </a:cubicBezTo>
                  <a:cubicBezTo>
                    <a:pt x="4907038" y="5800703"/>
                    <a:pt x="4994577" y="5739672"/>
                    <a:pt x="5081870" y="5676903"/>
                  </a:cubicBezTo>
                  <a:cubicBezTo>
                    <a:pt x="5125392" y="5645519"/>
                    <a:pt x="5168794" y="5613324"/>
                    <a:pt x="5212073" y="5581013"/>
                  </a:cubicBezTo>
                  <a:lnTo>
                    <a:pt x="5343625" y="5481533"/>
                  </a:lnTo>
                  <a:cubicBezTo>
                    <a:pt x="5432696" y="5414768"/>
                    <a:pt x="5521951" y="5349452"/>
                    <a:pt x="5610378" y="5284425"/>
                  </a:cubicBezTo>
                  <a:lnTo>
                    <a:pt x="5822102" y="5126414"/>
                  </a:lnTo>
                  <a:lnTo>
                    <a:pt x="5822102" y="5556641"/>
                  </a:lnTo>
                  <a:lnTo>
                    <a:pt x="5576325" y="5749979"/>
                  </a:lnTo>
                  <a:lnTo>
                    <a:pt x="5447715" y="5852818"/>
                  </a:lnTo>
                  <a:cubicBezTo>
                    <a:pt x="5403945" y="5887445"/>
                    <a:pt x="5359932" y="5922073"/>
                    <a:pt x="5315059" y="5956236"/>
                  </a:cubicBezTo>
                  <a:cubicBezTo>
                    <a:pt x="5225682" y="6024680"/>
                    <a:pt x="5133976" y="6091734"/>
                    <a:pt x="5038468" y="6155776"/>
                  </a:cubicBezTo>
                  <a:cubicBezTo>
                    <a:pt x="4943084" y="6219703"/>
                    <a:pt x="4845002" y="6281777"/>
                    <a:pt x="4741892" y="6338292"/>
                  </a:cubicBezTo>
                  <a:cubicBezTo>
                    <a:pt x="4638784" y="6394692"/>
                    <a:pt x="4532120" y="6447038"/>
                    <a:pt x="4420920" y="6492203"/>
                  </a:cubicBezTo>
                  <a:cubicBezTo>
                    <a:pt x="4199255" y="6583693"/>
                    <a:pt x="3959813" y="6644840"/>
                    <a:pt x="3717672" y="6670434"/>
                  </a:cubicBezTo>
                  <a:cubicBezTo>
                    <a:pt x="3657106" y="6676456"/>
                    <a:pt x="3596419" y="6681321"/>
                    <a:pt x="3535853" y="6683289"/>
                  </a:cubicBezTo>
                  <a:lnTo>
                    <a:pt x="3490367" y="6684910"/>
                  </a:lnTo>
                  <a:lnTo>
                    <a:pt x="3445005" y="6685142"/>
                  </a:lnTo>
                  <a:cubicBezTo>
                    <a:pt x="3414354" y="6685605"/>
                    <a:pt x="3385297" y="6684679"/>
                    <a:pt x="3355872" y="6684100"/>
                  </a:cubicBezTo>
                  <a:cubicBezTo>
                    <a:pt x="3297146" y="6683405"/>
                    <a:pt x="3238052" y="6680047"/>
                    <a:pt x="3179203" y="6677150"/>
                  </a:cubicBezTo>
                  <a:cubicBezTo>
                    <a:pt x="3120232" y="6672519"/>
                    <a:pt x="3061259" y="6668233"/>
                    <a:pt x="3002410" y="6661169"/>
                  </a:cubicBezTo>
                  <a:cubicBezTo>
                    <a:pt x="2884589" y="6647851"/>
                    <a:pt x="2766891" y="6629669"/>
                    <a:pt x="2650296" y="6604191"/>
                  </a:cubicBezTo>
                  <a:cubicBezTo>
                    <a:pt x="2533702" y="6578713"/>
                    <a:pt x="2418456" y="6545938"/>
                    <a:pt x="2306028" y="6505869"/>
                  </a:cubicBezTo>
                  <a:cubicBezTo>
                    <a:pt x="2193602" y="6465683"/>
                    <a:pt x="2084118" y="6417738"/>
                    <a:pt x="1978803" y="6363307"/>
                  </a:cubicBezTo>
                  <a:cubicBezTo>
                    <a:pt x="1873855" y="6308066"/>
                    <a:pt x="1773077" y="6246340"/>
                    <a:pt x="1678428" y="6177779"/>
                  </a:cubicBezTo>
                  <a:cubicBezTo>
                    <a:pt x="1488393" y="6041356"/>
                    <a:pt x="1321900" y="5881423"/>
                    <a:pt x="1175880" y="5710373"/>
                  </a:cubicBezTo>
                  <a:cubicBezTo>
                    <a:pt x="1103177" y="5624441"/>
                    <a:pt x="1035501" y="5535732"/>
                    <a:pt x="971502" y="5445399"/>
                  </a:cubicBezTo>
                  <a:cubicBezTo>
                    <a:pt x="907380" y="5355069"/>
                    <a:pt x="847550" y="5262768"/>
                    <a:pt x="790909" y="5169078"/>
                  </a:cubicBezTo>
                  <a:cubicBezTo>
                    <a:pt x="761974" y="5121712"/>
                    <a:pt x="735492" y="5077357"/>
                    <a:pt x="706680" y="5031959"/>
                  </a:cubicBezTo>
                  <a:cubicBezTo>
                    <a:pt x="678114" y="4986910"/>
                    <a:pt x="649058" y="4941860"/>
                    <a:pt x="619143" y="4897157"/>
                  </a:cubicBezTo>
                  <a:lnTo>
                    <a:pt x="436465" y="4628710"/>
                  </a:lnTo>
                  <a:cubicBezTo>
                    <a:pt x="406182" y="4583544"/>
                    <a:pt x="376267" y="4538147"/>
                    <a:pt x="347088" y="4492171"/>
                  </a:cubicBezTo>
                  <a:cubicBezTo>
                    <a:pt x="317908" y="4446194"/>
                    <a:pt x="288974" y="4400102"/>
                    <a:pt x="262001" y="4352619"/>
                  </a:cubicBezTo>
                  <a:cubicBezTo>
                    <a:pt x="207934" y="4258119"/>
                    <a:pt x="158280" y="4160840"/>
                    <a:pt x="118679" y="4059853"/>
                  </a:cubicBezTo>
                  <a:cubicBezTo>
                    <a:pt x="78343" y="3959214"/>
                    <a:pt x="48429" y="3854870"/>
                    <a:pt x="28322" y="3749136"/>
                  </a:cubicBezTo>
                  <a:cubicBezTo>
                    <a:pt x="9073" y="3643402"/>
                    <a:pt x="0" y="3536046"/>
                    <a:pt x="0" y="3428922"/>
                  </a:cubicBezTo>
                  <a:cubicBezTo>
                    <a:pt x="1594" y="3001816"/>
                    <a:pt x="89010" y="2575868"/>
                    <a:pt x="253052" y="2174356"/>
                  </a:cubicBezTo>
                  <a:cubicBezTo>
                    <a:pt x="294246" y="2074066"/>
                    <a:pt x="338873" y="1974700"/>
                    <a:pt x="389141" y="1877652"/>
                  </a:cubicBezTo>
                  <a:cubicBezTo>
                    <a:pt x="438672" y="1780256"/>
                    <a:pt x="493230" y="1684945"/>
                    <a:pt x="552079" y="1591834"/>
                  </a:cubicBezTo>
                  <a:cubicBezTo>
                    <a:pt x="669900" y="1405728"/>
                    <a:pt x="804394" y="1227729"/>
                    <a:pt x="954950" y="1061773"/>
                  </a:cubicBezTo>
                  <a:cubicBezTo>
                    <a:pt x="1030597" y="979085"/>
                    <a:pt x="1109552" y="898829"/>
                    <a:pt x="1192922" y="822626"/>
                  </a:cubicBezTo>
                  <a:cubicBezTo>
                    <a:pt x="1213642" y="803402"/>
                    <a:pt x="1234483" y="784409"/>
                    <a:pt x="1255939" y="765880"/>
                  </a:cubicBezTo>
                  <a:cubicBezTo>
                    <a:pt x="1277273" y="747234"/>
                    <a:pt x="1298237" y="728241"/>
                    <a:pt x="1320183" y="710291"/>
                  </a:cubicBezTo>
                  <a:cubicBezTo>
                    <a:pt x="1363585" y="673811"/>
                    <a:pt x="1408088" y="638489"/>
                    <a:pt x="1452961" y="603514"/>
                  </a:cubicBezTo>
                  <a:cubicBezTo>
                    <a:pt x="1633310" y="464543"/>
                    <a:pt x="1828125" y="341437"/>
                    <a:pt x="2033360" y="235818"/>
                  </a:cubicBezTo>
                  <a:cubicBezTo>
                    <a:pt x="2187242" y="156561"/>
                    <a:pt x="2347554" y="87597"/>
                    <a:pt x="2512513" y="3001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5102EBE-A80F-4CFF-B1DD-941EF9728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04998" y="98659"/>
              <a:ext cx="5774333" cy="6315453"/>
            </a:xfrm>
            <a:custGeom>
              <a:avLst/>
              <a:gdLst>
                <a:gd name="connsiteX0" fmla="*/ 3707237 w 5774333"/>
                <a:gd name="connsiteY0" fmla="*/ 1489 h 6315453"/>
                <a:gd name="connsiteX1" fmla="*/ 4037665 w 5774333"/>
                <a:gd name="connsiteY1" fmla="*/ 6121 h 6315453"/>
                <a:gd name="connsiteX2" fmla="*/ 4692239 w 5774333"/>
                <a:gd name="connsiteY2" fmla="*/ 102128 h 6315453"/>
                <a:gd name="connsiteX3" fmla="*/ 5315059 w 5774333"/>
                <a:gd name="connsiteY3" fmla="*/ 324945 h 6315453"/>
                <a:gd name="connsiteX4" fmla="*/ 5738325 w 5774333"/>
                <a:gd name="connsiteY4" fmla="*/ 578286 h 6315453"/>
                <a:gd name="connsiteX5" fmla="*/ 5774333 w 5774333"/>
                <a:gd name="connsiteY5" fmla="*/ 606551 h 6315453"/>
                <a:gd name="connsiteX6" fmla="*/ 5774333 w 5774333"/>
                <a:gd name="connsiteY6" fmla="*/ 975490 h 6315453"/>
                <a:gd name="connsiteX7" fmla="*/ 5676001 w 5774333"/>
                <a:gd name="connsiteY7" fmla="*/ 889749 h 6315453"/>
                <a:gd name="connsiteX8" fmla="*/ 5177132 w 5774333"/>
                <a:gd name="connsiteY8" fmla="*/ 581926 h 6315453"/>
                <a:gd name="connsiteX9" fmla="*/ 4615735 w 5774333"/>
                <a:gd name="connsiteY9" fmla="*/ 388640 h 6315453"/>
                <a:gd name="connsiteX10" fmla="*/ 4020010 w 5774333"/>
                <a:gd name="connsiteY10" fmla="*/ 308500 h 6315453"/>
                <a:gd name="connsiteX11" fmla="*/ 3416315 w 5774333"/>
                <a:gd name="connsiteY11" fmla="*/ 328882 h 6315453"/>
                <a:gd name="connsiteX12" fmla="*/ 2823779 w 5774333"/>
                <a:gd name="connsiteY12" fmla="*/ 446545 h 6315453"/>
                <a:gd name="connsiteX13" fmla="*/ 2256987 w 5774333"/>
                <a:gd name="connsiteY13" fmla="*/ 651296 h 6315453"/>
                <a:gd name="connsiteX14" fmla="*/ 1244169 w 5774333"/>
                <a:gd name="connsiteY14" fmla="*/ 1280374 h 6315453"/>
                <a:gd name="connsiteX15" fmla="*/ 830141 w 5774333"/>
                <a:gd name="connsiteY15" fmla="*/ 1700184 h 6315453"/>
                <a:gd name="connsiteX16" fmla="*/ 502792 w 5774333"/>
                <a:gd name="connsiteY16" fmla="*/ 2182300 h 6315453"/>
                <a:gd name="connsiteX17" fmla="*/ 280637 w 5774333"/>
                <a:gd name="connsiteY17" fmla="*/ 2715256 h 6315453"/>
                <a:gd name="connsiteX18" fmla="*/ 199843 w 5774333"/>
                <a:gd name="connsiteY18" fmla="*/ 3283418 h 6315453"/>
                <a:gd name="connsiteX19" fmla="*/ 233926 w 5774333"/>
                <a:gd name="connsiteY19" fmla="*/ 3561593 h 6315453"/>
                <a:gd name="connsiteX20" fmla="*/ 334582 w 5774333"/>
                <a:gd name="connsiteY20" fmla="*/ 3821816 h 6315453"/>
                <a:gd name="connsiteX21" fmla="*/ 404834 w 5774333"/>
                <a:gd name="connsiteY21" fmla="*/ 3944343 h 6315453"/>
                <a:gd name="connsiteX22" fmla="*/ 485506 w 5774333"/>
                <a:gd name="connsiteY22" fmla="*/ 4062932 h 6315453"/>
                <a:gd name="connsiteX23" fmla="*/ 671861 w 5774333"/>
                <a:gd name="connsiteY23" fmla="*/ 4292120 h 6315453"/>
                <a:gd name="connsiteX24" fmla="*/ 873542 w 5774333"/>
                <a:gd name="connsiteY24" fmla="*/ 4523044 h 6315453"/>
                <a:gd name="connsiteX25" fmla="*/ 973831 w 5774333"/>
                <a:gd name="connsiteY25" fmla="*/ 4643601 h 6315453"/>
                <a:gd name="connsiteX26" fmla="*/ 1022014 w 5774333"/>
                <a:gd name="connsiteY26" fmla="*/ 4702780 h 6315453"/>
                <a:gd name="connsiteX27" fmla="*/ 1069215 w 5774333"/>
                <a:gd name="connsiteY27" fmla="*/ 4759411 h 6315453"/>
                <a:gd name="connsiteX28" fmla="*/ 1474784 w 5774333"/>
                <a:gd name="connsiteY28" fmla="*/ 5177948 h 6315453"/>
                <a:gd name="connsiteX29" fmla="*/ 1690442 w 5774333"/>
                <a:gd name="connsiteY29" fmla="*/ 5366255 h 6315453"/>
                <a:gd name="connsiteX30" fmla="*/ 1916276 w 5774333"/>
                <a:gd name="connsiteY30" fmla="*/ 5539852 h 6315453"/>
                <a:gd name="connsiteX31" fmla="*/ 2420784 w 5774333"/>
                <a:gd name="connsiteY31" fmla="*/ 5814437 h 6315453"/>
                <a:gd name="connsiteX32" fmla="*/ 2703015 w 5774333"/>
                <a:gd name="connsiteY32" fmla="*/ 5892029 h 6315453"/>
                <a:gd name="connsiteX33" fmla="*/ 2775350 w 5774333"/>
                <a:gd name="connsiteY33" fmla="*/ 5905695 h 6315453"/>
                <a:gd name="connsiteX34" fmla="*/ 2848299 w 5774333"/>
                <a:gd name="connsiteY34" fmla="*/ 5917161 h 6315453"/>
                <a:gd name="connsiteX35" fmla="*/ 2995544 w 5774333"/>
                <a:gd name="connsiteY35" fmla="*/ 5933605 h 6315453"/>
                <a:gd name="connsiteX36" fmla="*/ 3069596 w 5774333"/>
                <a:gd name="connsiteY36" fmla="*/ 5938933 h 6315453"/>
                <a:gd name="connsiteX37" fmla="*/ 3143894 w 5774333"/>
                <a:gd name="connsiteY37" fmla="*/ 5942639 h 6315453"/>
                <a:gd name="connsiteX38" fmla="*/ 3218436 w 5774333"/>
                <a:gd name="connsiteY38" fmla="*/ 5944260 h 6315453"/>
                <a:gd name="connsiteX39" fmla="*/ 3293101 w 5774333"/>
                <a:gd name="connsiteY39" fmla="*/ 5943913 h 6315453"/>
                <a:gd name="connsiteX40" fmla="*/ 3330494 w 5774333"/>
                <a:gd name="connsiteY40" fmla="*/ 5943565 h 6315453"/>
                <a:gd name="connsiteX41" fmla="*/ 3366540 w 5774333"/>
                <a:gd name="connsiteY41" fmla="*/ 5942059 h 6315453"/>
                <a:gd name="connsiteX42" fmla="*/ 3402462 w 5774333"/>
                <a:gd name="connsiteY42" fmla="*/ 5940323 h 6315453"/>
                <a:gd name="connsiteX43" fmla="*/ 3438262 w 5774333"/>
                <a:gd name="connsiteY43" fmla="*/ 5937543 h 6315453"/>
                <a:gd name="connsiteX44" fmla="*/ 3580236 w 5774333"/>
                <a:gd name="connsiteY44" fmla="*/ 5920982 h 6315453"/>
                <a:gd name="connsiteX45" fmla="*/ 4121034 w 5774333"/>
                <a:gd name="connsiteY45" fmla="*/ 5753290 h 6315453"/>
                <a:gd name="connsiteX46" fmla="*/ 4620639 w 5774333"/>
                <a:gd name="connsiteY46" fmla="*/ 5459364 h 6315453"/>
                <a:gd name="connsiteX47" fmla="*/ 4741771 w 5774333"/>
                <a:gd name="connsiteY47" fmla="*/ 5372971 h 6315453"/>
                <a:gd name="connsiteX48" fmla="*/ 4862901 w 5774333"/>
                <a:gd name="connsiteY48" fmla="*/ 5283682 h 6315453"/>
                <a:gd name="connsiteX49" fmla="*/ 5108229 w 5774333"/>
                <a:gd name="connsiteY49" fmla="*/ 5098386 h 6315453"/>
                <a:gd name="connsiteX50" fmla="*/ 5612493 w 5774333"/>
                <a:gd name="connsiteY50" fmla="*/ 4739724 h 6315453"/>
                <a:gd name="connsiteX51" fmla="*/ 5774333 w 5774333"/>
                <a:gd name="connsiteY51" fmla="*/ 4623488 h 6315453"/>
                <a:gd name="connsiteX52" fmla="*/ 5774333 w 5774333"/>
                <a:gd name="connsiteY52" fmla="*/ 5232926 h 6315453"/>
                <a:gd name="connsiteX53" fmla="*/ 5676492 w 5774333"/>
                <a:gd name="connsiteY53" fmla="*/ 5306859 h 6315453"/>
                <a:gd name="connsiteX54" fmla="*/ 5426260 w 5774333"/>
                <a:gd name="connsiteY54" fmla="*/ 5486233 h 6315453"/>
                <a:gd name="connsiteX55" fmla="*/ 5300225 w 5774333"/>
                <a:gd name="connsiteY55" fmla="*/ 5576217 h 6315453"/>
                <a:gd name="connsiteX56" fmla="*/ 5170757 w 5774333"/>
                <a:gd name="connsiteY56" fmla="*/ 5666780 h 6315453"/>
                <a:gd name="connsiteX57" fmla="*/ 5038100 w 5774333"/>
                <a:gd name="connsiteY57" fmla="*/ 5756185 h 6315453"/>
                <a:gd name="connsiteX58" fmla="*/ 4901276 w 5774333"/>
                <a:gd name="connsiteY58" fmla="*/ 5843043 h 6315453"/>
                <a:gd name="connsiteX59" fmla="*/ 4614019 w 5774333"/>
                <a:gd name="connsiteY59" fmla="*/ 6006103 h 6315453"/>
                <a:gd name="connsiteX60" fmla="*/ 4305061 w 5774333"/>
                <a:gd name="connsiteY60" fmla="*/ 6144726 h 6315453"/>
                <a:gd name="connsiteX61" fmla="*/ 3632710 w 5774333"/>
                <a:gd name="connsiteY61" fmla="*/ 6304196 h 6315453"/>
                <a:gd name="connsiteX62" fmla="*/ 3459594 w 5774333"/>
                <a:gd name="connsiteY62" fmla="*/ 6314504 h 6315453"/>
                <a:gd name="connsiteX63" fmla="*/ 3416315 w 5774333"/>
                <a:gd name="connsiteY63" fmla="*/ 6315429 h 6315453"/>
                <a:gd name="connsiteX64" fmla="*/ 3373159 w 5774333"/>
                <a:gd name="connsiteY64" fmla="*/ 6315198 h 6315453"/>
                <a:gd name="connsiteX65" fmla="*/ 3330127 w 5774333"/>
                <a:gd name="connsiteY65" fmla="*/ 6314735 h 6315453"/>
                <a:gd name="connsiteX66" fmla="*/ 3288320 w 5774333"/>
                <a:gd name="connsiteY66" fmla="*/ 6313230 h 6315453"/>
                <a:gd name="connsiteX67" fmla="*/ 2954350 w 5774333"/>
                <a:gd name="connsiteY67" fmla="*/ 6288098 h 6315453"/>
                <a:gd name="connsiteX68" fmla="*/ 2622466 w 5774333"/>
                <a:gd name="connsiteY68" fmla="*/ 6232742 h 6315453"/>
                <a:gd name="connsiteX69" fmla="*/ 2296466 w 5774333"/>
                <a:gd name="connsiteY69" fmla="*/ 6146001 h 6315453"/>
                <a:gd name="connsiteX70" fmla="*/ 1672419 w 5774333"/>
                <a:gd name="connsiteY70" fmla="*/ 5885197 h 6315453"/>
                <a:gd name="connsiteX71" fmla="*/ 1146578 w 5774333"/>
                <a:gd name="connsiteY71" fmla="*/ 5479168 h 6315453"/>
                <a:gd name="connsiteX72" fmla="*/ 933372 w 5774333"/>
                <a:gd name="connsiteY72" fmla="*/ 5234810 h 6315453"/>
                <a:gd name="connsiteX73" fmla="*/ 747140 w 5774333"/>
                <a:gd name="connsiteY73" fmla="*/ 4976091 h 6315453"/>
                <a:gd name="connsiteX74" fmla="*/ 703616 w 5774333"/>
                <a:gd name="connsiteY74" fmla="*/ 4910196 h 6315453"/>
                <a:gd name="connsiteX75" fmla="*/ 662053 w 5774333"/>
                <a:gd name="connsiteY75" fmla="*/ 4846269 h 6315453"/>
                <a:gd name="connsiteX76" fmla="*/ 580033 w 5774333"/>
                <a:gd name="connsiteY76" fmla="*/ 4722352 h 6315453"/>
                <a:gd name="connsiteX77" fmla="*/ 410105 w 5774333"/>
                <a:gd name="connsiteY77" fmla="*/ 4469193 h 6315453"/>
                <a:gd name="connsiteX78" fmla="*/ 244224 w 5774333"/>
                <a:gd name="connsiteY78" fmla="*/ 4201556 h 6315453"/>
                <a:gd name="connsiteX79" fmla="*/ 169437 w 5774333"/>
                <a:gd name="connsiteY79" fmla="*/ 4059690 h 6315453"/>
                <a:gd name="connsiteX80" fmla="*/ 105929 w 5774333"/>
                <a:gd name="connsiteY80" fmla="*/ 3911221 h 6315453"/>
                <a:gd name="connsiteX81" fmla="*/ 57256 w 5774333"/>
                <a:gd name="connsiteY81" fmla="*/ 3757195 h 6315453"/>
                <a:gd name="connsiteX82" fmla="*/ 39111 w 5774333"/>
                <a:gd name="connsiteY82" fmla="*/ 3678677 h 6315453"/>
                <a:gd name="connsiteX83" fmla="*/ 31142 w 5774333"/>
                <a:gd name="connsiteY83" fmla="*/ 3639300 h 6315453"/>
                <a:gd name="connsiteX84" fmla="*/ 24521 w 5774333"/>
                <a:gd name="connsiteY84" fmla="*/ 3599809 h 6315453"/>
                <a:gd name="connsiteX85" fmla="*/ 0 w 5774333"/>
                <a:gd name="connsiteY85" fmla="*/ 3283418 h 6315453"/>
                <a:gd name="connsiteX86" fmla="*/ 68045 w 5774333"/>
                <a:gd name="connsiteY86" fmla="*/ 2666963 h 6315453"/>
                <a:gd name="connsiteX87" fmla="*/ 272546 w 5774333"/>
                <a:gd name="connsiteY87" fmla="*/ 2076334 h 6315453"/>
                <a:gd name="connsiteX88" fmla="*/ 1039300 w 5774333"/>
                <a:gd name="connsiteY88" fmla="*/ 1073307 h 6315453"/>
                <a:gd name="connsiteX89" fmla="*/ 1547733 w 5774333"/>
                <a:gd name="connsiteY89" fmla="*/ 680365 h 6315453"/>
                <a:gd name="connsiteX90" fmla="*/ 2115995 w 5774333"/>
                <a:gd name="connsiteY90" fmla="*/ 368373 h 6315453"/>
                <a:gd name="connsiteX91" fmla="*/ 3377451 w 5774333"/>
                <a:gd name="connsiteY91" fmla="*/ 24304 h 6315453"/>
                <a:gd name="connsiteX92" fmla="*/ 3707237 w 5774333"/>
                <a:gd name="connsiteY92" fmla="*/ 1489 h 6315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5774333" h="6315453">
                  <a:moveTo>
                    <a:pt x="3707237" y="1489"/>
                  </a:moveTo>
                  <a:cubicBezTo>
                    <a:pt x="3817502" y="-1522"/>
                    <a:pt x="3927875" y="41"/>
                    <a:pt x="4037665" y="6121"/>
                  </a:cubicBezTo>
                  <a:cubicBezTo>
                    <a:pt x="4257614" y="18745"/>
                    <a:pt x="4477439" y="49665"/>
                    <a:pt x="4692239" y="102128"/>
                  </a:cubicBezTo>
                  <a:cubicBezTo>
                    <a:pt x="4907039" y="154474"/>
                    <a:pt x="5116811" y="228592"/>
                    <a:pt x="5315059" y="324945"/>
                  </a:cubicBezTo>
                  <a:cubicBezTo>
                    <a:pt x="5463562" y="397211"/>
                    <a:pt x="5606133" y="481527"/>
                    <a:pt x="5738325" y="578286"/>
                  </a:cubicBezTo>
                  <a:lnTo>
                    <a:pt x="5774333" y="606551"/>
                  </a:lnTo>
                  <a:lnTo>
                    <a:pt x="5774333" y="975490"/>
                  </a:lnTo>
                  <a:lnTo>
                    <a:pt x="5676001" y="889749"/>
                  </a:lnTo>
                  <a:cubicBezTo>
                    <a:pt x="5522381" y="769886"/>
                    <a:pt x="5355519" y="665657"/>
                    <a:pt x="5177132" y="581926"/>
                  </a:cubicBezTo>
                  <a:cubicBezTo>
                    <a:pt x="4998867" y="497965"/>
                    <a:pt x="4810183" y="433574"/>
                    <a:pt x="4615735" y="388640"/>
                  </a:cubicBezTo>
                  <a:cubicBezTo>
                    <a:pt x="4421289" y="343591"/>
                    <a:pt x="4221446" y="317649"/>
                    <a:pt x="4020010" y="308500"/>
                  </a:cubicBezTo>
                  <a:cubicBezTo>
                    <a:pt x="3818207" y="298887"/>
                    <a:pt x="3616649" y="305257"/>
                    <a:pt x="3416315" y="328882"/>
                  </a:cubicBezTo>
                  <a:cubicBezTo>
                    <a:pt x="3216106" y="352623"/>
                    <a:pt x="3017736" y="392346"/>
                    <a:pt x="2823779" y="446545"/>
                  </a:cubicBezTo>
                  <a:cubicBezTo>
                    <a:pt x="2629699" y="500513"/>
                    <a:pt x="2440401" y="570345"/>
                    <a:pt x="2256987" y="651296"/>
                  </a:cubicBezTo>
                  <a:cubicBezTo>
                    <a:pt x="1889058" y="811461"/>
                    <a:pt x="1545527" y="1023856"/>
                    <a:pt x="1244169" y="1280374"/>
                  </a:cubicBezTo>
                  <a:cubicBezTo>
                    <a:pt x="1093982" y="1409039"/>
                    <a:pt x="954828" y="1549400"/>
                    <a:pt x="830141" y="1700184"/>
                  </a:cubicBezTo>
                  <a:cubicBezTo>
                    <a:pt x="705209" y="1850736"/>
                    <a:pt x="594989" y="2012176"/>
                    <a:pt x="502792" y="2182300"/>
                  </a:cubicBezTo>
                  <a:cubicBezTo>
                    <a:pt x="410595" y="2352308"/>
                    <a:pt x="333847" y="2530307"/>
                    <a:pt x="280637" y="2715256"/>
                  </a:cubicBezTo>
                  <a:cubicBezTo>
                    <a:pt x="227306" y="2899741"/>
                    <a:pt x="199719" y="3091521"/>
                    <a:pt x="199843" y="3283418"/>
                  </a:cubicBezTo>
                  <a:cubicBezTo>
                    <a:pt x="200946" y="3377687"/>
                    <a:pt x="210754" y="3471261"/>
                    <a:pt x="233926" y="3561593"/>
                  </a:cubicBezTo>
                  <a:cubicBezTo>
                    <a:pt x="256730" y="3652040"/>
                    <a:pt x="292162" y="3738550"/>
                    <a:pt x="334582" y="3821816"/>
                  </a:cubicBezTo>
                  <a:cubicBezTo>
                    <a:pt x="356038" y="3863392"/>
                    <a:pt x="379823" y="3904157"/>
                    <a:pt x="404834" y="3944343"/>
                  </a:cubicBezTo>
                  <a:cubicBezTo>
                    <a:pt x="430212" y="3984413"/>
                    <a:pt x="457308" y="4023905"/>
                    <a:pt x="485506" y="4062932"/>
                  </a:cubicBezTo>
                  <a:cubicBezTo>
                    <a:pt x="542639" y="4140757"/>
                    <a:pt x="606146" y="4216265"/>
                    <a:pt x="671861" y="4292120"/>
                  </a:cubicBezTo>
                  <a:cubicBezTo>
                    <a:pt x="737576" y="4368091"/>
                    <a:pt x="806234" y="4444062"/>
                    <a:pt x="873542" y="4523044"/>
                  </a:cubicBezTo>
                  <a:cubicBezTo>
                    <a:pt x="907258" y="4562419"/>
                    <a:pt x="940606" y="4602721"/>
                    <a:pt x="973831" y="4643601"/>
                  </a:cubicBezTo>
                  <a:lnTo>
                    <a:pt x="1022014" y="4702780"/>
                  </a:lnTo>
                  <a:cubicBezTo>
                    <a:pt x="1037829" y="4721658"/>
                    <a:pt x="1052910" y="4740998"/>
                    <a:pt x="1069215" y="4759411"/>
                  </a:cubicBezTo>
                  <a:cubicBezTo>
                    <a:pt x="1196477" y="4909269"/>
                    <a:pt x="1334527" y="5047199"/>
                    <a:pt x="1474784" y="5177948"/>
                  </a:cubicBezTo>
                  <a:cubicBezTo>
                    <a:pt x="1545281" y="5243033"/>
                    <a:pt x="1617003" y="5305917"/>
                    <a:pt x="1690442" y="5366255"/>
                  </a:cubicBezTo>
                  <a:cubicBezTo>
                    <a:pt x="1763881" y="5426591"/>
                    <a:pt x="1838668" y="5484959"/>
                    <a:pt x="1916276" y="5539852"/>
                  </a:cubicBezTo>
                  <a:cubicBezTo>
                    <a:pt x="2070877" y="5649872"/>
                    <a:pt x="2237617" y="5748194"/>
                    <a:pt x="2420784" y="5814437"/>
                  </a:cubicBezTo>
                  <a:cubicBezTo>
                    <a:pt x="2512124" y="5847559"/>
                    <a:pt x="2606773" y="5872921"/>
                    <a:pt x="2703015" y="5892029"/>
                  </a:cubicBezTo>
                  <a:cubicBezTo>
                    <a:pt x="2727168" y="5896546"/>
                    <a:pt x="2751075" y="5901758"/>
                    <a:pt x="2775350" y="5905695"/>
                  </a:cubicBezTo>
                  <a:lnTo>
                    <a:pt x="2848299" y="5917161"/>
                  </a:lnTo>
                  <a:cubicBezTo>
                    <a:pt x="2897218" y="5923298"/>
                    <a:pt x="2946136" y="5929784"/>
                    <a:pt x="2995544" y="5933605"/>
                  </a:cubicBezTo>
                  <a:cubicBezTo>
                    <a:pt x="3020188" y="5935806"/>
                    <a:pt x="3044831" y="5937891"/>
                    <a:pt x="3069596" y="5938933"/>
                  </a:cubicBezTo>
                  <a:cubicBezTo>
                    <a:pt x="3094362" y="5940090"/>
                    <a:pt x="3119005" y="5941943"/>
                    <a:pt x="3143894" y="5942639"/>
                  </a:cubicBezTo>
                  <a:lnTo>
                    <a:pt x="3218436" y="5944260"/>
                  </a:lnTo>
                  <a:cubicBezTo>
                    <a:pt x="3243201" y="5944838"/>
                    <a:pt x="3268212" y="5944029"/>
                    <a:pt x="3293101" y="5943913"/>
                  </a:cubicBezTo>
                  <a:lnTo>
                    <a:pt x="3330494" y="5943565"/>
                  </a:lnTo>
                  <a:cubicBezTo>
                    <a:pt x="3342632" y="5943218"/>
                    <a:pt x="3354524" y="5942523"/>
                    <a:pt x="3366540" y="5942059"/>
                  </a:cubicBezTo>
                  <a:cubicBezTo>
                    <a:pt x="3378554" y="5941480"/>
                    <a:pt x="3390570" y="5941134"/>
                    <a:pt x="3402462" y="5940323"/>
                  </a:cubicBezTo>
                  <a:lnTo>
                    <a:pt x="3438262" y="5937543"/>
                  </a:lnTo>
                  <a:cubicBezTo>
                    <a:pt x="3485954" y="5933953"/>
                    <a:pt x="3533279" y="5927931"/>
                    <a:pt x="3580236" y="5920982"/>
                  </a:cubicBezTo>
                  <a:cubicBezTo>
                    <a:pt x="3768185" y="5891567"/>
                    <a:pt x="3948901" y="5834010"/>
                    <a:pt x="4121034" y="5753290"/>
                  </a:cubicBezTo>
                  <a:cubicBezTo>
                    <a:pt x="4293782" y="5673497"/>
                    <a:pt x="4458191" y="5571353"/>
                    <a:pt x="4620639" y="5459364"/>
                  </a:cubicBezTo>
                  <a:cubicBezTo>
                    <a:pt x="4661221" y="5431455"/>
                    <a:pt x="4701557" y="5402271"/>
                    <a:pt x="4741771" y="5372971"/>
                  </a:cubicBezTo>
                  <a:cubicBezTo>
                    <a:pt x="4782230" y="5343672"/>
                    <a:pt x="4822566" y="5313908"/>
                    <a:pt x="4862901" y="5283682"/>
                  </a:cubicBezTo>
                  <a:lnTo>
                    <a:pt x="5108229" y="5098386"/>
                  </a:lnTo>
                  <a:cubicBezTo>
                    <a:pt x="5276563" y="4972270"/>
                    <a:pt x="5446489" y="4854838"/>
                    <a:pt x="5612493" y="4739724"/>
                  </a:cubicBezTo>
                  <a:lnTo>
                    <a:pt x="5774333" y="4623488"/>
                  </a:lnTo>
                  <a:lnTo>
                    <a:pt x="5774333" y="5232926"/>
                  </a:lnTo>
                  <a:lnTo>
                    <a:pt x="5676492" y="5306859"/>
                  </a:lnTo>
                  <a:cubicBezTo>
                    <a:pt x="5592693" y="5367905"/>
                    <a:pt x="5508955" y="5427286"/>
                    <a:pt x="5426260" y="5486233"/>
                  </a:cubicBezTo>
                  <a:lnTo>
                    <a:pt x="5300225" y="5576217"/>
                  </a:lnTo>
                  <a:cubicBezTo>
                    <a:pt x="5257559" y="5606443"/>
                    <a:pt x="5214525" y="5636901"/>
                    <a:pt x="5170757" y="5666780"/>
                  </a:cubicBezTo>
                  <a:cubicBezTo>
                    <a:pt x="5127110" y="5696775"/>
                    <a:pt x="5082973" y="5726654"/>
                    <a:pt x="5038100" y="5756185"/>
                  </a:cubicBezTo>
                  <a:cubicBezTo>
                    <a:pt x="4993106" y="5785486"/>
                    <a:pt x="4947743" y="5814553"/>
                    <a:pt x="4901276" y="5843043"/>
                  </a:cubicBezTo>
                  <a:cubicBezTo>
                    <a:pt x="4808835" y="5900136"/>
                    <a:pt x="4713449" y="5955494"/>
                    <a:pt x="4614019" y="6006103"/>
                  </a:cubicBezTo>
                  <a:cubicBezTo>
                    <a:pt x="4514711" y="6056943"/>
                    <a:pt x="4411971" y="6104192"/>
                    <a:pt x="4305061" y="6144726"/>
                  </a:cubicBezTo>
                  <a:cubicBezTo>
                    <a:pt x="4092223" y="6226952"/>
                    <a:pt x="3863569" y="6282424"/>
                    <a:pt x="3632710" y="6304196"/>
                  </a:cubicBezTo>
                  <a:cubicBezTo>
                    <a:pt x="3574964" y="6309408"/>
                    <a:pt x="3517218" y="6313345"/>
                    <a:pt x="3459594" y="6314504"/>
                  </a:cubicBezTo>
                  <a:lnTo>
                    <a:pt x="3416315" y="6315429"/>
                  </a:lnTo>
                  <a:cubicBezTo>
                    <a:pt x="3401971" y="6315546"/>
                    <a:pt x="3387505" y="6315198"/>
                    <a:pt x="3373159" y="6315198"/>
                  </a:cubicBezTo>
                  <a:lnTo>
                    <a:pt x="3330127" y="6314735"/>
                  </a:lnTo>
                  <a:lnTo>
                    <a:pt x="3288320" y="6313230"/>
                  </a:lnTo>
                  <a:cubicBezTo>
                    <a:pt x="3176996" y="6309870"/>
                    <a:pt x="3065428" y="6301533"/>
                    <a:pt x="2954350" y="6288098"/>
                  </a:cubicBezTo>
                  <a:cubicBezTo>
                    <a:pt x="2843150" y="6275360"/>
                    <a:pt x="2732194" y="6257061"/>
                    <a:pt x="2622466" y="6232742"/>
                  </a:cubicBezTo>
                  <a:cubicBezTo>
                    <a:pt x="2512859" y="6208190"/>
                    <a:pt x="2404110" y="6179122"/>
                    <a:pt x="2296466" y="6146001"/>
                  </a:cubicBezTo>
                  <a:cubicBezTo>
                    <a:pt x="2081544" y="6079179"/>
                    <a:pt x="1869073" y="5996027"/>
                    <a:pt x="1672419" y="5885197"/>
                  </a:cubicBezTo>
                  <a:cubicBezTo>
                    <a:pt x="1475643" y="5774599"/>
                    <a:pt x="1299954" y="5634353"/>
                    <a:pt x="1146578" y="5479168"/>
                  </a:cubicBezTo>
                  <a:cubicBezTo>
                    <a:pt x="1069461" y="5401692"/>
                    <a:pt x="999333" y="5319235"/>
                    <a:pt x="933372" y="5234810"/>
                  </a:cubicBezTo>
                  <a:cubicBezTo>
                    <a:pt x="867781" y="5150038"/>
                    <a:pt x="805375" y="5063991"/>
                    <a:pt x="747140" y="4976091"/>
                  </a:cubicBezTo>
                  <a:cubicBezTo>
                    <a:pt x="732182" y="4954319"/>
                    <a:pt x="718082" y="4932199"/>
                    <a:pt x="703616" y="4910196"/>
                  </a:cubicBezTo>
                  <a:lnTo>
                    <a:pt x="662053" y="4846269"/>
                  </a:lnTo>
                  <a:cubicBezTo>
                    <a:pt x="635449" y="4804925"/>
                    <a:pt x="607864" y="4763928"/>
                    <a:pt x="580033" y="4722352"/>
                  </a:cubicBezTo>
                  <a:lnTo>
                    <a:pt x="410105" y="4469193"/>
                  </a:lnTo>
                  <a:cubicBezTo>
                    <a:pt x="353095" y="4382915"/>
                    <a:pt x="296820" y="4294089"/>
                    <a:pt x="244224" y="4201556"/>
                  </a:cubicBezTo>
                  <a:cubicBezTo>
                    <a:pt x="217987" y="4155232"/>
                    <a:pt x="192609" y="4108098"/>
                    <a:pt x="169437" y="4059690"/>
                  </a:cubicBezTo>
                  <a:cubicBezTo>
                    <a:pt x="146388" y="4011165"/>
                    <a:pt x="124932" y="3961715"/>
                    <a:pt x="105929" y="3911221"/>
                  </a:cubicBezTo>
                  <a:cubicBezTo>
                    <a:pt x="87293" y="3860613"/>
                    <a:pt x="70742" y="3809309"/>
                    <a:pt x="57256" y="3757195"/>
                  </a:cubicBezTo>
                  <a:cubicBezTo>
                    <a:pt x="50881" y="3731138"/>
                    <a:pt x="44383" y="3704965"/>
                    <a:pt x="39111" y="3678677"/>
                  </a:cubicBezTo>
                  <a:lnTo>
                    <a:pt x="31142" y="3639300"/>
                  </a:lnTo>
                  <a:lnTo>
                    <a:pt x="24521" y="3599809"/>
                  </a:lnTo>
                  <a:cubicBezTo>
                    <a:pt x="7234" y="3494423"/>
                    <a:pt x="0" y="3388457"/>
                    <a:pt x="0" y="3283418"/>
                  </a:cubicBezTo>
                  <a:cubicBezTo>
                    <a:pt x="491" y="3076698"/>
                    <a:pt x="23418" y="2869978"/>
                    <a:pt x="68045" y="2666963"/>
                  </a:cubicBezTo>
                  <a:cubicBezTo>
                    <a:pt x="112550" y="2464064"/>
                    <a:pt x="180717" y="2265104"/>
                    <a:pt x="272546" y="2076334"/>
                  </a:cubicBezTo>
                  <a:cubicBezTo>
                    <a:pt x="457062" y="1698794"/>
                    <a:pt x="724457" y="1360978"/>
                    <a:pt x="1039300" y="1073307"/>
                  </a:cubicBezTo>
                  <a:cubicBezTo>
                    <a:pt x="1197090" y="929472"/>
                    <a:pt x="1367630" y="798259"/>
                    <a:pt x="1547733" y="680365"/>
                  </a:cubicBezTo>
                  <a:cubicBezTo>
                    <a:pt x="1728081" y="562587"/>
                    <a:pt x="1917870" y="457663"/>
                    <a:pt x="2115995" y="368373"/>
                  </a:cubicBezTo>
                  <a:cubicBezTo>
                    <a:pt x="2512737" y="191070"/>
                    <a:pt x="2939883" y="73870"/>
                    <a:pt x="3377451" y="24304"/>
                  </a:cubicBezTo>
                  <a:cubicBezTo>
                    <a:pt x="3486812" y="12086"/>
                    <a:pt x="3596971" y="4500"/>
                    <a:pt x="3707237" y="148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C18CE1F-9DF1-47AF-9E66-6CE348AC2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464911 h 6229400"/>
                <a:gd name="connsiteX4" fmla="*/ 5660063 w 5769111"/>
                <a:gd name="connsiteY4" fmla="*/ 1328105 h 6229400"/>
                <a:gd name="connsiteX5" fmla="*/ 4910471 w 5769111"/>
                <a:gd name="connsiteY5" fmla="*/ 781599 h 6229400"/>
                <a:gd name="connsiteX6" fmla="*/ 3882695 w 5769111"/>
                <a:gd name="connsiteY6" fmla="*/ 579048 h 6229400"/>
                <a:gd name="connsiteX7" fmla="*/ 2683153 w 5769111"/>
                <a:gd name="connsiteY7" fmla="*/ 797003 h 6229400"/>
                <a:gd name="connsiteX8" fmla="*/ 1617493 w 5769111"/>
                <a:gd name="connsiteY8" fmla="*/ 1395738 h 6229400"/>
                <a:gd name="connsiteX9" fmla="*/ 880408 w 5769111"/>
                <a:gd name="connsiteY9" fmla="*/ 2259099 h 6229400"/>
                <a:gd name="connsiteX10" fmla="*/ 613135 w 5769111"/>
                <a:gd name="connsiteY10" fmla="*/ 3263863 h 6229400"/>
                <a:gd name="connsiteX11" fmla="*/ 1055484 w 5769111"/>
                <a:gd name="connsiteY11" fmla="*/ 4196825 h 6229400"/>
                <a:gd name="connsiteX12" fmla="*/ 1278376 w 5769111"/>
                <a:gd name="connsiteY12" fmla="*/ 4492950 h 6229400"/>
                <a:gd name="connsiteX13" fmla="*/ 3369851 w 5769111"/>
                <a:gd name="connsiteY13" fmla="*/ 5650468 h 6229400"/>
                <a:gd name="connsiteX14" fmla="*/ 4957551 w 5769111"/>
                <a:gd name="connsiteY14" fmla="*/ 4938355 h 6229400"/>
                <a:gd name="connsiteX15" fmla="*/ 5150773 w 5769111"/>
                <a:gd name="connsiteY15" fmla="*/ 4796950 h 6229400"/>
                <a:gd name="connsiteX16" fmla="*/ 5747247 w 5769111"/>
                <a:gd name="connsiteY16" fmla="*/ 4338176 h 6229400"/>
                <a:gd name="connsiteX17" fmla="*/ 5769111 w 5769111"/>
                <a:gd name="connsiteY17" fmla="*/ 4318497 h 6229400"/>
                <a:gd name="connsiteX18" fmla="*/ 5769111 w 5769111"/>
                <a:gd name="connsiteY18" fmla="*/ 5074612 h 6229400"/>
                <a:gd name="connsiteX19" fmla="*/ 5636252 w 5769111"/>
                <a:gd name="connsiteY19" fmla="*/ 5174208 h 6229400"/>
                <a:gd name="connsiteX20" fmla="*/ 5334922 w 5769111"/>
                <a:gd name="connsiteY20" fmla="*/ 5394528 h 6229400"/>
                <a:gd name="connsiteX21" fmla="*/ 3369727 w 5769111"/>
                <a:gd name="connsiteY21" fmla="*/ 6229400 h 6229400"/>
                <a:gd name="connsiteX22" fmla="*/ 771046 w 5769111"/>
                <a:gd name="connsiteY22" fmla="*/ 4817913 h 6229400"/>
                <a:gd name="connsiteX23" fmla="*/ 0 w 5769111"/>
                <a:gd name="connsiteY23" fmla="*/ 3263748 h 6229400"/>
                <a:gd name="connsiteX24" fmla="*/ 3882695 w 5769111"/>
                <a:gd name="connsiteY24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464911"/>
                  </a:lnTo>
                  <a:lnTo>
                    <a:pt x="5660063" y="1328105"/>
                  </a:lnTo>
                  <a:cubicBezTo>
                    <a:pt x="5449800" y="1091506"/>
                    <a:pt x="5197607" y="907600"/>
                    <a:pt x="4910471" y="781599"/>
                  </a:cubicBezTo>
                  <a:cubicBezTo>
                    <a:pt x="4604088" y="647260"/>
                    <a:pt x="4258349" y="579048"/>
                    <a:pt x="3882695" y="579048"/>
                  </a:cubicBezTo>
                  <a:cubicBezTo>
                    <a:pt x="3484238" y="579048"/>
                    <a:pt x="3080631" y="652240"/>
                    <a:pt x="2683153" y="797003"/>
                  </a:cubicBezTo>
                  <a:cubicBezTo>
                    <a:pt x="2296098" y="937595"/>
                    <a:pt x="1927678" y="1144662"/>
                    <a:pt x="1617493" y="1395738"/>
                  </a:cubicBezTo>
                  <a:cubicBezTo>
                    <a:pt x="1301915" y="1651098"/>
                    <a:pt x="1053890" y="1941665"/>
                    <a:pt x="880408" y="2259099"/>
                  </a:cubicBezTo>
                  <a:cubicBezTo>
                    <a:pt x="703125" y="2583597"/>
                    <a:pt x="613135" y="2921645"/>
                    <a:pt x="613135" y="3263863"/>
                  </a:cubicBezTo>
                  <a:cubicBezTo>
                    <a:pt x="613135" y="3608512"/>
                    <a:pt x="756702" y="3809789"/>
                    <a:pt x="1055484" y="4196825"/>
                  </a:cubicBezTo>
                  <a:cubicBezTo>
                    <a:pt x="1127574" y="4290167"/>
                    <a:pt x="1202116" y="4386753"/>
                    <a:pt x="1278376" y="4492950"/>
                  </a:cubicBezTo>
                  <a:cubicBezTo>
                    <a:pt x="1861105" y="5304313"/>
                    <a:pt x="2486623" y="5650468"/>
                    <a:pt x="3369851" y="5650468"/>
                  </a:cubicBezTo>
                  <a:cubicBezTo>
                    <a:pt x="3949515" y="5650468"/>
                    <a:pt x="4374822" y="5368471"/>
                    <a:pt x="4957551" y="4938355"/>
                  </a:cubicBezTo>
                  <a:cubicBezTo>
                    <a:pt x="5022653" y="4890293"/>
                    <a:pt x="5087755" y="4842811"/>
                    <a:pt x="5150773" y="4796950"/>
                  </a:cubicBezTo>
                  <a:cubicBezTo>
                    <a:pt x="5364254" y="4641404"/>
                    <a:pt x="5570313" y="4491241"/>
                    <a:pt x="5747247" y="4338176"/>
                  </a:cubicBezTo>
                  <a:lnTo>
                    <a:pt x="5769111" y="4318497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BD26A8C-8D1D-41E6-A71E-FE9AC75F3F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675390 h 6229400"/>
                <a:gd name="connsiteX4" fmla="*/ 5711488 w 5769111"/>
                <a:gd name="connsiteY4" fmla="*/ 1585205 h 6229400"/>
                <a:gd name="connsiteX5" fmla="*/ 5566027 w 5769111"/>
                <a:gd name="connsiteY5" fmla="*/ 1402571 h 6229400"/>
                <a:gd name="connsiteX6" fmla="*/ 4858734 w 5769111"/>
                <a:gd name="connsiteY6" fmla="*/ 886639 h 6229400"/>
                <a:gd name="connsiteX7" fmla="*/ 3882695 w 5769111"/>
                <a:gd name="connsiteY7" fmla="*/ 694858 h 6229400"/>
                <a:gd name="connsiteX8" fmla="*/ 2727046 w 5769111"/>
                <a:gd name="connsiteY8" fmla="*/ 905053 h 6229400"/>
                <a:gd name="connsiteX9" fmla="*/ 1697186 w 5769111"/>
                <a:gd name="connsiteY9" fmla="*/ 1483638 h 6229400"/>
                <a:gd name="connsiteX10" fmla="*/ 989279 w 5769111"/>
                <a:gd name="connsiteY10" fmla="*/ 2312139 h 6229400"/>
                <a:gd name="connsiteX11" fmla="*/ 735615 w 5769111"/>
                <a:gd name="connsiteY11" fmla="*/ 3263863 h 6229400"/>
                <a:gd name="connsiteX12" fmla="*/ 1154424 w 5769111"/>
                <a:gd name="connsiteY12" fmla="*/ 4128614 h 6229400"/>
                <a:gd name="connsiteX13" fmla="*/ 1379768 w 5769111"/>
                <a:gd name="connsiteY13" fmla="*/ 4427981 h 6229400"/>
                <a:gd name="connsiteX14" fmla="*/ 2239456 w 5769111"/>
                <a:gd name="connsiteY14" fmla="*/ 5256947 h 6229400"/>
                <a:gd name="connsiteX15" fmla="*/ 3369727 w 5769111"/>
                <a:gd name="connsiteY15" fmla="*/ 5534658 h 6229400"/>
                <a:gd name="connsiteX16" fmla="*/ 4096760 w 5769111"/>
                <a:gd name="connsiteY16" fmla="*/ 5357817 h 6229400"/>
                <a:gd name="connsiteX17" fmla="*/ 4881905 w 5769111"/>
                <a:gd name="connsiteY17" fmla="*/ 4847212 h 6229400"/>
                <a:gd name="connsiteX18" fmla="*/ 5075739 w 5769111"/>
                <a:gd name="connsiteY18" fmla="*/ 4705346 h 6229400"/>
                <a:gd name="connsiteX19" fmla="*/ 5759930 w 5769111"/>
                <a:gd name="connsiteY19" fmla="*/ 4166809 h 6229400"/>
                <a:gd name="connsiteX20" fmla="*/ 5769111 w 5769111"/>
                <a:gd name="connsiteY20" fmla="*/ 4157764 h 6229400"/>
                <a:gd name="connsiteX21" fmla="*/ 5769111 w 5769111"/>
                <a:gd name="connsiteY21" fmla="*/ 5074612 h 6229400"/>
                <a:gd name="connsiteX22" fmla="*/ 5636252 w 5769111"/>
                <a:gd name="connsiteY22" fmla="*/ 5174208 h 6229400"/>
                <a:gd name="connsiteX23" fmla="*/ 5334922 w 5769111"/>
                <a:gd name="connsiteY23" fmla="*/ 5394528 h 6229400"/>
                <a:gd name="connsiteX24" fmla="*/ 3369727 w 5769111"/>
                <a:gd name="connsiteY24" fmla="*/ 6229400 h 6229400"/>
                <a:gd name="connsiteX25" fmla="*/ 771046 w 5769111"/>
                <a:gd name="connsiteY25" fmla="*/ 4817913 h 6229400"/>
                <a:gd name="connsiteX26" fmla="*/ 0 w 5769111"/>
                <a:gd name="connsiteY26" fmla="*/ 3263748 h 6229400"/>
                <a:gd name="connsiteX27" fmla="*/ 3882695 w 5769111"/>
                <a:gd name="connsiteY27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675390"/>
                  </a:lnTo>
                  <a:lnTo>
                    <a:pt x="5711488" y="1585205"/>
                  </a:lnTo>
                  <a:cubicBezTo>
                    <a:pt x="5665942" y="1521390"/>
                    <a:pt x="5617428" y="1460432"/>
                    <a:pt x="5566027" y="1402571"/>
                  </a:cubicBezTo>
                  <a:cubicBezTo>
                    <a:pt x="5367411" y="1179058"/>
                    <a:pt x="5129563" y="1005460"/>
                    <a:pt x="4858734" y="886639"/>
                  </a:cubicBezTo>
                  <a:cubicBezTo>
                    <a:pt x="4568779" y="759363"/>
                    <a:pt x="4240327" y="694858"/>
                    <a:pt x="3882695" y="694858"/>
                  </a:cubicBezTo>
                  <a:cubicBezTo>
                    <a:pt x="3504835" y="694858"/>
                    <a:pt x="3105151" y="767471"/>
                    <a:pt x="2727046" y="905053"/>
                  </a:cubicBezTo>
                  <a:cubicBezTo>
                    <a:pt x="2352985" y="1041013"/>
                    <a:pt x="1996826" y="1241132"/>
                    <a:pt x="1697186" y="1483638"/>
                  </a:cubicBezTo>
                  <a:cubicBezTo>
                    <a:pt x="1397913" y="1725796"/>
                    <a:pt x="1153199" y="2012308"/>
                    <a:pt x="989279" y="2312139"/>
                  </a:cubicBezTo>
                  <a:cubicBezTo>
                    <a:pt x="820946" y="2620077"/>
                    <a:pt x="735615" y="2940290"/>
                    <a:pt x="735615" y="3263863"/>
                  </a:cubicBezTo>
                  <a:cubicBezTo>
                    <a:pt x="735615" y="3573074"/>
                    <a:pt x="863980" y="3752464"/>
                    <a:pt x="1154424" y="4128614"/>
                  </a:cubicBezTo>
                  <a:cubicBezTo>
                    <a:pt x="1227127" y="4222767"/>
                    <a:pt x="1302282" y="4320162"/>
                    <a:pt x="1379768" y="4427981"/>
                  </a:cubicBezTo>
                  <a:cubicBezTo>
                    <a:pt x="1653784" y="4809458"/>
                    <a:pt x="1934912" y="5080685"/>
                    <a:pt x="2239456" y="5256947"/>
                  </a:cubicBezTo>
                  <a:cubicBezTo>
                    <a:pt x="2562268" y="5443863"/>
                    <a:pt x="2932037" y="5534658"/>
                    <a:pt x="3369727" y="5534658"/>
                  </a:cubicBezTo>
                  <a:cubicBezTo>
                    <a:pt x="3618120" y="5534658"/>
                    <a:pt x="3849103" y="5478491"/>
                    <a:pt x="4096760" y="5357817"/>
                  </a:cubicBezTo>
                  <a:cubicBezTo>
                    <a:pt x="4351037" y="5233901"/>
                    <a:pt x="4602740" y="5053238"/>
                    <a:pt x="4881905" y="4847212"/>
                  </a:cubicBezTo>
                  <a:cubicBezTo>
                    <a:pt x="4947375" y="4798920"/>
                    <a:pt x="5012599" y="4751322"/>
                    <a:pt x="5075739" y="4705346"/>
                  </a:cubicBezTo>
                  <a:cubicBezTo>
                    <a:pt x="5327320" y="4521990"/>
                    <a:pt x="5568418" y="4346256"/>
                    <a:pt x="5759930" y="4166809"/>
                  </a:cubicBezTo>
                  <a:lnTo>
                    <a:pt x="5769111" y="4157764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Graphic 6" descr="Cloud">
            <a:extLst>
              <a:ext uri="{FF2B5EF4-FFF2-40B4-BE49-F238E27FC236}">
                <a16:creationId xmlns:a16="http://schemas.microsoft.com/office/drawing/2014/main" id="{12AA4BAC-A346-53F9-8BA3-D027D9F66C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21726" y="1629089"/>
            <a:ext cx="3620021" cy="3620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0097699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175CCA-C8D4-90B3-0DF9-F04D62E3B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>
            <a:normAutofit/>
          </a:bodyPr>
          <a:lstStyle/>
          <a:p>
            <a:pPr algn="r"/>
            <a:r>
              <a:rPr lang="en-US" sz="7400"/>
              <a:t>What Arc Enables — AI and Fabric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8255D20-D8FF-72AC-6425-6764A83EEFB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73837451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10145920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ackground Fill">
            <a:extLst>
              <a:ext uri="{FF2B5EF4-FFF2-40B4-BE49-F238E27FC236}">
                <a16:creationId xmlns:a16="http://schemas.microsoft.com/office/drawing/2014/main" id="{3C915414-2809-4735-A560-0D5FE66700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3382"/>
            <a:ext cx="12188952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1" name="Grid">
            <a:extLst>
              <a:ext uri="{FF2B5EF4-FFF2-40B4-BE49-F238E27FC236}">
                <a16:creationId xmlns:a16="http://schemas.microsoft.com/office/drawing/2014/main" id="{24413201-85BF-4680-A7D4-10CDBD0356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038471" cy="6858000"/>
            <a:chOff x="0" y="-12406"/>
            <a:chExt cx="12038471" cy="68580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F819D8C-C8E5-4336-9882-79FBF65551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25"/>
              <a:ext cx="0" cy="684398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D732480-09E4-401A-B2D9-E6C662FBC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719781" y="-5330"/>
              <a:ext cx="0" cy="684398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7D8355C-E417-4D36-91FF-2CC1E1FE9F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0" y="6726839"/>
              <a:ext cx="12038471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ADF7267-EAAE-43CE-ACEF-608328FB17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0" y="-25"/>
              <a:ext cx="12038471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54C901E2-0CDB-4316-B262-3B9E68F335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0" y="1729498"/>
              <a:ext cx="12038471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D8F6D31A-084C-4F10-9A8F-A9645DFB71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0" y="1609"/>
              <a:ext cx="12038471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E38E09F0-F130-45B5-B0AF-7EF3F0172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0" y="6843959"/>
              <a:ext cx="12038471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69330E2-17DA-4F0D-B377-6E4499C79A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0" y="5131209"/>
              <a:ext cx="12038471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3192707-5744-4C77-8CD6-D682F9080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0" y="120892"/>
              <a:ext cx="12038471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367A44A-5DD0-43B5-B6DB-1CA3BC5AF0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0" y="3422784"/>
              <a:ext cx="12038471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80809D1-164B-4A0C-84BB-2AC46F3BDE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0" y="1832198"/>
              <a:ext cx="12038471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379EC94-3698-4695-8CE7-61DBDF5EE6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0" y="3538773"/>
              <a:ext cx="12038471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755B95C-6A71-4D4F-8F48-B21F893E6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0" y="5240042"/>
              <a:ext cx="12038471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6099C53A-E394-462E-BF63-1639A8E283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828837" y="-5330"/>
              <a:ext cx="0" cy="684398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9AC427FF-C3BE-45A0-9FB1-A6A4C8C4CD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439563" y="-25"/>
              <a:ext cx="0" cy="684398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2B15D91A-BF52-4704-8F6B-A7C4746181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59344" y="-25"/>
              <a:ext cx="0" cy="684398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D9241FD-0E0D-409B-A2AF-8F06ACB757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79125" y="-12406"/>
              <a:ext cx="0" cy="684398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F8B3D884-11F6-4FF3-82C2-1C2311451C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598907" y="-12406"/>
              <a:ext cx="0" cy="684398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A15AB342-981A-44B4-846D-B0B2394ACF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038471" y="-25"/>
              <a:ext cx="0" cy="684398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72C80E7-0A00-4063-BEE2-6B6B446A4A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318688" y="-25"/>
              <a:ext cx="0" cy="684398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CDDFAF9B-F940-4E8C-905E-31851E6E71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549263" y="-5330"/>
              <a:ext cx="0" cy="684398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DE75405B-4987-4ED0-838B-B550E11C50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72269" y="1609"/>
              <a:ext cx="0" cy="684398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D23C412-06C7-4364-B5C1-6492A9D36B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990113" y="-12406"/>
              <a:ext cx="0" cy="684398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3E558B2C-BA31-4EF6-AA51-34C38C4FAC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715787" y="-12406"/>
              <a:ext cx="0" cy="684398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49BF6B7B-33CA-48B1-A1DC-E4917FB89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435730" y="-12406"/>
              <a:ext cx="0" cy="684398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B91E8E40-9C42-4E16-980F-D9B38872F3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4293" y="-5330"/>
              <a:ext cx="0" cy="684398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6B7E3690-D803-4CC7-BA93-B51ACF040F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4177" y="-12406"/>
              <a:ext cx="0" cy="684398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0D728EB-AB4F-E35A-413B-7593EB8054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1362456"/>
            <a:ext cx="4576406" cy="5362246"/>
          </a:xfrm>
        </p:spPr>
        <p:txBody>
          <a:bodyPr anchor="t">
            <a:normAutofit/>
          </a:bodyPr>
          <a:lstStyle/>
          <a:p>
            <a:r>
              <a:rPr lang="en-US" sz="4800"/>
              <a:t>Arc Architecture and Onboarding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473E2575-93BA-49BD-A0BB-EBD45F7382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80800" y="1141470"/>
            <a:ext cx="4413319" cy="0"/>
          </a:xfrm>
          <a:prstGeom prst="line">
            <a:avLst/>
          </a:prstGeom>
          <a:ln w="50800" cap="sq">
            <a:solidFill>
              <a:schemeClr val="accent5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01E25B5B-1CDB-4957-BF24-1FDFA98AC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67890" y="1146775"/>
            <a:ext cx="5079782" cy="5577926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E7F0FC6E-2E23-461A-A082-8DDF43E3D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363570" y="1153006"/>
            <a:ext cx="5065451" cy="0"/>
          </a:xfrm>
          <a:prstGeom prst="line">
            <a:avLst/>
          </a:prstGeom>
          <a:ln w="25400" cap="sq">
            <a:solidFill>
              <a:schemeClr val="accent5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Color">
            <a:extLst>
              <a:ext uri="{FF2B5EF4-FFF2-40B4-BE49-F238E27FC236}">
                <a16:creationId xmlns:a16="http://schemas.microsoft.com/office/drawing/2014/main" id="{D665D759-2DF8-4D47-8386-4BA28901A7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47704" y="147451"/>
            <a:ext cx="685800" cy="6586489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5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649E936-52CC-5D94-D579-DEE2238D3FE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26690668"/>
              </p:ext>
            </p:extLst>
          </p:nvPr>
        </p:nvGraphicFramePr>
        <p:xfrm>
          <a:off x="5456677" y="1225176"/>
          <a:ext cx="4865268" cy="54093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47744408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93D702E-F4E0-47FC-A74C-ECD9647A81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F8D64C4-57F9-F573-C621-EDED0A43D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3851974"/>
            <a:ext cx="9144000" cy="115266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400"/>
              <a:t>Demo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B5A8ED-A76A-0B20-D02D-9ED26CCAF9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4000" y="5071718"/>
            <a:ext cx="9144000" cy="646785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US" b="1">
                <a:solidFill>
                  <a:schemeClr val="tx1"/>
                </a:solidFill>
              </a:rPr>
              <a:t>Azure Arc Integration</a:t>
            </a:r>
            <a:endParaRPr lang="en-US">
              <a:solidFill>
                <a:schemeClr val="tx1"/>
              </a:solidFill>
            </a:endParaRPr>
          </a:p>
        </p:txBody>
      </p:sp>
      <p:pic>
        <p:nvPicPr>
          <p:cNvPr id="7" name="Picture 6" descr="Underwater bubble">
            <a:extLst>
              <a:ext uri="{FF2B5EF4-FFF2-40B4-BE49-F238E27FC236}">
                <a16:creationId xmlns:a16="http://schemas.microsoft.com/office/drawing/2014/main" id="{5D7ECD8F-E354-AA32-B288-6BF7147E9B7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276" b="38262"/>
          <a:stretch>
            <a:fillRect/>
          </a:stretch>
        </p:blipFill>
        <p:spPr>
          <a:xfrm>
            <a:off x="838201" y="10"/>
            <a:ext cx="10484412" cy="3811394"/>
          </a:xfrm>
          <a:custGeom>
            <a:avLst/>
            <a:gdLst/>
            <a:ahLst/>
            <a:cxnLst/>
            <a:rect l="l" t="t" r="r" b="b"/>
            <a:pathLst>
              <a:path w="10484412" h="3811404">
                <a:moveTo>
                  <a:pt x="0" y="3811403"/>
                </a:moveTo>
                <a:lnTo>
                  <a:pt x="10484412" y="3811403"/>
                </a:lnTo>
                <a:lnTo>
                  <a:pt x="10484412" y="3811404"/>
                </a:lnTo>
                <a:lnTo>
                  <a:pt x="0" y="3811404"/>
                </a:lnTo>
                <a:close/>
                <a:moveTo>
                  <a:pt x="181717" y="0"/>
                </a:moveTo>
                <a:lnTo>
                  <a:pt x="10224015" y="0"/>
                </a:lnTo>
                <a:cubicBezTo>
                  <a:pt x="10261561" y="45054"/>
                  <a:pt x="10301611" y="85103"/>
                  <a:pt x="10369193" y="110134"/>
                </a:cubicBezTo>
                <a:cubicBezTo>
                  <a:pt x="10321635" y="167704"/>
                  <a:pt x="10236530" y="182722"/>
                  <a:pt x="10173954" y="222771"/>
                </a:cubicBezTo>
                <a:cubicBezTo>
                  <a:pt x="10168948" y="255310"/>
                  <a:pt x="10269071" y="245298"/>
                  <a:pt x="10241537" y="317887"/>
                </a:cubicBezTo>
                <a:cubicBezTo>
                  <a:pt x="10206494" y="418008"/>
                  <a:pt x="10241537" y="528142"/>
                  <a:pt x="10071328" y="573196"/>
                </a:cubicBezTo>
                <a:cubicBezTo>
                  <a:pt x="10023770" y="668312"/>
                  <a:pt x="10008751" y="820997"/>
                  <a:pt x="10113880" y="913610"/>
                </a:cubicBezTo>
                <a:cubicBezTo>
                  <a:pt x="10271573" y="1048774"/>
                  <a:pt x="10244040" y="1138885"/>
                  <a:pt x="10036285" y="1216478"/>
                </a:cubicBezTo>
                <a:cubicBezTo>
                  <a:pt x="10011255" y="1226491"/>
                  <a:pt x="9978715" y="1231497"/>
                  <a:pt x="9966200" y="1256528"/>
                </a:cubicBezTo>
                <a:cubicBezTo>
                  <a:pt x="9986224" y="1289067"/>
                  <a:pt x="10031280" y="1281557"/>
                  <a:pt x="10063819" y="1289067"/>
                </a:cubicBezTo>
                <a:cubicBezTo>
                  <a:pt x="10211500" y="1324110"/>
                  <a:pt x="10214003" y="1324110"/>
                  <a:pt x="10176457" y="1441752"/>
                </a:cubicBezTo>
                <a:cubicBezTo>
                  <a:pt x="10163942" y="1476795"/>
                  <a:pt x="10188972" y="1491813"/>
                  <a:pt x="10211500" y="1511838"/>
                </a:cubicBezTo>
                <a:cubicBezTo>
                  <a:pt x="10296604" y="1591936"/>
                  <a:pt x="10296604" y="1594439"/>
                  <a:pt x="10206494" y="1664523"/>
                </a:cubicBezTo>
                <a:cubicBezTo>
                  <a:pt x="10181463" y="1684547"/>
                  <a:pt x="10163942" y="1704572"/>
                  <a:pt x="10151426" y="1732106"/>
                </a:cubicBezTo>
                <a:cubicBezTo>
                  <a:pt x="10128899" y="1782166"/>
                  <a:pt x="10128899" y="1822216"/>
                  <a:pt x="10208996" y="1847246"/>
                </a:cubicBezTo>
                <a:cubicBezTo>
                  <a:pt x="10266568" y="1864767"/>
                  <a:pt x="10296604" y="1884791"/>
                  <a:pt x="10299107" y="1939858"/>
                </a:cubicBezTo>
                <a:cubicBezTo>
                  <a:pt x="10299107" y="1987416"/>
                  <a:pt x="10306617" y="2017452"/>
                  <a:pt x="10244040" y="2037477"/>
                </a:cubicBezTo>
                <a:cubicBezTo>
                  <a:pt x="10193979" y="2054998"/>
                  <a:pt x="10178960" y="2090041"/>
                  <a:pt x="10183966" y="2130089"/>
                </a:cubicBezTo>
                <a:cubicBezTo>
                  <a:pt x="10193979" y="2230211"/>
                  <a:pt x="10126396" y="2287781"/>
                  <a:pt x="10013758" y="2335339"/>
                </a:cubicBezTo>
                <a:cubicBezTo>
                  <a:pt x="9908629" y="2377890"/>
                  <a:pt x="9813513" y="2437963"/>
                  <a:pt x="9715893" y="2493030"/>
                </a:cubicBezTo>
                <a:cubicBezTo>
                  <a:pt x="9605758" y="2553103"/>
                  <a:pt x="9480605" y="2590649"/>
                  <a:pt x="9347942" y="2623189"/>
                </a:cubicBezTo>
                <a:cubicBezTo>
                  <a:pt x="9370469" y="2665740"/>
                  <a:pt x="9453071" y="2640710"/>
                  <a:pt x="9460580" y="2700783"/>
                </a:cubicBezTo>
                <a:cubicBezTo>
                  <a:pt x="9255329" y="2753346"/>
                  <a:pt x="9060089" y="2833444"/>
                  <a:pt x="8827305" y="2855971"/>
                </a:cubicBezTo>
                <a:cubicBezTo>
                  <a:pt x="9015035" y="2843456"/>
                  <a:pt x="9182740" y="2908535"/>
                  <a:pt x="9360458" y="2926056"/>
                </a:cubicBezTo>
                <a:cubicBezTo>
                  <a:pt x="9377980" y="2961099"/>
                  <a:pt x="9337930" y="2951087"/>
                  <a:pt x="9322912" y="2958595"/>
                </a:cubicBezTo>
                <a:cubicBezTo>
                  <a:pt x="9307893" y="2963602"/>
                  <a:pt x="9287869" y="2966105"/>
                  <a:pt x="9285366" y="2991135"/>
                </a:cubicBezTo>
                <a:cubicBezTo>
                  <a:pt x="9370469" y="3023675"/>
                  <a:pt x="9478102" y="2998644"/>
                  <a:pt x="9565709" y="3033687"/>
                </a:cubicBezTo>
                <a:cubicBezTo>
                  <a:pt x="9543182" y="3083748"/>
                  <a:pt x="9468090" y="3056214"/>
                  <a:pt x="9435550" y="3096263"/>
                </a:cubicBezTo>
                <a:cubicBezTo>
                  <a:pt x="9518151" y="3101269"/>
                  <a:pt x="9593243" y="3103772"/>
                  <a:pt x="9668335" y="3113784"/>
                </a:cubicBezTo>
                <a:cubicBezTo>
                  <a:pt x="9725905" y="3121294"/>
                  <a:pt x="9740924" y="3163845"/>
                  <a:pt x="9700875" y="3193882"/>
                </a:cubicBezTo>
                <a:cubicBezTo>
                  <a:pt x="9665832" y="3221415"/>
                  <a:pt x="9613268" y="3223918"/>
                  <a:pt x="9565709" y="3236434"/>
                </a:cubicBezTo>
                <a:cubicBezTo>
                  <a:pt x="9232801" y="3319034"/>
                  <a:pt x="8882372" y="3351573"/>
                  <a:pt x="8529440" y="3364088"/>
                </a:cubicBezTo>
                <a:cubicBezTo>
                  <a:pt x="7961245" y="3386616"/>
                  <a:pt x="7393049" y="3394125"/>
                  <a:pt x="6827357" y="3419155"/>
                </a:cubicBezTo>
                <a:cubicBezTo>
                  <a:pt x="6481933" y="3434173"/>
                  <a:pt x="6136510" y="3456701"/>
                  <a:pt x="5788584" y="3456701"/>
                </a:cubicBezTo>
                <a:cubicBezTo>
                  <a:pt x="5415628" y="3456701"/>
                  <a:pt x="5042671" y="3464210"/>
                  <a:pt x="4669714" y="3411646"/>
                </a:cubicBezTo>
                <a:cubicBezTo>
                  <a:pt x="4479481" y="3384113"/>
                  <a:pt x="4279236" y="3396628"/>
                  <a:pt x="4086500" y="3376603"/>
                </a:cubicBezTo>
                <a:cubicBezTo>
                  <a:pt x="3793641" y="3346568"/>
                  <a:pt x="3500782" y="3306518"/>
                  <a:pt x="3210426" y="3256458"/>
                </a:cubicBezTo>
                <a:cubicBezTo>
                  <a:pt x="3117813" y="3241439"/>
                  <a:pt x="3007678" y="3231428"/>
                  <a:pt x="2937592" y="3166348"/>
                </a:cubicBezTo>
                <a:cubicBezTo>
                  <a:pt x="2824954" y="3211403"/>
                  <a:pt x="2757372" y="3131305"/>
                  <a:pt x="2669765" y="3106275"/>
                </a:cubicBezTo>
                <a:cubicBezTo>
                  <a:pt x="2634722" y="3096263"/>
                  <a:pt x="2592169" y="3081245"/>
                  <a:pt x="2597176" y="3048705"/>
                </a:cubicBezTo>
                <a:cubicBezTo>
                  <a:pt x="2604685" y="3006154"/>
                  <a:pt x="2654746" y="2978620"/>
                  <a:pt x="2702304" y="2986130"/>
                </a:cubicBezTo>
                <a:cubicBezTo>
                  <a:pt x="2849986" y="3011160"/>
                  <a:pt x="2985150" y="2948584"/>
                  <a:pt x="3137838" y="2956093"/>
                </a:cubicBezTo>
                <a:cubicBezTo>
                  <a:pt x="3005175" y="2933565"/>
                  <a:pt x="2872513" y="2908535"/>
                  <a:pt x="2739850" y="2886007"/>
                </a:cubicBezTo>
                <a:cubicBezTo>
                  <a:pt x="2940095" y="2863480"/>
                  <a:pt x="3132831" y="2896020"/>
                  <a:pt x="3328071" y="2913541"/>
                </a:cubicBezTo>
                <a:cubicBezTo>
                  <a:pt x="3390647" y="2921050"/>
                  <a:pt x="3485763" y="2968608"/>
                  <a:pt x="3503285" y="2898523"/>
                </a:cubicBezTo>
                <a:cubicBezTo>
                  <a:pt x="3513297" y="2850965"/>
                  <a:pt x="3410671" y="2850965"/>
                  <a:pt x="3350598" y="2838450"/>
                </a:cubicBezTo>
                <a:cubicBezTo>
                  <a:pt x="3090279" y="2785886"/>
                  <a:pt x="2824954" y="2758353"/>
                  <a:pt x="2562133" y="2725813"/>
                </a:cubicBezTo>
                <a:cubicBezTo>
                  <a:pt x="2537102" y="2723310"/>
                  <a:pt x="2504562" y="2725813"/>
                  <a:pt x="2487041" y="2715801"/>
                </a:cubicBezTo>
                <a:cubicBezTo>
                  <a:pt x="2354378" y="2633200"/>
                  <a:pt x="2184170" y="2608170"/>
                  <a:pt x="1998943" y="2548097"/>
                </a:cubicBezTo>
                <a:cubicBezTo>
                  <a:pt x="2116587" y="2515558"/>
                  <a:pt x="2196685" y="2575630"/>
                  <a:pt x="2294304" y="2560612"/>
                </a:cubicBezTo>
                <a:cubicBezTo>
                  <a:pt x="2196685" y="2498036"/>
                  <a:pt x="2079041" y="2488024"/>
                  <a:pt x="1978918" y="2455485"/>
                </a:cubicBezTo>
                <a:cubicBezTo>
                  <a:pt x="1906330" y="2430454"/>
                  <a:pt x="1635999" y="2357866"/>
                  <a:pt x="1595950" y="2335339"/>
                </a:cubicBezTo>
                <a:cubicBezTo>
                  <a:pt x="1473299" y="2267756"/>
                  <a:pt x="1315606" y="2237720"/>
                  <a:pt x="1215483" y="2145108"/>
                </a:cubicBezTo>
                <a:cubicBezTo>
                  <a:pt x="1145398" y="2080028"/>
                  <a:pt x="1025251" y="2095047"/>
                  <a:pt x="942649" y="2049992"/>
                </a:cubicBezTo>
                <a:cubicBezTo>
                  <a:pt x="912613" y="2004937"/>
                  <a:pt x="972686" y="1994925"/>
                  <a:pt x="992711" y="1969894"/>
                </a:cubicBezTo>
                <a:cubicBezTo>
                  <a:pt x="1020244" y="1939858"/>
                  <a:pt x="972686" y="1922337"/>
                  <a:pt x="960170" y="1884791"/>
                </a:cubicBezTo>
                <a:cubicBezTo>
                  <a:pt x="1117863" y="1922337"/>
                  <a:pt x="1268048" y="1944864"/>
                  <a:pt x="1448268" y="1957380"/>
                </a:cubicBezTo>
                <a:cubicBezTo>
                  <a:pt x="1390698" y="1897306"/>
                  <a:pt x="1318109" y="1927343"/>
                  <a:pt x="1270551" y="1904815"/>
                </a:cubicBezTo>
                <a:cubicBezTo>
                  <a:pt x="1238011" y="1889797"/>
                  <a:pt x="1190453" y="1884791"/>
                  <a:pt x="1200466" y="1849749"/>
                </a:cubicBezTo>
                <a:cubicBezTo>
                  <a:pt x="1207974" y="1822216"/>
                  <a:pt x="1248023" y="1824718"/>
                  <a:pt x="1278060" y="1827221"/>
                </a:cubicBezTo>
                <a:cubicBezTo>
                  <a:pt x="1393201" y="1834730"/>
                  <a:pt x="1503336" y="1834730"/>
                  <a:pt x="1615974" y="1764645"/>
                </a:cubicBezTo>
                <a:cubicBezTo>
                  <a:pt x="1338134" y="1669530"/>
                  <a:pt x="1015238" y="1717087"/>
                  <a:pt x="767434" y="1576917"/>
                </a:cubicBezTo>
                <a:cubicBezTo>
                  <a:pt x="802477" y="1531862"/>
                  <a:pt x="852539" y="1554390"/>
                  <a:pt x="890085" y="1559396"/>
                </a:cubicBezTo>
                <a:cubicBezTo>
                  <a:pt x="1132882" y="1591936"/>
                  <a:pt x="2003949" y="1514341"/>
                  <a:pt x="2129102" y="1556893"/>
                </a:cubicBezTo>
                <a:cubicBezTo>
                  <a:pt x="2204195" y="1584426"/>
                  <a:pt x="2286796" y="1594439"/>
                  <a:pt x="2369396" y="1576917"/>
                </a:cubicBezTo>
                <a:cubicBezTo>
                  <a:pt x="2469519" y="1554390"/>
                  <a:pt x="1881298" y="1519347"/>
                  <a:pt x="1746133" y="1421728"/>
                </a:cubicBezTo>
                <a:cubicBezTo>
                  <a:pt x="1678551" y="1374170"/>
                  <a:pt x="1082821" y="1146394"/>
                  <a:pt x="819999" y="1083817"/>
                </a:cubicBezTo>
                <a:cubicBezTo>
                  <a:pt x="857545" y="1041266"/>
                  <a:pt x="952662" y="1066296"/>
                  <a:pt x="940146" y="993707"/>
                </a:cubicBezTo>
                <a:cubicBezTo>
                  <a:pt x="794969" y="956162"/>
                  <a:pt x="627263" y="961168"/>
                  <a:pt x="459558" y="903598"/>
                </a:cubicBezTo>
                <a:cubicBezTo>
                  <a:pt x="537153" y="858543"/>
                  <a:pt x="622257" y="883573"/>
                  <a:pt x="699852" y="868556"/>
                </a:cubicBezTo>
                <a:cubicBezTo>
                  <a:pt x="657300" y="813489"/>
                  <a:pt x="582208" y="823500"/>
                  <a:pt x="522134" y="813489"/>
                </a:cubicBezTo>
                <a:cubicBezTo>
                  <a:pt x="464564" y="803476"/>
                  <a:pt x="349423" y="708360"/>
                  <a:pt x="374453" y="713367"/>
                </a:cubicBezTo>
                <a:cubicBezTo>
                  <a:pt x="607238" y="750912"/>
                  <a:pt x="842526" y="735895"/>
                  <a:pt x="1075312" y="773440"/>
                </a:cubicBezTo>
                <a:cubicBezTo>
                  <a:pt x="1152907" y="785955"/>
                  <a:pt x="1238011" y="810986"/>
                  <a:pt x="1275557" y="728385"/>
                </a:cubicBezTo>
                <a:cubicBezTo>
                  <a:pt x="1285569" y="703355"/>
                  <a:pt x="1278060" y="695846"/>
                  <a:pt x="1385692" y="725882"/>
                </a:cubicBezTo>
                <a:cubicBezTo>
                  <a:pt x="1425741" y="738397"/>
                  <a:pt x="1483311" y="750912"/>
                  <a:pt x="1525863" y="718373"/>
                </a:cubicBezTo>
                <a:cubicBezTo>
                  <a:pt x="1498330" y="678325"/>
                  <a:pt x="1445765" y="690839"/>
                  <a:pt x="1408219" y="680828"/>
                </a:cubicBezTo>
                <a:cubicBezTo>
                  <a:pt x="1305594" y="653294"/>
                  <a:pt x="922624" y="548166"/>
                  <a:pt x="825005" y="518129"/>
                </a:cubicBezTo>
                <a:cubicBezTo>
                  <a:pt x="619754" y="453051"/>
                  <a:pt x="492098" y="475578"/>
                  <a:pt x="286846" y="405492"/>
                </a:cubicBezTo>
                <a:cubicBezTo>
                  <a:pt x="356932" y="407995"/>
                  <a:pt x="336907" y="380462"/>
                  <a:pt x="406993" y="380462"/>
                </a:cubicBezTo>
                <a:cubicBezTo>
                  <a:pt x="437030" y="380462"/>
                  <a:pt x="472073" y="372954"/>
                  <a:pt x="472073" y="342917"/>
                </a:cubicBezTo>
                <a:cubicBezTo>
                  <a:pt x="472073" y="315384"/>
                  <a:pt x="104123" y="170207"/>
                  <a:pt x="156686" y="155188"/>
                </a:cubicBezTo>
                <a:cubicBezTo>
                  <a:pt x="301865" y="115140"/>
                  <a:pt x="667312" y="227777"/>
                  <a:pt x="579705" y="175213"/>
                </a:cubicBezTo>
                <a:cubicBezTo>
                  <a:pt x="447042" y="92613"/>
                  <a:pt x="427018" y="77594"/>
                  <a:pt x="326895" y="67583"/>
                </a:cubicBezTo>
                <a:cubicBezTo>
                  <a:pt x="296858" y="62576"/>
                  <a:pt x="244294" y="35043"/>
                  <a:pt x="181717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672830838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5219498-D544-41AC-98FE-8F956EF66A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500DBFC-17A9-4E0A-AEE2-A49F9AEEF0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8A51C0-8338-BEDB-4168-A0948417B9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4267832"/>
            <a:ext cx="4805996" cy="12971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Integrate Your Data with Microsoft Fabric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174755-C925-4DD4-2EC3-BCF3E9CB76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4672" y="3428999"/>
            <a:ext cx="4805691" cy="838831"/>
          </a:xfrm>
        </p:spPr>
        <p:txBody>
          <a:bodyPr vert="horz" lIns="91440" tIns="45720" rIns="91440" bIns="45720" rtlCol="0" anchor="b">
            <a:normAutofit/>
          </a:bodyPr>
          <a:lstStyle/>
          <a:p>
            <a:endParaRPr lang="en-US" sz="2000" kern="120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74613BB-817C-4C4F-8A24-4936F2F064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01023" y="52996"/>
            <a:ext cx="6093363" cy="6805005"/>
            <a:chOff x="6101023" y="52996"/>
            <a:chExt cx="6093363" cy="6805005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26C820D-9A01-44F0-AE18-C2DAB089B8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4" y="52997"/>
              <a:ext cx="6093362" cy="6805004"/>
            </a:xfrm>
            <a:custGeom>
              <a:avLst/>
              <a:gdLst>
                <a:gd name="connsiteX0" fmla="*/ 3517682 w 5890490"/>
                <a:gd name="connsiteY0" fmla="*/ 0 h 6578439"/>
                <a:gd name="connsiteX1" fmla="*/ 5849513 w 5890490"/>
                <a:gd name="connsiteY1" fmla="*/ 841730 h 6578439"/>
                <a:gd name="connsiteX2" fmla="*/ 5890490 w 5890490"/>
                <a:gd name="connsiteY2" fmla="*/ 879060 h 6578439"/>
                <a:gd name="connsiteX3" fmla="*/ 5890490 w 5890490"/>
                <a:gd name="connsiteY3" fmla="*/ 1816052 h 6578439"/>
                <a:gd name="connsiteX4" fmla="*/ 5856961 w 5890490"/>
                <a:gd name="connsiteY4" fmla="*/ 1771023 h 6578439"/>
                <a:gd name="connsiteX5" fmla="*/ 5655397 w 5890490"/>
                <a:gd name="connsiteY5" fmla="*/ 1548813 h 6578439"/>
                <a:gd name="connsiteX6" fmla="*/ 3517682 w 5890490"/>
                <a:gd name="connsiteY6" fmla="*/ 658717 h 6578439"/>
                <a:gd name="connsiteX7" fmla="*/ 2395696 w 5890490"/>
                <a:gd name="connsiteY7" fmla="*/ 850721 h 6578439"/>
                <a:gd name="connsiteX8" fmla="*/ 1519955 w 5890490"/>
                <a:gd name="connsiteY8" fmla="*/ 1450441 h 6578439"/>
                <a:gd name="connsiteX9" fmla="*/ 1223630 w 5890490"/>
                <a:gd name="connsiteY9" fmla="*/ 1841430 h 6578439"/>
                <a:gd name="connsiteX10" fmla="*/ 1075857 w 5890490"/>
                <a:gd name="connsiteY10" fmla="*/ 2329343 h 6578439"/>
                <a:gd name="connsiteX11" fmla="*/ 731010 w 5890490"/>
                <a:gd name="connsiteY11" fmla="*/ 3483744 h 6578439"/>
                <a:gd name="connsiteX12" fmla="*/ 741000 w 5890490"/>
                <a:gd name="connsiteY12" fmla="*/ 4479719 h 6578439"/>
                <a:gd name="connsiteX13" fmla="*/ 1315615 w 5890490"/>
                <a:gd name="connsiteY13" fmla="*/ 5443827 h 6578439"/>
                <a:gd name="connsiteX14" fmla="*/ 2277503 w 5890490"/>
                <a:gd name="connsiteY14" fmla="*/ 6259386 h 6578439"/>
                <a:gd name="connsiteX15" fmla="*/ 3439448 w 5890490"/>
                <a:gd name="connsiteY15" fmla="*/ 6551739 h 6578439"/>
                <a:gd name="connsiteX16" fmla="*/ 4408732 w 5890490"/>
                <a:gd name="connsiteY16" fmla="*/ 6255172 h 6578439"/>
                <a:gd name="connsiteX17" fmla="*/ 5343243 w 5890490"/>
                <a:gd name="connsiteY17" fmla="*/ 5442509 h 6578439"/>
                <a:gd name="connsiteX18" fmla="*/ 5745566 w 5890490"/>
                <a:gd name="connsiteY18" fmla="*/ 5056656 h 6578439"/>
                <a:gd name="connsiteX19" fmla="*/ 5890490 w 5890490"/>
                <a:gd name="connsiteY19" fmla="*/ 4920880 h 6578439"/>
                <a:gd name="connsiteX20" fmla="*/ 5890490 w 5890490"/>
                <a:gd name="connsiteY20" fmla="*/ 5821966 h 6578439"/>
                <a:gd name="connsiteX21" fmla="*/ 5802002 w 5890490"/>
                <a:gd name="connsiteY21" fmla="*/ 5907904 h 6578439"/>
                <a:gd name="connsiteX22" fmla="*/ 5294358 w 5890490"/>
                <a:gd name="connsiteY22" fmla="*/ 6397505 h 6578439"/>
                <a:gd name="connsiteX23" fmla="*/ 5077178 w 5890490"/>
                <a:gd name="connsiteY23" fmla="*/ 6578439 h 6578439"/>
                <a:gd name="connsiteX24" fmla="*/ 1567290 w 5890490"/>
                <a:gd name="connsiteY24" fmla="*/ 6578439 h 6578439"/>
                <a:gd name="connsiteX25" fmla="*/ 1508588 w 5890490"/>
                <a:gd name="connsiteY25" fmla="*/ 6535186 h 6578439"/>
                <a:gd name="connsiteX26" fmla="*/ 826498 w 5890490"/>
                <a:gd name="connsiteY26" fmla="*/ 5876034 h 6578439"/>
                <a:gd name="connsiteX27" fmla="*/ 122403 w 5890490"/>
                <a:gd name="connsiteY27" fmla="*/ 3255655 h 6578439"/>
                <a:gd name="connsiteX28" fmla="*/ 1061197 w 5890490"/>
                <a:gd name="connsiteY28" fmla="*/ 984650 h 6578439"/>
                <a:gd name="connsiteX29" fmla="*/ 3517682 w 5890490"/>
                <a:gd name="connsiteY29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890490" h="6578439">
                  <a:moveTo>
                    <a:pt x="3517682" y="0"/>
                  </a:moveTo>
                  <a:cubicBezTo>
                    <a:pt x="4402016" y="0"/>
                    <a:pt x="5213741" y="315483"/>
                    <a:pt x="5849513" y="841730"/>
                  </a:cubicBezTo>
                  <a:lnTo>
                    <a:pt x="5890490" y="879060"/>
                  </a:lnTo>
                  <a:lnTo>
                    <a:pt x="5890490" y="1816052"/>
                  </a:lnTo>
                  <a:lnTo>
                    <a:pt x="5856961" y="1771023"/>
                  </a:lnTo>
                  <a:cubicBezTo>
                    <a:pt x="5793650" y="1694076"/>
                    <a:pt x="5726429" y="1619959"/>
                    <a:pt x="5655397" y="1548813"/>
                  </a:cubicBezTo>
                  <a:cubicBezTo>
                    <a:pt x="5082208" y="974906"/>
                    <a:pt x="4322973" y="658717"/>
                    <a:pt x="3517682" y="658717"/>
                  </a:cubicBezTo>
                  <a:cubicBezTo>
                    <a:pt x="3085520" y="658717"/>
                    <a:pt x="2718488" y="721533"/>
                    <a:pt x="2395696" y="850721"/>
                  </a:cubicBezTo>
                  <a:cubicBezTo>
                    <a:pt x="2079132" y="977407"/>
                    <a:pt x="1792668" y="1173626"/>
                    <a:pt x="1519955" y="1450441"/>
                  </a:cubicBezTo>
                  <a:cubicBezTo>
                    <a:pt x="1330275" y="1642840"/>
                    <a:pt x="1263719" y="1756094"/>
                    <a:pt x="1223630" y="1841430"/>
                  </a:cubicBezTo>
                  <a:cubicBezTo>
                    <a:pt x="1166545" y="1962981"/>
                    <a:pt x="1128532" y="2116663"/>
                    <a:pt x="1075857" y="2329343"/>
                  </a:cubicBezTo>
                  <a:cubicBezTo>
                    <a:pt x="1008652" y="2601153"/>
                    <a:pt x="916537" y="2973574"/>
                    <a:pt x="731010" y="3483744"/>
                  </a:cubicBezTo>
                  <a:cubicBezTo>
                    <a:pt x="617488" y="3795981"/>
                    <a:pt x="620731" y="4121653"/>
                    <a:pt x="741000" y="4479719"/>
                  </a:cubicBezTo>
                  <a:cubicBezTo>
                    <a:pt x="847257" y="4796172"/>
                    <a:pt x="1045888" y="5129481"/>
                    <a:pt x="1315615" y="5443827"/>
                  </a:cubicBezTo>
                  <a:cubicBezTo>
                    <a:pt x="1630753" y="5810980"/>
                    <a:pt x="1945371" y="6077784"/>
                    <a:pt x="2277503" y="6259386"/>
                  </a:cubicBezTo>
                  <a:cubicBezTo>
                    <a:pt x="2637530" y="6456133"/>
                    <a:pt x="3017536" y="6551739"/>
                    <a:pt x="3439448" y="6551739"/>
                  </a:cubicBezTo>
                  <a:cubicBezTo>
                    <a:pt x="3781571" y="6551739"/>
                    <a:pt x="4089573" y="6457449"/>
                    <a:pt x="4408732" y="6255172"/>
                  </a:cubicBezTo>
                  <a:cubicBezTo>
                    <a:pt x="4738010" y="6046310"/>
                    <a:pt x="5050941" y="5739207"/>
                    <a:pt x="5343243" y="5442509"/>
                  </a:cubicBezTo>
                  <a:cubicBezTo>
                    <a:pt x="5479860" y="5303970"/>
                    <a:pt x="5614918" y="5178206"/>
                    <a:pt x="5745566" y="5056656"/>
                  </a:cubicBezTo>
                  <a:lnTo>
                    <a:pt x="5890490" y="4920880"/>
                  </a:lnTo>
                  <a:lnTo>
                    <a:pt x="5890490" y="5821966"/>
                  </a:lnTo>
                  <a:lnTo>
                    <a:pt x="5802002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5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58B604F-996E-4349-B131-E04ED285D8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5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5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7CCEAF3-651B-4605-AE58-F96E227036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3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/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D519330-E5F1-4248-B58C-1AA0D9E6DA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4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7" name="Graphic 6" descr="Database">
            <a:extLst>
              <a:ext uri="{FF2B5EF4-FFF2-40B4-BE49-F238E27FC236}">
                <a16:creationId xmlns:a16="http://schemas.microsoft.com/office/drawing/2014/main" id="{FA6C5E7B-5640-A643-B25C-E96D74519B9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29652" y="1859078"/>
            <a:ext cx="3821102" cy="382110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28497662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D93394DA-E684-47C2-9020-13225823F4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279A945-A171-BBAD-543D-3F012C22A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06443"/>
          </a:xfrm>
        </p:spPr>
        <p:txBody>
          <a:bodyPr>
            <a:normAutofit/>
          </a:bodyPr>
          <a:lstStyle/>
          <a:p>
            <a:r>
              <a:rPr lang="en-US" sz="4000"/>
              <a:t>Why Fabric Mirroring?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36FF510-6001-E2EB-95F4-50275CF1783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408" r="39508" b="-2"/>
          <a:stretch>
            <a:fillRect/>
          </a:stretch>
        </p:blipFill>
        <p:spPr>
          <a:xfrm>
            <a:off x="7989293" y="1904282"/>
            <a:ext cx="3423093" cy="4224808"/>
          </a:xfrm>
          <a:prstGeom prst="rect">
            <a:avLst/>
          </a:prstGeom>
        </p:spPr>
      </p:pic>
      <p:graphicFrame>
        <p:nvGraphicFramePr>
          <p:cNvPr id="7" name="Content Placeholder 4">
            <a:extLst>
              <a:ext uri="{FF2B5EF4-FFF2-40B4-BE49-F238E27FC236}">
                <a16:creationId xmlns:a16="http://schemas.microsoft.com/office/drawing/2014/main" id="{58CA35E2-1E71-12FB-AD0B-1CA3706EC27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47719242"/>
              </p:ext>
            </p:extLst>
          </p:nvPr>
        </p:nvGraphicFramePr>
        <p:xfrm>
          <a:off x="838200" y="1825625"/>
          <a:ext cx="6714744" cy="43034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951147778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9F23E05-E5C5-497C-A842-7BD21B207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D7A346-DF93-0FC7-4B6A-80F1D2E27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06440"/>
          </a:xfrm>
        </p:spPr>
        <p:txBody>
          <a:bodyPr>
            <a:normAutofit/>
          </a:bodyPr>
          <a:lstStyle/>
          <a:p>
            <a:r>
              <a:rPr lang="en-US" sz="4000"/>
              <a:t>Mirroring Architecture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552C391-BFC4-9DDD-CBF3-0FDB68B73E1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323" r="2" b="2"/>
          <a:stretch>
            <a:fillRect/>
          </a:stretch>
        </p:blipFill>
        <p:spPr>
          <a:xfrm>
            <a:off x="7989296" y="1843285"/>
            <a:ext cx="3364502" cy="3728611"/>
          </a:xfrm>
          <a:prstGeom prst="rect">
            <a:avLst/>
          </a:pr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0DC0BF5-D562-8C41-0A3E-5423A11DFBD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21306200"/>
              </p:ext>
            </p:extLst>
          </p:nvPr>
        </p:nvGraphicFramePr>
        <p:xfrm>
          <a:off x="838200" y="1825625"/>
          <a:ext cx="6714066" cy="4301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797138456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97719F-C933-ED68-789D-6DE9D5998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Mirroring — What It Unlocks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D4DFE40-596E-60CA-6776-733D7CDA37D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87891272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60556945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9B38CC-B7A3-ADDC-D04D-28D9D5A9C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US" sz="4600"/>
              <a:t>Mirroring — Configuration and Management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4448A0F-DF6F-F07D-7405-DA98A821859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46851591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83058008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A46B021-3C72-25F8-F002-FEDA9DEE4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381"/>
            <a:ext cx="10512552" cy="406654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Wrap Up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AE8CE5-C126-E1DE-A522-984AED2789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199" y="4983276"/>
            <a:ext cx="10512552" cy="112668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Call To Action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18595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795583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8DED6BC-9A3E-48D4-AD7C-A56D63F54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6B6E033A-DB2E-49B8-B600-B38E0C280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3235" y="1371600"/>
            <a:ext cx="4529312" cy="3589977"/>
          </a:xfrm>
          <a:custGeom>
            <a:avLst/>
            <a:gdLst>
              <a:gd name="connsiteX0" fmla="*/ 5462602 w 5470628"/>
              <a:gd name="connsiteY0" fmla="*/ 1413608 h 3193741"/>
              <a:gd name="connsiteX1" fmla="*/ 5465724 w 5470628"/>
              <a:gd name="connsiteY1" fmla="*/ 1421881 h 3193741"/>
              <a:gd name="connsiteX2" fmla="*/ 5465025 w 5470628"/>
              <a:gd name="connsiteY2" fmla="*/ 1466556 h 3193741"/>
              <a:gd name="connsiteX3" fmla="*/ 5463208 w 5470628"/>
              <a:gd name="connsiteY3" fmla="*/ 1466226 h 3193741"/>
              <a:gd name="connsiteX4" fmla="*/ 5463242 w 5470628"/>
              <a:gd name="connsiteY4" fmla="*/ 1451866 h 3193741"/>
              <a:gd name="connsiteX5" fmla="*/ 5462894 w 5470628"/>
              <a:gd name="connsiteY5" fmla="*/ 1423194 h 3193741"/>
              <a:gd name="connsiteX6" fmla="*/ 5461417 w 5470628"/>
              <a:gd name="connsiteY6" fmla="*/ 1391849 h 3193741"/>
              <a:gd name="connsiteX7" fmla="*/ 5462246 w 5470628"/>
              <a:gd name="connsiteY7" fmla="*/ 1401944 h 3193741"/>
              <a:gd name="connsiteX8" fmla="*/ 5462602 w 5470628"/>
              <a:gd name="connsiteY8" fmla="*/ 1413608 h 3193741"/>
              <a:gd name="connsiteX9" fmla="*/ 5459078 w 5470628"/>
              <a:gd name="connsiteY9" fmla="*/ 1404268 h 3193741"/>
              <a:gd name="connsiteX10" fmla="*/ 5460137 w 5470628"/>
              <a:gd name="connsiteY10" fmla="*/ 1393780 h 3193741"/>
              <a:gd name="connsiteX11" fmla="*/ 5461417 w 5470628"/>
              <a:gd name="connsiteY11" fmla="*/ 1391849 h 3193741"/>
              <a:gd name="connsiteX12" fmla="*/ 614271 w 5470628"/>
              <a:gd name="connsiteY12" fmla="*/ 1052206 h 3193741"/>
              <a:gd name="connsiteX13" fmla="*/ 611497 w 5470628"/>
              <a:gd name="connsiteY13" fmla="*/ 1055389 h 3193741"/>
              <a:gd name="connsiteX14" fmla="*/ 630277 w 5470628"/>
              <a:gd name="connsiteY14" fmla="*/ 1065215 h 3193741"/>
              <a:gd name="connsiteX15" fmla="*/ 651856 w 5470628"/>
              <a:gd name="connsiteY15" fmla="*/ 1067584 h 3193741"/>
              <a:gd name="connsiteX16" fmla="*/ 614271 w 5470628"/>
              <a:gd name="connsiteY16" fmla="*/ 1052206 h 3193741"/>
              <a:gd name="connsiteX17" fmla="*/ 810628 w 5470628"/>
              <a:gd name="connsiteY17" fmla="*/ 695550 h 3193741"/>
              <a:gd name="connsiteX18" fmla="*/ 1033084 w 5470628"/>
              <a:gd name="connsiteY18" fmla="*/ 791270 h 3193741"/>
              <a:gd name="connsiteX19" fmla="*/ 1036153 w 5470628"/>
              <a:gd name="connsiteY19" fmla="*/ 788050 h 3193741"/>
              <a:gd name="connsiteX20" fmla="*/ 810628 w 5470628"/>
              <a:gd name="connsiteY20" fmla="*/ 695550 h 3193741"/>
              <a:gd name="connsiteX21" fmla="*/ 4850908 w 5470628"/>
              <a:gd name="connsiteY21" fmla="*/ 727 h 3193741"/>
              <a:gd name="connsiteX22" fmla="*/ 4858584 w 5470628"/>
              <a:gd name="connsiteY22" fmla="*/ 13795 h 3193741"/>
              <a:gd name="connsiteX23" fmla="*/ 4843408 w 5470628"/>
              <a:gd name="connsiteY23" fmla="*/ 37224 h 3193741"/>
              <a:gd name="connsiteX24" fmla="*/ 4871062 w 5470628"/>
              <a:gd name="connsiteY24" fmla="*/ 78954 h 3193741"/>
              <a:gd name="connsiteX25" fmla="*/ 4989038 w 5470628"/>
              <a:gd name="connsiteY25" fmla="*/ 66799 h 3193741"/>
              <a:gd name="connsiteX26" fmla="*/ 5002636 w 5470628"/>
              <a:gd name="connsiteY26" fmla="*/ 79388 h 3193741"/>
              <a:gd name="connsiteX27" fmla="*/ 5008332 w 5470628"/>
              <a:gd name="connsiteY27" fmla="*/ 140859 h 3193741"/>
              <a:gd name="connsiteX28" fmla="*/ 5014326 w 5470628"/>
              <a:gd name="connsiteY28" fmla="*/ 155555 h 3193741"/>
              <a:gd name="connsiteX29" fmla="*/ 5030704 w 5470628"/>
              <a:gd name="connsiteY29" fmla="*/ 221190 h 3193741"/>
              <a:gd name="connsiteX30" fmla="*/ 5097262 w 5470628"/>
              <a:gd name="connsiteY30" fmla="*/ 317759 h 3193741"/>
              <a:gd name="connsiteX31" fmla="*/ 5165084 w 5470628"/>
              <a:gd name="connsiteY31" fmla="*/ 373367 h 3193741"/>
              <a:gd name="connsiteX32" fmla="*/ 5174137 w 5470628"/>
              <a:gd name="connsiteY32" fmla="*/ 389353 h 3193741"/>
              <a:gd name="connsiteX33" fmla="*/ 5192507 w 5470628"/>
              <a:gd name="connsiteY33" fmla="*/ 453561 h 3193741"/>
              <a:gd name="connsiteX34" fmla="*/ 5187160 w 5470628"/>
              <a:gd name="connsiteY34" fmla="*/ 467732 h 3193741"/>
              <a:gd name="connsiteX35" fmla="*/ 5160106 w 5470628"/>
              <a:gd name="connsiteY35" fmla="*/ 486904 h 3193741"/>
              <a:gd name="connsiteX36" fmla="*/ 5138948 w 5470628"/>
              <a:gd name="connsiteY36" fmla="*/ 528614 h 3193741"/>
              <a:gd name="connsiteX37" fmla="*/ 5097016 w 5470628"/>
              <a:gd name="connsiteY37" fmla="*/ 589923 h 3193741"/>
              <a:gd name="connsiteX38" fmla="*/ 5075869 w 5470628"/>
              <a:gd name="connsiteY38" fmla="*/ 608381 h 3193741"/>
              <a:gd name="connsiteX39" fmla="*/ 5093172 w 5470628"/>
              <a:gd name="connsiteY39" fmla="*/ 618385 h 3193741"/>
              <a:gd name="connsiteX40" fmla="*/ 5153518 w 5470628"/>
              <a:gd name="connsiteY40" fmla="*/ 687474 h 3193741"/>
              <a:gd name="connsiteX41" fmla="*/ 5074984 w 5470628"/>
              <a:gd name="connsiteY41" fmla="*/ 776941 h 3193741"/>
              <a:gd name="connsiteX42" fmla="*/ 5033348 w 5470628"/>
              <a:gd name="connsiteY42" fmla="*/ 805473 h 3193741"/>
              <a:gd name="connsiteX43" fmla="*/ 5116847 w 5470628"/>
              <a:gd name="connsiteY43" fmla="*/ 803426 h 3193741"/>
              <a:gd name="connsiteX44" fmla="*/ 5147902 w 5470628"/>
              <a:gd name="connsiteY44" fmla="*/ 833118 h 3193741"/>
              <a:gd name="connsiteX45" fmla="*/ 5161665 w 5470628"/>
              <a:gd name="connsiteY45" fmla="*/ 848297 h 3193741"/>
              <a:gd name="connsiteX46" fmla="*/ 5246520 w 5470628"/>
              <a:gd name="connsiteY46" fmla="*/ 942412 h 3193741"/>
              <a:gd name="connsiteX47" fmla="*/ 5235368 w 5470628"/>
              <a:gd name="connsiteY47" fmla="*/ 972946 h 3193741"/>
              <a:gd name="connsiteX48" fmla="*/ 5113739 w 5470628"/>
              <a:gd name="connsiteY48" fmla="*/ 1128845 h 3193741"/>
              <a:gd name="connsiteX49" fmla="*/ 5255034 w 5470628"/>
              <a:gd name="connsiteY49" fmla="*/ 1151117 h 3193741"/>
              <a:gd name="connsiteX50" fmla="*/ 5267513 w 5470628"/>
              <a:gd name="connsiteY50" fmla="*/ 1216275 h 3193741"/>
              <a:gd name="connsiteX51" fmla="*/ 5343113 w 5470628"/>
              <a:gd name="connsiteY51" fmla="*/ 1281854 h 3193741"/>
              <a:gd name="connsiteX52" fmla="*/ 5452014 w 5470628"/>
              <a:gd name="connsiteY52" fmla="*/ 1385543 h 3193741"/>
              <a:gd name="connsiteX53" fmla="*/ 5459078 w 5470628"/>
              <a:gd name="connsiteY53" fmla="*/ 1404268 h 3193741"/>
              <a:gd name="connsiteX54" fmla="*/ 5458838 w 5470628"/>
              <a:gd name="connsiteY54" fmla="*/ 1406644 h 3193741"/>
              <a:gd name="connsiteX55" fmla="*/ 5455752 w 5470628"/>
              <a:gd name="connsiteY55" fmla="*/ 1450751 h 3193741"/>
              <a:gd name="connsiteX56" fmla="*/ 5454594 w 5470628"/>
              <a:gd name="connsiteY56" fmla="*/ 1464662 h 3193741"/>
              <a:gd name="connsiteX57" fmla="*/ 5447215 w 5470628"/>
              <a:gd name="connsiteY57" fmla="*/ 1463321 h 3193741"/>
              <a:gd name="connsiteX58" fmla="*/ 5433934 w 5470628"/>
              <a:gd name="connsiteY58" fmla="*/ 1458428 h 3193741"/>
              <a:gd name="connsiteX59" fmla="*/ 5424276 w 5470628"/>
              <a:gd name="connsiteY59" fmla="*/ 1477014 h 3193741"/>
              <a:gd name="connsiteX60" fmla="*/ 5444628 w 5470628"/>
              <a:gd name="connsiteY60" fmla="*/ 1511562 h 3193741"/>
              <a:gd name="connsiteX61" fmla="*/ 5453752 w 5470628"/>
              <a:gd name="connsiteY61" fmla="*/ 1474786 h 3193741"/>
              <a:gd name="connsiteX62" fmla="*/ 5454594 w 5470628"/>
              <a:gd name="connsiteY62" fmla="*/ 1464662 h 3193741"/>
              <a:gd name="connsiteX63" fmla="*/ 5463208 w 5470628"/>
              <a:gd name="connsiteY63" fmla="*/ 1466226 h 3193741"/>
              <a:gd name="connsiteX64" fmla="*/ 5463164 w 5470628"/>
              <a:gd name="connsiteY64" fmla="*/ 1484226 h 3193741"/>
              <a:gd name="connsiteX65" fmla="*/ 5456160 w 5470628"/>
              <a:gd name="connsiteY65" fmla="*/ 1575885 h 3193741"/>
              <a:gd name="connsiteX66" fmla="*/ 5345636 w 5470628"/>
              <a:gd name="connsiteY66" fmla="*/ 1714543 h 3193741"/>
              <a:gd name="connsiteX67" fmla="*/ 5251319 w 5470628"/>
              <a:gd name="connsiteY67" fmla="*/ 1775792 h 3193741"/>
              <a:gd name="connsiteX68" fmla="*/ 5043512 w 5470628"/>
              <a:gd name="connsiteY68" fmla="*/ 2027305 h 3193741"/>
              <a:gd name="connsiteX69" fmla="*/ 4978144 w 5470628"/>
              <a:gd name="connsiteY69" fmla="*/ 2108535 h 3193741"/>
              <a:gd name="connsiteX70" fmla="*/ 5031476 w 5470628"/>
              <a:gd name="connsiteY70" fmla="*/ 2128173 h 3193741"/>
              <a:gd name="connsiteX71" fmla="*/ 4937389 w 5470628"/>
              <a:gd name="connsiteY71" fmla="*/ 2216441 h 3193741"/>
              <a:gd name="connsiteX72" fmla="*/ 4826122 w 5470628"/>
              <a:gd name="connsiteY72" fmla="*/ 2315331 h 3193741"/>
              <a:gd name="connsiteX73" fmla="*/ 2544647 w 5470628"/>
              <a:gd name="connsiteY73" fmla="*/ 3190975 h 3193741"/>
              <a:gd name="connsiteX74" fmla="*/ 1328257 w 5470628"/>
              <a:gd name="connsiteY74" fmla="*/ 3153006 h 3193741"/>
              <a:gd name="connsiteX75" fmla="*/ 977943 w 5470628"/>
              <a:gd name="connsiteY75" fmla="*/ 3082502 h 3193741"/>
              <a:gd name="connsiteX76" fmla="*/ 854473 w 5470628"/>
              <a:gd name="connsiteY76" fmla="*/ 2994250 h 3193741"/>
              <a:gd name="connsiteX77" fmla="*/ 811593 w 5470628"/>
              <a:gd name="connsiteY77" fmla="*/ 2970498 h 3193741"/>
              <a:gd name="connsiteX78" fmla="*/ 707024 w 5470628"/>
              <a:gd name="connsiteY78" fmla="*/ 2945439 h 3193741"/>
              <a:gd name="connsiteX79" fmla="*/ 523487 w 5470628"/>
              <a:gd name="connsiteY79" fmla="*/ 2886053 h 3193741"/>
              <a:gd name="connsiteX80" fmla="*/ 587884 w 5470628"/>
              <a:gd name="connsiteY80" fmla="*/ 2859746 h 3193741"/>
              <a:gd name="connsiteX81" fmla="*/ 779426 w 5470628"/>
              <a:gd name="connsiteY81" fmla="*/ 2885897 h 3193741"/>
              <a:gd name="connsiteX82" fmla="*/ 917288 w 5470628"/>
              <a:gd name="connsiteY82" fmla="*/ 2882248 h 3193741"/>
              <a:gd name="connsiteX83" fmla="*/ 718684 w 5470628"/>
              <a:gd name="connsiteY83" fmla="*/ 2819941 h 3193741"/>
              <a:gd name="connsiteX84" fmla="*/ 524650 w 5470628"/>
              <a:gd name="connsiteY84" fmla="*/ 2731220 h 3193741"/>
              <a:gd name="connsiteX85" fmla="*/ 670138 w 5470628"/>
              <a:gd name="connsiteY85" fmla="*/ 2735189 h 3193741"/>
              <a:gd name="connsiteX86" fmla="*/ 675382 w 5470628"/>
              <a:gd name="connsiteY86" fmla="*/ 2719369 h 3193741"/>
              <a:gd name="connsiteX87" fmla="*/ 542021 w 5470628"/>
              <a:gd name="connsiteY87" fmla="*/ 2601946 h 3193741"/>
              <a:gd name="connsiteX88" fmla="*/ 476895 w 5470628"/>
              <a:gd name="connsiteY88" fmla="*/ 2555976 h 3193741"/>
              <a:gd name="connsiteX89" fmla="*/ 188751 w 5470628"/>
              <a:gd name="connsiteY89" fmla="*/ 2428830 h 3193741"/>
              <a:gd name="connsiteX90" fmla="*/ 456762 w 5470628"/>
              <a:gd name="connsiteY90" fmla="*/ 2468731 h 3193741"/>
              <a:gd name="connsiteX91" fmla="*/ 174514 w 5470628"/>
              <a:gd name="connsiteY91" fmla="*/ 2345378 h 3193741"/>
              <a:gd name="connsiteX92" fmla="*/ 38827 w 5470628"/>
              <a:gd name="connsiteY92" fmla="*/ 2303685 h 3193741"/>
              <a:gd name="connsiteX93" fmla="*/ 3281 w 5470628"/>
              <a:gd name="connsiteY93" fmla="*/ 2273587 h 3193741"/>
              <a:gd name="connsiteX94" fmla="*/ 61590 w 5470628"/>
              <a:gd name="connsiteY94" fmla="*/ 2259170 h 3193741"/>
              <a:gd name="connsiteX95" fmla="*/ 242291 w 5470628"/>
              <a:gd name="connsiteY95" fmla="*/ 2250569 h 3193741"/>
              <a:gd name="connsiteX96" fmla="*/ 13205 w 5470628"/>
              <a:gd name="connsiteY96" fmla="*/ 2172263 h 3193741"/>
              <a:gd name="connsiteX97" fmla="*/ 180810 w 5470628"/>
              <a:gd name="connsiteY97" fmla="*/ 2168333 h 3193741"/>
              <a:gd name="connsiteX98" fmla="*/ 226020 w 5470628"/>
              <a:gd name="connsiteY98" fmla="*/ 2121100 h 3193741"/>
              <a:gd name="connsiteX99" fmla="*/ 299145 w 5470628"/>
              <a:gd name="connsiteY99" fmla="*/ 2044862 h 3193741"/>
              <a:gd name="connsiteX100" fmla="*/ 350236 w 5470628"/>
              <a:gd name="connsiteY100" fmla="*/ 2001187 h 3193741"/>
              <a:gd name="connsiteX101" fmla="*/ 365223 w 5470628"/>
              <a:gd name="connsiteY101" fmla="*/ 1881218 h 3193741"/>
              <a:gd name="connsiteX102" fmla="*/ 310707 w 5470628"/>
              <a:gd name="connsiteY102" fmla="*/ 1758752 h 3193741"/>
              <a:gd name="connsiteX103" fmla="*/ 181659 w 5470628"/>
              <a:gd name="connsiteY103" fmla="*/ 1709137 h 3193741"/>
              <a:gd name="connsiteX104" fmla="*/ 213063 w 5470628"/>
              <a:gd name="connsiteY104" fmla="*/ 1632021 h 3193741"/>
              <a:gd name="connsiteX105" fmla="*/ 481390 w 5470628"/>
              <a:gd name="connsiteY105" fmla="*/ 1644125 h 3193741"/>
              <a:gd name="connsiteX106" fmla="*/ 68930 w 5470628"/>
              <a:gd name="connsiteY106" fmla="*/ 1457537 h 3193741"/>
              <a:gd name="connsiteX107" fmla="*/ 135138 w 5470628"/>
              <a:gd name="connsiteY107" fmla="*/ 1440976 h 3193741"/>
              <a:gd name="connsiteX108" fmla="*/ 131611 w 5470628"/>
              <a:gd name="connsiteY108" fmla="*/ 1427642 h 3193741"/>
              <a:gd name="connsiteX109" fmla="*/ 130443 w 5470628"/>
              <a:gd name="connsiteY109" fmla="*/ 1343795 h 3193741"/>
              <a:gd name="connsiteX110" fmla="*/ 138930 w 5470628"/>
              <a:gd name="connsiteY110" fmla="*/ 1304094 h 3193741"/>
              <a:gd name="connsiteX111" fmla="*/ 118409 w 5470628"/>
              <a:gd name="connsiteY111" fmla="*/ 1262212 h 3193741"/>
              <a:gd name="connsiteX112" fmla="*/ 421410 w 5470628"/>
              <a:gd name="connsiteY112" fmla="*/ 1304757 h 3193741"/>
              <a:gd name="connsiteX113" fmla="*/ 655702 w 5470628"/>
              <a:gd name="connsiteY113" fmla="*/ 1291801 h 3193741"/>
              <a:gd name="connsiteX114" fmla="*/ 648299 w 5470628"/>
              <a:gd name="connsiteY114" fmla="*/ 1287715 h 3193741"/>
              <a:gd name="connsiteX115" fmla="*/ 531027 w 5470628"/>
              <a:gd name="connsiteY115" fmla="*/ 1193967 h 3193741"/>
              <a:gd name="connsiteX116" fmla="*/ 526433 w 5470628"/>
              <a:gd name="connsiteY116" fmla="*/ 1191913 h 3193741"/>
              <a:gd name="connsiteX117" fmla="*/ 504666 w 5470628"/>
              <a:gd name="connsiteY117" fmla="*/ 1177230 h 3193741"/>
              <a:gd name="connsiteX118" fmla="*/ 482307 w 5470628"/>
              <a:gd name="connsiteY118" fmla="*/ 1162618 h 3193741"/>
              <a:gd name="connsiteX119" fmla="*/ 479029 w 5470628"/>
              <a:gd name="connsiteY119" fmla="*/ 1162540 h 3193741"/>
              <a:gd name="connsiteX120" fmla="*/ 447663 w 5470628"/>
              <a:gd name="connsiteY120" fmla="*/ 1132649 h 3193741"/>
              <a:gd name="connsiteX121" fmla="*/ 438547 w 5470628"/>
              <a:gd name="connsiteY121" fmla="*/ 1110977 h 3193741"/>
              <a:gd name="connsiteX122" fmla="*/ 405343 w 5470628"/>
              <a:gd name="connsiteY122" fmla="*/ 1089612 h 3193741"/>
              <a:gd name="connsiteX123" fmla="*/ 371373 w 5470628"/>
              <a:gd name="connsiteY123" fmla="*/ 1070238 h 3193741"/>
              <a:gd name="connsiteX124" fmla="*/ 290358 w 5470628"/>
              <a:gd name="connsiteY124" fmla="*/ 1059884 h 3193741"/>
              <a:gd name="connsiteX125" fmla="*/ 235140 w 5470628"/>
              <a:gd name="connsiteY125" fmla="*/ 1029322 h 3193741"/>
              <a:gd name="connsiteX126" fmla="*/ 300494 w 5470628"/>
              <a:gd name="connsiteY126" fmla="*/ 1032083 h 3193741"/>
              <a:gd name="connsiteX127" fmla="*/ 239661 w 5470628"/>
              <a:gd name="connsiteY127" fmla="*/ 997457 h 3193741"/>
              <a:gd name="connsiteX128" fmla="*/ 204788 w 5470628"/>
              <a:gd name="connsiteY128" fmla="*/ 959211 h 3193741"/>
              <a:gd name="connsiteX129" fmla="*/ 207583 w 5470628"/>
              <a:gd name="connsiteY129" fmla="*/ 947009 h 3193741"/>
              <a:gd name="connsiteX130" fmla="*/ 223061 w 5470628"/>
              <a:gd name="connsiteY130" fmla="*/ 947033 h 3193741"/>
              <a:gd name="connsiteX131" fmla="*/ 280015 w 5470628"/>
              <a:gd name="connsiteY131" fmla="*/ 972164 h 3193741"/>
              <a:gd name="connsiteX132" fmla="*/ 353948 w 5470628"/>
              <a:gd name="connsiteY132" fmla="*/ 1006865 h 3193741"/>
              <a:gd name="connsiteX133" fmla="*/ 240466 w 5470628"/>
              <a:gd name="connsiteY133" fmla="*/ 939943 h 3193741"/>
              <a:gd name="connsiteX134" fmla="*/ 158812 w 5470628"/>
              <a:gd name="connsiteY134" fmla="*/ 891467 h 3193741"/>
              <a:gd name="connsiteX135" fmla="*/ 139551 w 5470628"/>
              <a:gd name="connsiteY135" fmla="*/ 855364 h 3193741"/>
              <a:gd name="connsiteX136" fmla="*/ 145731 w 5470628"/>
              <a:gd name="connsiteY136" fmla="*/ 844888 h 3193741"/>
              <a:gd name="connsiteX137" fmla="*/ 158154 w 5470628"/>
              <a:gd name="connsiteY137" fmla="*/ 848366 h 3193741"/>
              <a:gd name="connsiteX138" fmla="*/ 169370 w 5470628"/>
              <a:gd name="connsiteY138" fmla="*/ 856260 h 3193741"/>
              <a:gd name="connsiteX139" fmla="*/ 288295 w 5470628"/>
              <a:gd name="connsiteY139" fmla="*/ 915169 h 3193741"/>
              <a:gd name="connsiteX140" fmla="*/ 462694 w 5470628"/>
              <a:gd name="connsiteY140" fmla="*/ 994643 h 3193741"/>
              <a:gd name="connsiteX141" fmla="*/ 531910 w 5470628"/>
              <a:gd name="connsiteY141" fmla="*/ 1006664 h 3193741"/>
              <a:gd name="connsiteX142" fmla="*/ 333940 w 5470628"/>
              <a:gd name="connsiteY142" fmla="*/ 893507 h 3193741"/>
              <a:gd name="connsiteX143" fmla="*/ 181443 w 5470628"/>
              <a:gd name="connsiteY143" fmla="*/ 746608 h 3193741"/>
              <a:gd name="connsiteX144" fmla="*/ 162678 w 5470628"/>
              <a:gd name="connsiteY144" fmla="*/ 737018 h 3193741"/>
              <a:gd name="connsiteX145" fmla="*/ 156307 w 5470628"/>
              <a:gd name="connsiteY145" fmla="*/ 730435 h 3193741"/>
              <a:gd name="connsiteX146" fmla="*/ 117227 w 5470628"/>
              <a:gd name="connsiteY146" fmla="*/ 677515 h 3193741"/>
              <a:gd name="connsiteX147" fmla="*/ 113655 w 5470628"/>
              <a:gd name="connsiteY147" fmla="*/ 663474 h 3193741"/>
              <a:gd name="connsiteX148" fmla="*/ 115226 w 5470628"/>
              <a:gd name="connsiteY148" fmla="*/ 636712 h 3193741"/>
              <a:gd name="connsiteX149" fmla="*/ 105067 w 5470628"/>
              <a:gd name="connsiteY149" fmla="*/ 622046 h 3193741"/>
              <a:gd name="connsiteX150" fmla="*/ 104113 w 5470628"/>
              <a:gd name="connsiteY150" fmla="*/ 611722 h 3193741"/>
              <a:gd name="connsiteX151" fmla="*/ 118895 w 5470628"/>
              <a:gd name="connsiteY151" fmla="*/ 610169 h 3193741"/>
              <a:gd name="connsiteX152" fmla="*/ 163095 w 5470628"/>
              <a:gd name="connsiteY152" fmla="*/ 640642 h 3193741"/>
              <a:gd name="connsiteX153" fmla="*/ 185766 w 5470628"/>
              <a:gd name="connsiteY153" fmla="*/ 641454 h 3193741"/>
              <a:gd name="connsiteX154" fmla="*/ 212892 w 5470628"/>
              <a:gd name="connsiteY154" fmla="*/ 637457 h 3193741"/>
              <a:gd name="connsiteX155" fmla="*/ 223932 w 5470628"/>
              <a:gd name="connsiteY155" fmla="*/ 647271 h 3193741"/>
              <a:gd name="connsiteX156" fmla="*/ 287167 w 5470628"/>
              <a:gd name="connsiteY156" fmla="*/ 691571 h 3193741"/>
              <a:gd name="connsiteX157" fmla="*/ 330380 w 5470628"/>
              <a:gd name="connsiteY157" fmla="*/ 692506 h 3193741"/>
              <a:gd name="connsiteX158" fmla="*/ 296172 w 5470628"/>
              <a:gd name="connsiteY158" fmla="*/ 688108 h 3193741"/>
              <a:gd name="connsiteX159" fmla="*/ 286974 w 5470628"/>
              <a:gd name="connsiteY159" fmla="*/ 674512 h 3193741"/>
              <a:gd name="connsiteX160" fmla="*/ 286166 w 5470628"/>
              <a:gd name="connsiteY160" fmla="*/ 661798 h 3193741"/>
              <a:gd name="connsiteX161" fmla="*/ 236268 w 5470628"/>
              <a:gd name="connsiteY161" fmla="*/ 635338 h 3193741"/>
              <a:gd name="connsiteX162" fmla="*/ 231734 w 5470628"/>
              <a:gd name="connsiteY162" fmla="*/ 634225 h 3193741"/>
              <a:gd name="connsiteX163" fmla="*/ 221253 w 5470628"/>
              <a:gd name="connsiteY163" fmla="*/ 623870 h 3193741"/>
              <a:gd name="connsiteX164" fmla="*/ 237564 w 5470628"/>
              <a:gd name="connsiteY164" fmla="*/ 613590 h 3193741"/>
              <a:gd name="connsiteX165" fmla="*/ 282259 w 5470628"/>
              <a:gd name="connsiteY165" fmla="*/ 619091 h 3193741"/>
              <a:gd name="connsiteX166" fmla="*/ 370630 w 5470628"/>
              <a:gd name="connsiteY166" fmla="*/ 665566 h 3193741"/>
              <a:gd name="connsiteX167" fmla="*/ 498017 w 5470628"/>
              <a:gd name="connsiteY167" fmla="*/ 740532 h 3193741"/>
              <a:gd name="connsiteX168" fmla="*/ 918036 w 5470628"/>
              <a:gd name="connsiteY168" fmla="*/ 924307 h 3193741"/>
              <a:gd name="connsiteX169" fmla="*/ 1079304 w 5470628"/>
              <a:gd name="connsiteY169" fmla="*/ 984494 h 3193741"/>
              <a:gd name="connsiteX170" fmla="*/ 1079935 w 5470628"/>
              <a:gd name="connsiteY170" fmla="*/ 980383 h 3193741"/>
              <a:gd name="connsiteX171" fmla="*/ 1079695 w 5470628"/>
              <a:gd name="connsiteY171" fmla="*/ 976616 h 3193741"/>
              <a:gd name="connsiteX172" fmla="*/ 966178 w 5470628"/>
              <a:gd name="connsiteY172" fmla="*/ 937219 h 3193741"/>
              <a:gd name="connsiteX173" fmla="*/ 720106 w 5470628"/>
              <a:gd name="connsiteY173" fmla="*/ 807112 h 3193741"/>
              <a:gd name="connsiteX174" fmla="*/ 698823 w 5470628"/>
              <a:gd name="connsiteY174" fmla="*/ 804708 h 3193741"/>
              <a:gd name="connsiteX175" fmla="*/ 664513 w 5470628"/>
              <a:gd name="connsiteY175" fmla="*/ 784663 h 3193741"/>
              <a:gd name="connsiteX176" fmla="*/ 660380 w 5470628"/>
              <a:gd name="connsiteY176" fmla="*/ 771165 h 3193741"/>
              <a:gd name="connsiteX177" fmla="*/ 584959 w 5470628"/>
              <a:gd name="connsiteY177" fmla="*/ 722409 h 3193741"/>
              <a:gd name="connsiteX178" fmla="*/ 435649 w 5470628"/>
              <a:gd name="connsiteY178" fmla="*/ 639659 h 3193741"/>
              <a:gd name="connsiteX179" fmla="*/ 404944 w 5470628"/>
              <a:gd name="connsiteY179" fmla="*/ 606128 h 3193741"/>
              <a:gd name="connsiteX180" fmla="*/ 408476 w 5470628"/>
              <a:gd name="connsiteY180" fmla="*/ 591466 h 3193741"/>
              <a:gd name="connsiteX181" fmla="*/ 425225 w 5470628"/>
              <a:gd name="connsiteY181" fmla="*/ 592759 h 3193741"/>
              <a:gd name="connsiteX182" fmla="*/ 487115 w 5470628"/>
              <a:gd name="connsiteY182" fmla="*/ 620614 h 3193741"/>
              <a:gd name="connsiteX183" fmla="*/ 550277 w 5470628"/>
              <a:gd name="connsiteY183" fmla="*/ 649738 h 3193741"/>
              <a:gd name="connsiteX184" fmla="*/ 544421 w 5470628"/>
              <a:gd name="connsiteY184" fmla="*/ 641907 h 3193741"/>
              <a:gd name="connsiteX185" fmla="*/ 431905 w 5470628"/>
              <a:gd name="connsiteY185" fmla="*/ 580799 h 3193741"/>
              <a:gd name="connsiteX186" fmla="*/ 351177 w 5470628"/>
              <a:gd name="connsiteY186" fmla="*/ 528177 h 3193741"/>
              <a:gd name="connsiteX187" fmla="*/ 339749 w 5470628"/>
              <a:gd name="connsiteY187" fmla="*/ 498244 h 3193741"/>
              <a:gd name="connsiteX188" fmla="*/ 346313 w 5470628"/>
              <a:gd name="connsiteY188" fmla="*/ 489145 h 3193741"/>
              <a:gd name="connsiteX189" fmla="*/ 356579 w 5470628"/>
              <a:gd name="connsiteY189" fmla="*/ 491460 h 3193741"/>
              <a:gd name="connsiteX190" fmla="*/ 371505 w 5470628"/>
              <a:gd name="connsiteY190" fmla="*/ 501516 h 3193741"/>
              <a:gd name="connsiteX191" fmla="*/ 476275 w 5470628"/>
              <a:gd name="connsiteY191" fmla="*/ 553122 h 3193741"/>
              <a:gd name="connsiteX192" fmla="*/ 649952 w 5470628"/>
              <a:gd name="connsiteY192" fmla="*/ 635294 h 3193741"/>
              <a:gd name="connsiteX193" fmla="*/ 727161 w 5470628"/>
              <a:gd name="connsiteY193" fmla="*/ 651328 h 3193741"/>
              <a:gd name="connsiteX194" fmla="*/ 722417 w 5470628"/>
              <a:gd name="connsiteY194" fmla="*/ 646921 h 3193741"/>
              <a:gd name="connsiteX195" fmla="*/ 546079 w 5470628"/>
              <a:gd name="connsiteY195" fmla="*/ 546328 h 3193741"/>
              <a:gd name="connsiteX196" fmla="*/ 378182 w 5470628"/>
              <a:gd name="connsiteY196" fmla="*/ 386585 h 3193741"/>
              <a:gd name="connsiteX197" fmla="*/ 370158 w 5470628"/>
              <a:gd name="connsiteY197" fmla="*/ 382100 h 3193741"/>
              <a:gd name="connsiteX198" fmla="*/ 357861 w 5470628"/>
              <a:gd name="connsiteY198" fmla="*/ 371252 h 3193741"/>
              <a:gd name="connsiteX199" fmla="*/ 331313 w 5470628"/>
              <a:gd name="connsiteY199" fmla="*/ 328203 h 3193741"/>
              <a:gd name="connsiteX200" fmla="*/ 319354 w 5470628"/>
              <a:gd name="connsiteY200" fmla="*/ 299282 h 3193741"/>
              <a:gd name="connsiteX201" fmla="*/ 319682 w 5470628"/>
              <a:gd name="connsiteY201" fmla="*/ 285719 h 3193741"/>
              <a:gd name="connsiteX202" fmla="*/ 306391 w 5470628"/>
              <a:gd name="connsiteY202" fmla="*/ 268585 h 3193741"/>
              <a:gd name="connsiteX203" fmla="*/ 303294 w 5470628"/>
              <a:gd name="connsiteY203" fmla="*/ 257334 h 3193741"/>
              <a:gd name="connsiteX204" fmla="*/ 319242 w 5470628"/>
              <a:gd name="connsiteY204" fmla="*/ 255403 h 3193741"/>
              <a:gd name="connsiteX205" fmla="*/ 364093 w 5470628"/>
              <a:gd name="connsiteY205" fmla="*/ 286745 h 3193741"/>
              <a:gd name="connsiteX206" fmla="*/ 385301 w 5470628"/>
              <a:gd name="connsiteY206" fmla="*/ 287973 h 3193741"/>
              <a:gd name="connsiteX207" fmla="*/ 417598 w 5470628"/>
              <a:gd name="connsiteY207" fmla="*/ 285722 h 3193741"/>
              <a:gd name="connsiteX208" fmla="*/ 440155 w 5470628"/>
              <a:gd name="connsiteY208" fmla="*/ 308139 h 3193741"/>
              <a:gd name="connsiteX209" fmla="*/ 534406 w 5470628"/>
              <a:gd name="connsiteY209" fmla="*/ 339430 h 3193741"/>
              <a:gd name="connsiteX210" fmla="*/ 495633 w 5470628"/>
              <a:gd name="connsiteY210" fmla="*/ 333450 h 3193741"/>
              <a:gd name="connsiteX211" fmla="*/ 486289 w 5470628"/>
              <a:gd name="connsiteY211" fmla="*/ 322243 h 3193741"/>
              <a:gd name="connsiteX212" fmla="*/ 484000 w 5470628"/>
              <a:gd name="connsiteY212" fmla="*/ 304964 h 3193741"/>
              <a:gd name="connsiteX213" fmla="*/ 436911 w 5470628"/>
              <a:gd name="connsiteY213" fmla="*/ 280536 h 3193741"/>
              <a:gd name="connsiteX214" fmla="*/ 426865 w 5470628"/>
              <a:gd name="connsiteY214" fmla="*/ 277007 h 3193741"/>
              <a:gd name="connsiteX215" fmla="*/ 420654 w 5470628"/>
              <a:gd name="connsiteY215" fmla="*/ 268269 h 3193741"/>
              <a:gd name="connsiteX216" fmla="*/ 432329 w 5470628"/>
              <a:gd name="connsiteY216" fmla="*/ 259975 h 3193741"/>
              <a:gd name="connsiteX217" fmla="*/ 447672 w 5470628"/>
              <a:gd name="connsiteY217" fmla="*/ 257879 h 3193741"/>
              <a:gd name="connsiteX218" fmla="*/ 502242 w 5470628"/>
              <a:gd name="connsiteY218" fmla="*/ 273572 h 3193741"/>
              <a:gd name="connsiteX219" fmla="*/ 659874 w 5470628"/>
              <a:gd name="connsiteY219" fmla="*/ 365516 h 3193741"/>
              <a:gd name="connsiteX220" fmla="*/ 829177 w 5470628"/>
              <a:gd name="connsiteY220" fmla="*/ 444421 h 3193741"/>
              <a:gd name="connsiteX221" fmla="*/ 1231903 w 5470628"/>
              <a:gd name="connsiteY221" fmla="*/ 613682 h 3193741"/>
              <a:gd name="connsiteX222" fmla="*/ 1911736 w 5470628"/>
              <a:gd name="connsiteY222" fmla="*/ 685084 h 3193741"/>
              <a:gd name="connsiteX223" fmla="*/ 2564313 w 5470628"/>
              <a:gd name="connsiteY223" fmla="*/ 632143 h 3193741"/>
              <a:gd name="connsiteX224" fmla="*/ 2657304 w 5470628"/>
              <a:gd name="connsiteY224" fmla="*/ 624913 h 3193741"/>
              <a:gd name="connsiteX225" fmla="*/ 4235818 w 5470628"/>
              <a:gd name="connsiteY225" fmla="*/ 259339 h 3193741"/>
              <a:gd name="connsiteX226" fmla="*/ 4460331 w 5470628"/>
              <a:gd name="connsiteY226" fmla="*/ 176864 h 3193741"/>
              <a:gd name="connsiteX227" fmla="*/ 4499578 w 5470628"/>
              <a:gd name="connsiteY227" fmla="*/ 186791 h 3193741"/>
              <a:gd name="connsiteX228" fmla="*/ 4514640 w 5470628"/>
              <a:gd name="connsiteY228" fmla="*/ 188841 h 3193741"/>
              <a:gd name="connsiteX229" fmla="*/ 4516523 w 5470628"/>
              <a:gd name="connsiteY229" fmla="*/ 189988 h 3193741"/>
              <a:gd name="connsiteX230" fmla="*/ 4518126 w 5470628"/>
              <a:gd name="connsiteY230" fmla="*/ 189316 h 3193741"/>
              <a:gd name="connsiteX231" fmla="*/ 4514640 w 5470628"/>
              <a:gd name="connsiteY231" fmla="*/ 188841 h 3193741"/>
              <a:gd name="connsiteX232" fmla="*/ 4511569 w 5470628"/>
              <a:gd name="connsiteY232" fmla="*/ 186970 h 3193741"/>
              <a:gd name="connsiteX233" fmla="*/ 4510888 w 5470628"/>
              <a:gd name="connsiteY233" fmla="*/ 180943 h 3193741"/>
              <a:gd name="connsiteX234" fmla="*/ 4531865 w 5470628"/>
              <a:gd name="connsiteY234" fmla="*/ 155151 h 3193741"/>
              <a:gd name="connsiteX235" fmla="*/ 4573441 w 5470628"/>
              <a:gd name="connsiteY235" fmla="*/ 139676 h 3193741"/>
              <a:gd name="connsiteX236" fmla="*/ 4594964 w 5470628"/>
              <a:gd name="connsiteY236" fmla="*/ 145847 h 3193741"/>
              <a:gd name="connsiteX237" fmla="*/ 4623059 w 5470628"/>
              <a:gd name="connsiteY237" fmla="*/ 152410 h 3193741"/>
              <a:gd name="connsiteX238" fmla="*/ 4748356 w 5470628"/>
              <a:gd name="connsiteY238" fmla="*/ 68192 h 3193741"/>
              <a:gd name="connsiteX239" fmla="*/ 4833812 w 5470628"/>
              <a:gd name="connsiteY239" fmla="*/ 8017 h 3193741"/>
              <a:gd name="connsiteX240" fmla="*/ 4850908 w 5470628"/>
              <a:gd name="connsiteY240" fmla="*/ 727 h 3193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</a:cxnLst>
            <a:rect l="l" t="t" r="r" b="b"/>
            <a:pathLst>
              <a:path w="5470628" h="3193741">
                <a:moveTo>
                  <a:pt x="5462602" y="1413608"/>
                </a:moveTo>
                <a:lnTo>
                  <a:pt x="5465724" y="1421881"/>
                </a:lnTo>
                <a:cubicBezTo>
                  <a:pt x="5472118" y="1444281"/>
                  <a:pt x="5472640" y="1461744"/>
                  <a:pt x="5465025" y="1466556"/>
                </a:cubicBezTo>
                <a:lnTo>
                  <a:pt x="5463208" y="1466226"/>
                </a:lnTo>
                <a:lnTo>
                  <a:pt x="5463242" y="1451866"/>
                </a:lnTo>
                <a:cubicBezTo>
                  <a:pt x="5463190" y="1441487"/>
                  <a:pt x="5463068" y="1431722"/>
                  <a:pt x="5462894" y="1423194"/>
                </a:cubicBezTo>
                <a:close/>
                <a:moveTo>
                  <a:pt x="5461417" y="1391849"/>
                </a:moveTo>
                <a:cubicBezTo>
                  <a:pt x="5461710" y="1392940"/>
                  <a:pt x="5461992" y="1396513"/>
                  <a:pt x="5462246" y="1401944"/>
                </a:cubicBezTo>
                <a:lnTo>
                  <a:pt x="5462602" y="1413608"/>
                </a:lnTo>
                <a:lnTo>
                  <a:pt x="5459078" y="1404268"/>
                </a:lnTo>
                <a:lnTo>
                  <a:pt x="5460137" y="1393780"/>
                </a:lnTo>
                <a:cubicBezTo>
                  <a:pt x="5460561" y="1391114"/>
                  <a:pt x="5460982" y="1390270"/>
                  <a:pt x="5461417" y="1391849"/>
                </a:cubicBezTo>
                <a:close/>
                <a:moveTo>
                  <a:pt x="614271" y="1052206"/>
                </a:moveTo>
                <a:cubicBezTo>
                  <a:pt x="613444" y="1053256"/>
                  <a:pt x="612323" y="1054339"/>
                  <a:pt x="611497" y="1055389"/>
                </a:cubicBezTo>
                <a:cubicBezTo>
                  <a:pt x="617673" y="1058912"/>
                  <a:pt x="624115" y="1061928"/>
                  <a:pt x="630277" y="1065215"/>
                </a:cubicBezTo>
                <a:cubicBezTo>
                  <a:pt x="637469" y="1066004"/>
                  <a:pt x="644958" y="1066759"/>
                  <a:pt x="651856" y="1067584"/>
                </a:cubicBezTo>
                <a:cubicBezTo>
                  <a:pt x="639327" y="1062458"/>
                  <a:pt x="626799" y="1057332"/>
                  <a:pt x="614271" y="1052206"/>
                </a:cubicBezTo>
                <a:close/>
                <a:moveTo>
                  <a:pt x="810628" y="695550"/>
                </a:moveTo>
                <a:cubicBezTo>
                  <a:pt x="873537" y="739416"/>
                  <a:pt x="951215" y="767494"/>
                  <a:pt x="1033084" y="791270"/>
                </a:cubicBezTo>
                <a:cubicBezTo>
                  <a:pt x="1034205" y="790184"/>
                  <a:pt x="1035031" y="789136"/>
                  <a:pt x="1036153" y="788050"/>
                </a:cubicBezTo>
                <a:cubicBezTo>
                  <a:pt x="960983" y="757296"/>
                  <a:pt x="885798" y="726306"/>
                  <a:pt x="810628" y="695550"/>
                </a:cubicBezTo>
                <a:close/>
                <a:moveTo>
                  <a:pt x="4850908" y="727"/>
                </a:moveTo>
                <a:cubicBezTo>
                  <a:pt x="4858191" y="2929"/>
                  <a:pt x="4860543" y="7152"/>
                  <a:pt x="4858584" y="13795"/>
                </a:cubicBezTo>
                <a:cubicBezTo>
                  <a:pt x="4855845" y="22194"/>
                  <a:pt x="4850092" y="30008"/>
                  <a:pt x="4843408" y="37224"/>
                </a:cubicBezTo>
                <a:cubicBezTo>
                  <a:pt x="4812232" y="71132"/>
                  <a:pt x="4827067" y="79774"/>
                  <a:pt x="4871062" y="78954"/>
                </a:cubicBezTo>
                <a:cubicBezTo>
                  <a:pt x="4910302" y="78234"/>
                  <a:pt x="4949507" y="72299"/>
                  <a:pt x="4989038" y="66799"/>
                </a:cubicBezTo>
                <a:cubicBezTo>
                  <a:pt x="5008500" y="63967"/>
                  <a:pt x="5009491" y="65509"/>
                  <a:pt x="5002636" y="79388"/>
                </a:cubicBezTo>
                <a:cubicBezTo>
                  <a:pt x="4991594" y="102315"/>
                  <a:pt x="4990844" y="123285"/>
                  <a:pt x="5008332" y="140859"/>
                </a:cubicBezTo>
                <a:cubicBezTo>
                  <a:pt x="5012456" y="144868"/>
                  <a:pt x="5015428" y="149491"/>
                  <a:pt x="5014326" y="155555"/>
                </a:cubicBezTo>
                <a:cubicBezTo>
                  <a:pt x="5009356" y="180357"/>
                  <a:pt x="5019874" y="200674"/>
                  <a:pt x="5030704" y="221190"/>
                </a:cubicBezTo>
                <a:cubicBezTo>
                  <a:pt x="5048958" y="255517"/>
                  <a:pt x="5072099" y="287116"/>
                  <a:pt x="5097262" y="317759"/>
                </a:cubicBezTo>
                <a:cubicBezTo>
                  <a:pt x="5115004" y="339336"/>
                  <a:pt x="5126222" y="365974"/>
                  <a:pt x="5165084" y="373367"/>
                </a:cubicBezTo>
                <a:cubicBezTo>
                  <a:pt x="5174420" y="375083"/>
                  <a:pt x="5177498" y="381353"/>
                  <a:pt x="5174137" y="389353"/>
                </a:cubicBezTo>
                <a:cubicBezTo>
                  <a:pt x="5163026" y="415847"/>
                  <a:pt x="5172067" y="436343"/>
                  <a:pt x="5192507" y="453561"/>
                </a:cubicBezTo>
                <a:cubicBezTo>
                  <a:pt x="5199734" y="459565"/>
                  <a:pt x="5197020" y="463690"/>
                  <a:pt x="5187160" y="467732"/>
                </a:cubicBezTo>
                <a:cubicBezTo>
                  <a:pt x="5175836" y="472188"/>
                  <a:pt x="5167025" y="478711"/>
                  <a:pt x="5160106" y="486904"/>
                </a:cubicBezTo>
                <a:cubicBezTo>
                  <a:pt x="5148744" y="500143"/>
                  <a:pt x="5143396" y="514315"/>
                  <a:pt x="5138948" y="528614"/>
                </a:cubicBezTo>
                <a:cubicBezTo>
                  <a:pt x="5132042" y="551041"/>
                  <a:pt x="5123894" y="572670"/>
                  <a:pt x="5097016" y="589923"/>
                </a:cubicBezTo>
                <a:cubicBezTo>
                  <a:pt x="5089016" y="595163"/>
                  <a:pt x="5082598" y="601872"/>
                  <a:pt x="5075869" y="608381"/>
                </a:cubicBezTo>
                <a:cubicBezTo>
                  <a:pt x="5078016" y="614052"/>
                  <a:pt x="5083322" y="617918"/>
                  <a:pt x="5093172" y="618385"/>
                </a:cubicBezTo>
                <a:cubicBezTo>
                  <a:pt x="5155867" y="621469"/>
                  <a:pt x="5153088" y="652648"/>
                  <a:pt x="5153518" y="687474"/>
                </a:cubicBezTo>
                <a:cubicBezTo>
                  <a:pt x="5154177" y="730575"/>
                  <a:pt x="5118812" y="754787"/>
                  <a:pt x="5074984" y="776941"/>
                </a:cubicBezTo>
                <a:cubicBezTo>
                  <a:pt x="5059986" y="784451"/>
                  <a:pt x="5038116" y="786863"/>
                  <a:pt x="5033348" y="805473"/>
                </a:cubicBezTo>
                <a:cubicBezTo>
                  <a:pt x="5059529" y="819384"/>
                  <a:pt x="5089376" y="802009"/>
                  <a:pt x="5116847" y="803426"/>
                </a:cubicBezTo>
                <a:cubicBezTo>
                  <a:pt x="5139548" y="804709"/>
                  <a:pt x="5176330" y="798120"/>
                  <a:pt x="5147902" y="833118"/>
                </a:cubicBezTo>
                <a:cubicBezTo>
                  <a:pt x="5139626" y="843373"/>
                  <a:pt x="5150382" y="848714"/>
                  <a:pt x="5161665" y="848297"/>
                </a:cubicBezTo>
                <a:cubicBezTo>
                  <a:pt x="5253064" y="844106"/>
                  <a:pt x="5215170" y="912756"/>
                  <a:pt x="5246520" y="942412"/>
                </a:cubicBezTo>
                <a:cubicBezTo>
                  <a:pt x="5255359" y="950358"/>
                  <a:pt x="5247812" y="967405"/>
                  <a:pt x="5235368" y="972946"/>
                </a:cubicBezTo>
                <a:cubicBezTo>
                  <a:pt x="5156387" y="1008610"/>
                  <a:pt x="5149354" y="1071149"/>
                  <a:pt x="5113739" y="1128845"/>
                </a:cubicBezTo>
                <a:cubicBezTo>
                  <a:pt x="5157305" y="1144685"/>
                  <a:pt x="5208388" y="1143005"/>
                  <a:pt x="5255034" y="1151117"/>
                </a:cubicBezTo>
                <a:cubicBezTo>
                  <a:pt x="5303482" y="1159484"/>
                  <a:pt x="5304156" y="1170079"/>
                  <a:pt x="5267513" y="1216275"/>
                </a:cubicBezTo>
                <a:cubicBezTo>
                  <a:pt x="5370269" y="1212844"/>
                  <a:pt x="5370269" y="1212844"/>
                  <a:pt x="5343113" y="1281854"/>
                </a:cubicBezTo>
                <a:cubicBezTo>
                  <a:pt x="5386272" y="1279593"/>
                  <a:pt x="5428618" y="1334726"/>
                  <a:pt x="5452014" y="1385543"/>
                </a:cubicBezTo>
                <a:lnTo>
                  <a:pt x="5459078" y="1404268"/>
                </a:lnTo>
                <a:lnTo>
                  <a:pt x="5458838" y="1406644"/>
                </a:lnTo>
                <a:cubicBezTo>
                  <a:pt x="5457942" y="1418063"/>
                  <a:pt x="5456960" y="1434367"/>
                  <a:pt x="5455752" y="1450751"/>
                </a:cubicBezTo>
                <a:lnTo>
                  <a:pt x="5454594" y="1464662"/>
                </a:lnTo>
                <a:lnTo>
                  <a:pt x="5447215" y="1463321"/>
                </a:lnTo>
                <a:cubicBezTo>
                  <a:pt x="5441256" y="1459714"/>
                  <a:pt x="5437002" y="1458345"/>
                  <a:pt x="5433934" y="1458428"/>
                </a:cubicBezTo>
                <a:cubicBezTo>
                  <a:pt x="5424728" y="1458676"/>
                  <a:pt x="5426188" y="1471978"/>
                  <a:pt x="5424276" y="1477014"/>
                </a:cubicBezTo>
                <a:cubicBezTo>
                  <a:pt x="5417851" y="1492977"/>
                  <a:pt x="5433852" y="1501241"/>
                  <a:pt x="5444628" y="1511562"/>
                </a:cubicBezTo>
                <a:cubicBezTo>
                  <a:pt x="5448663" y="1515344"/>
                  <a:pt x="5451544" y="1497678"/>
                  <a:pt x="5453752" y="1474786"/>
                </a:cubicBezTo>
                <a:lnTo>
                  <a:pt x="5454594" y="1464662"/>
                </a:lnTo>
                <a:lnTo>
                  <a:pt x="5463208" y="1466226"/>
                </a:lnTo>
                <a:lnTo>
                  <a:pt x="5463164" y="1484226"/>
                </a:lnTo>
                <a:cubicBezTo>
                  <a:pt x="5462722" y="1528173"/>
                  <a:pt x="5460824" y="1571999"/>
                  <a:pt x="5456160" y="1575885"/>
                </a:cubicBezTo>
                <a:cubicBezTo>
                  <a:pt x="5406708" y="1617226"/>
                  <a:pt x="5442751" y="1692579"/>
                  <a:pt x="5345636" y="1714543"/>
                </a:cubicBezTo>
                <a:cubicBezTo>
                  <a:pt x="5301930" y="1724583"/>
                  <a:pt x="5282493" y="1755882"/>
                  <a:pt x="5251319" y="1775792"/>
                </a:cubicBezTo>
                <a:cubicBezTo>
                  <a:pt x="5142610" y="1844714"/>
                  <a:pt x="5072132" y="1925140"/>
                  <a:pt x="5043512" y="2027305"/>
                </a:cubicBezTo>
                <a:cubicBezTo>
                  <a:pt x="5035488" y="2055562"/>
                  <a:pt x="5000258" y="2081893"/>
                  <a:pt x="4978144" y="2108535"/>
                </a:cubicBezTo>
                <a:cubicBezTo>
                  <a:pt x="4990785" y="2124798"/>
                  <a:pt x="5050411" y="2079615"/>
                  <a:pt x="5031476" y="2128173"/>
                </a:cubicBezTo>
                <a:cubicBezTo>
                  <a:pt x="5017138" y="2164787"/>
                  <a:pt x="4975973" y="2191363"/>
                  <a:pt x="4937389" y="2216441"/>
                </a:cubicBezTo>
                <a:cubicBezTo>
                  <a:pt x="4893079" y="2245058"/>
                  <a:pt x="4843760" y="2269776"/>
                  <a:pt x="4826122" y="2315331"/>
                </a:cubicBezTo>
                <a:cubicBezTo>
                  <a:pt x="4822276" y="2325050"/>
                  <a:pt x="3896510" y="3112888"/>
                  <a:pt x="2544647" y="3190975"/>
                </a:cubicBezTo>
                <a:cubicBezTo>
                  <a:pt x="2323734" y="3203734"/>
                  <a:pt x="1445947" y="3169121"/>
                  <a:pt x="1328257" y="3153006"/>
                </a:cubicBezTo>
                <a:cubicBezTo>
                  <a:pt x="1207258" y="3136344"/>
                  <a:pt x="1101756" y="3091943"/>
                  <a:pt x="977943" y="3082502"/>
                </a:cubicBezTo>
                <a:cubicBezTo>
                  <a:pt x="912454" y="3077622"/>
                  <a:pt x="848655" y="3061861"/>
                  <a:pt x="854473" y="2994250"/>
                </a:cubicBezTo>
                <a:cubicBezTo>
                  <a:pt x="856228" y="2975057"/>
                  <a:pt x="838125" y="2961827"/>
                  <a:pt x="811593" y="2970498"/>
                </a:cubicBezTo>
                <a:cubicBezTo>
                  <a:pt x="761454" y="2987010"/>
                  <a:pt x="736680" y="2962489"/>
                  <a:pt x="707024" y="2945439"/>
                </a:cubicBezTo>
                <a:cubicBezTo>
                  <a:pt x="654509" y="2915262"/>
                  <a:pt x="603913" y="2882480"/>
                  <a:pt x="523487" y="2886053"/>
                </a:cubicBezTo>
                <a:cubicBezTo>
                  <a:pt x="537017" y="2855468"/>
                  <a:pt x="563587" y="2856758"/>
                  <a:pt x="587884" y="2859746"/>
                </a:cubicBezTo>
                <a:cubicBezTo>
                  <a:pt x="652090" y="2867866"/>
                  <a:pt x="715235" y="2878012"/>
                  <a:pt x="779426" y="2885897"/>
                </a:cubicBezTo>
                <a:cubicBezTo>
                  <a:pt x="821123" y="2891048"/>
                  <a:pt x="863074" y="2900202"/>
                  <a:pt x="917288" y="2882248"/>
                </a:cubicBezTo>
                <a:cubicBezTo>
                  <a:pt x="866364" y="2830288"/>
                  <a:pt x="785092" y="2829930"/>
                  <a:pt x="718684" y="2819941"/>
                </a:cubicBezTo>
                <a:cubicBezTo>
                  <a:pt x="635747" y="2807447"/>
                  <a:pt x="584925" y="2771133"/>
                  <a:pt x="524650" y="2731220"/>
                </a:cubicBezTo>
                <a:cubicBezTo>
                  <a:pt x="584180" y="2712621"/>
                  <a:pt x="623299" y="2742760"/>
                  <a:pt x="670138" y="2735189"/>
                </a:cubicBezTo>
                <a:cubicBezTo>
                  <a:pt x="672406" y="2728745"/>
                  <a:pt x="675988" y="2719532"/>
                  <a:pt x="675382" y="2719369"/>
                </a:cubicBezTo>
                <a:cubicBezTo>
                  <a:pt x="596666" y="2703042"/>
                  <a:pt x="557844" y="2658869"/>
                  <a:pt x="542021" y="2601946"/>
                </a:cubicBezTo>
                <a:cubicBezTo>
                  <a:pt x="533902" y="2572560"/>
                  <a:pt x="505246" y="2566541"/>
                  <a:pt x="476895" y="2555976"/>
                </a:cubicBezTo>
                <a:cubicBezTo>
                  <a:pt x="377189" y="2518466"/>
                  <a:pt x="272496" y="2486779"/>
                  <a:pt x="188751" y="2428830"/>
                </a:cubicBezTo>
                <a:cubicBezTo>
                  <a:pt x="280875" y="2426687"/>
                  <a:pt x="357216" y="2461808"/>
                  <a:pt x="456762" y="2468731"/>
                </a:cubicBezTo>
                <a:cubicBezTo>
                  <a:pt x="373794" y="2404281"/>
                  <a:pt x="269816" y="2379152"/>
                  <a:pt x="174514" y="2345378"/>
                </a:cubicBezTo>
                <a:cubicBezTo>
                  <a:pt x="130977" y="2330009"/>
                  <a:pt x="90329" y="2308598"/>
                  <a:pt x="38827" y="2303685"/>
                </a:cubicBezTo>
                <a:cubicBezTo>
                  <a:pt x="20556" y="2301864"/>
                  <a:pt x="-10092" y="2297272"/>
                  <a:pt x="3281" y="2273587"/>
                </a:cubicBezTo>
                <a:cubicBezTo>
                  <a:pt x="14533" y="2253956"/>
                  <a:pt x="39095" y="2256437"/>
                  <a:pt x="61590" y="2259170"/>
                </a:cubicBezTo>
                <a:cubicBezTo>
                  <a:pt x="115591" y="2265916"/>
                  <a:pt x="170539" y="2259497"/>
                  <a:pt x="242291" y="2250569"/>
                </a:cubicBezTo>
                <a:cubicBezTo>
                  <a:pt x="178223" y="2197829"/>
                  <a:pt x="68904" y="2229102"/>
                  <a:pt x="13205" y="2172263"/>
                </a:cubicBezTo>
                <a:cubicBezTo>
                  <a:pt x="77196" y="2153598"/>
                  <a:pt x="128251" y="2170191"/>
                  <a:pt x="180810" y="2168333"/>
                </a:cubicBezTo>
                <a:cubicBezTo>
                  <a:pt x="228319" y="2166612"/>
                  <a:pt x="239444" y="2154350"/>
                  <a:pt x="226020" y="2121100"/>
                </a:cubicBezTo>
                <a:cubicBezTo>
                  <a:pt x="205165" y="2069293"/>
                  <a:pt x="229388" y="2038364"/>
                  <a:pt x="299145" y="2044862"/>
                </a:cubicBezTo>
                <a:cubicBezTo>
                  <a:pt x="363822" y="2051027"/>
                  <a:pt x="369032" y="2029991"/>
                  <a:pt x="350236" y="2001187"/>
                </a:cubicBezTo>
                <a:cubicBezTo>
                  <a:pt x="322862" y="1959187"/>
                  <a:pt x="348423" y="1921214"/>
                  <a:pt x="365223" y="1881218"/>
                </a:cubicBezTo>
                <a:cubicBezTo>
                  <a:pt x="390527" y="1820499"/>
                  <a:pt x="376326" y="1793748"/>
                  <a:pt x="310707" y="1758752"/>
                </a:cubicBezTo>
                <a:cubicBezTo>
                  <a:pt x="273754" y="1739265"/>
                  <a:pt x="234367" y="1723631"/>
                  <a:pt x="181659" y="1709137"/>
                </a:cubicBezTo>
                <a:cubicBezTo>
                  <a:pt x="299387" y="1683727"/>
                  <a:pt x="172918" y="1660608"/>
                  <a:pt x="213063" y="1632021"/>
                </a:cubicBezTo>
                <a:cubicBezTo>
                  <a:pt x="296030" y="1612244"/>
                  <a:pt x="369047" y="1679323"/>
                  <a:pt x="481390" y="1644125"/>
                </a:cubicBezTo>
                <a:cubicBezTo>
                  <a:pt x="336659" y="1595935"/>
                  <a:pt x="176348" y="1532074"/>
                  <a:pt x="68930" y="1457537"/>
                </a:cubicBezTo>
                <a:cubicBezTo>
                  <a:pt x="91299" y="1434897"/>
                  <a:pt x="115799" y="1450436"/>
                  <a:pt x="135138" y="1440976"/>
                </a:cubicBezTo>
                <a:cubicBezTo>
                  <a:pt x="133952" y="1436374"/>
                  <a:pt x="135290" y="1429332"/>
                  <a:pt x="131611" y="1427642"/>
                </a:cubicBezTo>
                <a:cubicBezTo>
                  <a:pt x="52402" y="1389548"/>
                  <a:pt x="51441" y="1388478"/>
                  <a:pt x="130443" y="1343795"/>
                </a:cubicBezTo>
                <a:cubicBezTo>
                  <a:pt x="158017" y="1328118"/>
                  <a:pt x="154966" y="1317573"/>
                  <a:pt x="138930" y="1304094"/>
                </a:cubicBezTo>
                <a:cubicBezTo>
                  <a:pt x="127608" y="1294551"/>
                  <a:pt x="113720" y="1286742"/>
                  <a:pt x="118409" y="1262212"/>
                </a:cubicBezTo>
                <a:cubicBezTo>
                  <a:pt x="164937" y="1287183"/>
                  <a:pt x="383505" y="1312432"/>
                  <a:pt x="421410" y="1304757"/>
                </a:cubicBezTo>
                <a:cubicBezTo>
                  <a:pt x="464009" y="1296037"/>
                  <a:pt x="610877" y="1288926"/>
                  <a:pt x="655702" y="1291801"/>
                </a:cubicBezTo>
                <a:cubicBezTo>
                  <a:pt x="653235" y="1290438"/>
                  <a:pt x="650767" y="1289077"/>
                  <a:pt x="648299" y="1287715"/>
                </a:cubicBezTo>
                <a:cubicBezTo>
                  <a:pt x="603999" y="1260339"/>
                  <a:pt x="559107" y="1233035"/>
                  <a:pt x="531027" y="1193967"/>
                </a:cubicBezTo>
                <a:cubicBezTo>
                  <a:pt x="529741" y="1192462"/>
                  <a:pt x="529061" y="1191120"/>
                  <a:pt x="526433" y="1191913"/>
                </a:cubicBezTo>
                <a:cubicBezTo>
                  <a:pt x="503415" y="1199684"/>
                  <a:pt x="505590" y="1187083"/>
                  <a:pt x="504666" y="1177230"/>
                </a:cubicBezTo>
                <a:cubicBezTo>
                  <a:pt x="503726" y="1167141"/>
                  <a:pt x="499378" y="1159602"/>
                  <a:pt x="482307" y="1162618"/>
                </a:cubicBezTo>
                <a:cubicBezTo>
                  <a:pt x="481421" y="1162726"/>
                  <a:pt x="480226" y="1162633"/>
                  <a:pt x="479029" y="1162540"/>
                </a:cubicBezTo>
                <a:cubicBezTo>
                  <a:pt x="470949" y="1161859"/>
                  <a:pt x="444139" y="1138059"/>
                  <a:pt x="447663" y="1132649"/>
                </a:cubicBezTo>
                <a:cubicBezTo>
                  <a:pt x="455539" y="1120781"/>
                  <a:pt x="446335" y="1116439"/>
                  <a:pt x="438547" y="1110977"/>
                </a:cubicBezTo>
                <a:cubicBezTo>
                  <a:pt x="427656" y="1103517"/>
                  <a:pt x="416795" y="1096529"/>
                  <a:pt x="405343" y="1089612"/>
                </a:cubicBezTo>
                <a:cubicBezTo>
                  <a:pt x="394202" y="1082895"/>
                  <a:pt x="382794" y="1076684"/>
                  <a:pt x="371373" y="1070238"/>
                </a:cubicBezTo>
                <a:cubicBezTo>
                  <a:pt x="344889" y="1065616"/>
                  <a:pt x="318169" y="1061972"/>
                  <a:pt x="290358" y="1059884"/>
                </a:cubicBezTo>
                <a:cubicBezTo>
                  <a:pt x="269709" y="1058114"/>
                  <a:pt x="246624" y="1055453"/>
                  <a:pt x="235140" y="1029322"/>
                </a:cubicBezTo>
                <a:cubicBezTo>
                  <a:pt x="256895" y="1029771"/>
                  <a:pt x="278695" y="1030927"/>
                  <a:pt x="300494" y="1032083"/>
                </a:cubicBezTo>
                <a:cubicBezTo>
                  <a:pt x="279542" y="1020860"/>
                  <a:pt x="259181" y="1009565"/>
                  <a:pt x="239661" y="997457"/>
                </a:cubicBezTo>
                <a:cubicBezTo>
                  <a:pt x="223540" y="987309"/>
                  <a:pt x="210281" y="975391"/>
                  <a:pt x="204788" y="959211"/>
                </a:cubicBezTo>
                <a:cubicBezTo>
                  <a:pt x="203337" y="955117"/>
                  <a:pt x="202166" y="950750"/>
                  <a:pt x="207583" y="947009"/>
                </a:cubicBezTo>
                <a:cubicBezTo>
                  <a:pt x="213561" y="942727"/>
                  <a:pt x="218466" y="944980"/>
                  <a:pt x="223061" y="947033"/>
                </a:cubicBezTo>
                <a:cubicBezTo>
                  <a:pt x="242046" y="955410"/>
                  <a:pt x="261311" y="963516"/>
                  <a:pt x="280015" y="972164"/>
                </a:cubicBezTo>
                <a:cubicBezTo>
                  <a:pt x="304852" y="983629"/>
                  <a:pt x="329408" y="995365"/>
                  <a:pt x="353948" y="1006865"/>
                </a:cubicBezTo>
                <a:cubicBezTo>
                  <a:pt x="319294" y="981405"/>
                  <a:pt x="281290" y="959435"/>
                  <a:pt x="240466" y="939943"/>
                </a:cubicBezTo>
                <a:cubicBezTo>
                  <a:pt x="210990" y="925718"/>
                  <a:pt x="181514" y="911494"/>
                  <a:pt x="158812" y="891467"/>
                </a:cubicBezTo>
                <a:cubicBezTo>
                  <a:pt x="147166" y="881489"/>
                  <a:pt x="141336" y="869384"/>
                  <a:pt x="139551" y="855364"/>
                </a:cubicBezTo>
                <a:cubicBezTo>
                  <a:pt x="139312" y="851597"/>
                  <a:pt x="139634" y="847287"/>
                  <a:pt x="145731" y="844888"/>
                </a:cubicBezTo>
                <a:cubicBezTo>
                  <a:pt x="151843" y="842724"/>
                  <a:pt x="155581" y="845356"/>
                  <a:pt x="158154" y="848366"/>
                </a:cubicBezTo>
                <a:cubicBezTo>
                  <a:pt x="161052" y="851811"/>
                  <a:pt x="164496" y="854479"/>
                  <a:pt x="169370" y="856260"/>
                </a:cubicBezTo>
                <a:cubicBezTo>
                  <a:pt x="212096" y="872913"/>
                  <a:pt x="249775" y="894448"/>
                  <a:pt x="288295" y="915169"/>
                </a:cubicBezTo>
                <a:cubicBezTo>
                  <a:pt x="343452" y="944788"/>
                  <a:pt x="397769" y="975222"/>
                  <a:pt x="462694" y="994643"/>
                </a:cubicBezTo>
                <a:cubicBezTo>
                  <a:pt x="487260" y="1001870"/>
                  <a:pt x="512622" y="1007575"/>
                  <a:pt x="531910" y="1006664"/>
                </a:cubicBezTo>
                <a:cubicBezTo>
                  <a:pt x="460990" y="972547"/>
                  <a:pt x="394087" y="936046"/>
                  <a:pt x="333940" y="893507"/>
                </a:cubicBezTo>
                <a:cubicBezTo>
                  <a:pt x="273173" y="850568"/>
                  <a:pt x="219876" y="803403"/>
                  <a:pt x="181443" y="746608"/>
                </a:cubicBezTo>
                <a:cubicBezTo>
                  <a:pt x="177494" y="740681"/>
                  <a:pt x="175038" y="734810"/>
                  <a:pt x="162678" y="737018"/>
                </a:cubicBezTo>
                <a:cubicBezTo>
                  <a:pt x="157082" y="737933"/>
                  <a:pt x="155070" y="734381"/>
                  <a:pt x="156307" y="730435"/>
                </a:cubicBezTo>
                <a:cubicBezTo>
                  <a:pt x="164051" y="702450"/>
                  <a:pt x="145532" y="687373"/>
                  <a:pt x="117227" y="677515"/>
                </a:cubicBezTo>
                <a:cubicBezTo>
                  <a:pt x="108392" y="674314"/>
                  <a:pt x="107546" y="670384"/>
                  <a:pt x="113655" y="663474"/>
                </a:cubicBezTo>
                <a:cubicBezTo>
                  <a:pt x="121976" y="653926"/>
                  <a:pt x="120506" y="644851"/>
                  <a:pt x="115226" y="636712"/>
                </a:cubicBezTo>
                <a:cubicBezTo>
                  <a:pt x="112224" y="631619"/>
                  <a:pt x="108350" y="626868"/>
                  <a:pt x="105067" y="622046"/>
                </a:cubicBezTo>
                <a:cubicBezTo>
                  <a:pt x="102790" y="619000"/>
                  <a:pt x="99022" y="615897"/>
                  <a:pt x="104113" y="611722"/>
                </a:cubicBezTo>
                <a:cubicBezTo>
                  <a:pt x="108939" y="608053"/>
                  <a:pt x="114081" y="609328"/>
                  <a:pt x="118895" y="610169"/>
                </a:cubicBezTo>
                <a:cubicBezTo>
                  <a:pt x="142040" y="613772"/>
                  <a:pt x="156094" y="624170"/>
                  <a:pt x="163095" y="640642"/>
                </a:cubicBezTo>
                <a:cubicBezTo>
                  <a:pt x="168334" y="652819"/>
                  <a:pt x="173104" y="652953"/>
                  <a:pt x="185766" y="641454"/>
                </a:cubicBezTo>
                <a:cubicBezTo>
                  <a:pt x="195327" y="632704"/>
                  <a:pt x="204232" y="632337"/>
                  <a:pt x="212892" y="637457"/>
                </a:cubicBezTo>
                <a:cubicBezTo>
                  <a:pt x="217516" y="639981"/>
                  <a:pt x="220444" y="643897"/>
                  <a:pt x="223932" y="647271"/>
                </a:cubicBezTo>
                <a:cubicBezTo>
                  <a:pt x="241420" y="664845"/>
                  <a:pt x="259762" y="681841"/>
                  <a:pt x="287167" y="691571"/>
                </a:cubicBezTo>
                <a:cubicBezTo>
                  <a:pt x="299355" y="696027"/>
                  <a:pt x="312354" y="699197"/>
                  <a:pt x="330380" y="692506"/>
                </a:cubicBezTo>
                <a:cubicBezTo>
                  <a:pt x="318517" y="688486"/>
                  <a:pt x="306954" y="689175"/>
                  <a:pt x="296172" y="688108"/>
                </a:cubicBezTo>
                <a:cubicBezTo>
                  <a:pt x="285390" y="687041"/>
                  <a:pt x="279539" y="683953"/>
                  <a:pt x="286974" y="674512"/>
                </a:cubicBezTo>
                <a:cubicBezTo>
                  <a:pt x="291105" y="669267"/>
                  <a:pt x="290555" y="665301"/>
                  <a:pt x="286166" y="661798"/>
                </a:cubicBezTo>
                <a:cubicBezTo>
                  <a:pt x="272052" y="650459"/>
                  <a:pt x="264416" y="633352"/>
                  <a:pt x="236268" y="635338"/>
                </a:cubicBezTo>
                <a:cubicBezTo>
                  <a:pt x="234792" y="635517"/>
                  <a:pt x="233255" y="634754"/>
                  <a:pt x="231734" y="634225"/>
                </a:cubicBezTo>
                <a:cubicBezTo>
                  <a:pt x="225957" y="632316"/>
                  <a:pt x="219575" y="630241"/>
                  <a:pt x="221253" y="623870"/>
                </a:cubicBezTo>
                <a:cubicBezTo>
                  <a:pt x="223227" y="617462"/>
                  <a:pt x="230816" y="615119"/>
                  <a:pt x="237564" y="613590"/>
                </a:cubicBezTo>
                <a:cubicBezTo>
                  <a:pt x="254884" y="609831"/>
                  <a:pt x="268844" y="614072"/>
                  <a:pt x="282259" y="619091"/>
                </a:cubicBezTo>
                <a:cubicBezTo>
                  <a:pt x="314893" y="631509"/>
                  <a:pt x="342201" y="649080"/>
                  <a:pt x="370630" y="665566"/>
                </a:cubicBezTo>
                <a:cubicBezTo>
                  <a:pt x="413275" y="690295"/>
                  <a:pt x="451153" y="719635"/>
                  <a:pt x="498017" y="740532"/>
                </a:cubicBezTo>
                <a:cubicBezTo>
                  <a:pt x="637369" y="802423"/>
                  <a:pt x="774774" y="866448"/>
                  <a:pt x="918036" y="924307"/>
                </a:cubicBezTo>
                <a:cubicBezTo>
                  <a:pt x="970882" y="945666"/>
                  <a:pt x="1024819" y="965469"/>
                  <a:pt x="1079304" y="984494"/>
                </a:cubicBezTo>
                <a:cubicBezTo>
                  <a:pt x="1079509" y="983045"/>
                  <a:pt x="1079744" y="982067"/>
                  <a:pt x="1079935" y="980383"/>
                </a:cubicBezTo>
                <a:cubicBezTo>
                  <a:pt x="1079860" y="979206"/>
                  <a:pt x="1079770" y="977793"/>
                  <a:pt x="1079695" y="976616"/>
                </a:cubicBezTo>
                <a:cubicBezTo>
                  <a:pt x="1041139" y="964679"/>
                  <a:pt x="1003098" y="951491"/>
                  <a:pt x="966178" y="937219"/>
                </a:cubicBezTo>
                <a:cubicBezTo>
                  <a:pt x="875541" y="901932"/>
                  <a:pt x="791930" y="860100"/>
                  <a:pt x="720106" y="807112"/>
                </a:cubicBezTo>
                <a:cubicBezTo>
                  <a:pt x="714181" y="802848"/>
                  <a:pt x="707904" y="802421"/>
                  <a:pt x="698823" y="804708"/>
                </a:cubicBezTo>
                <a:cubicBezTo>
                  <a:pt x="669544" y="812288"/>
                  <a:pt x="659939" y="806334"/>
                  <a:pt x="664513" y="784663"/>
                </a:cubicBezTo>
                <a:cubicBezTo>
                  <a:pt x="665660" y="779304"/>
                  <a:pt x="665686" y="775031"/>
                  <a:pt x="660380" y="771165"/>
                </a:cubicBezTo>
                <a:cubicBezTo>
                  <a:pt x="636661" y="753871"/>
                  <a:pt x="611807" y="737427"/>
                  <a:pt x="584959" y="722409"/>
                </a:cubicBezTo>
                <a:cubicBezTo>
                  <a:pt x="535282" y="694735"/>
                  <a:pt x="482226" y="670082"/>
                  <a:pt x="435649" y="639659"/>
                </a:cubicBezTo>
                <a:cubicBezTo>
                  <a:pt x="421965" y="630403"/>
                  <a:pt x="411440" y="619340"/>
                  <a:pt x="404944" y="606128"/>
                </a:cubicBezTo>
                <a:cubicBezTo>
                  <a:pt x="402872" y="601635"/>
                  <a:pt x="401613" y="595856"/>
                  <a:pt x="408476" y="591466"/>
                </a:cubicBezTo>
                <a:cubicBezTo>
                  <a:pt x="415044" y="587111"/>
                  <a:pt x="420320" y="590506"/>
                  <a:pt x="425225" y="592759"/>
                </a:cubicBezTo>
                <a:cubicBezTo>
                  <a:pt x="445746" y="601899"/>
                  <a:pt x="466578" y="611238"/>
                  <a:pt x="487115" y="620614"/>
                </a:cubicBezTo>
                <a:cubicBezTo>
                  <a:pt x="507947" y="629954"/>
                  <a:pt x="528514" y="639800"/>
                  <a:pt x="550277" y="649738"/>
                </a:cubicBezTo>
                <a:cubicBezTo>
                  <a:pt x="551408" y="644145"/>
                  <a:pt x="546904" y="643504"/>
                  <a:pt x="544421" y="641907"/>
                </a:cubicBezTo>
                <a:cubicBezTo>
                  <a:pt x="509355" y="619344"/>
                  <a:pt x="471190" y="599529"/>
                  <a:pt x="431905" y="580799"/>
                </a:cubicBezTo>
                <a:cubicBezTo>
                  <a:pt x="401512" y="566211"/>
                  <a:pt x="371947" y="550574"/>
                  <a:pt x="351177" y="528177"/>
                </a:cubicBezTo>
                <a:cubicBezTo>
                  <a:pt x="343180" y="519419"/>
                  <a:pt x="338696" y="509759"/>
                  <a:pt x="339749" y="498244"/>
                </a:cubicBezTo>
                <a:cubicBezTo>
                  <a:pt x="340115" y="494641"/>
                  <a:pt x="340481" y="491037"/>
                  <a:pt x="346313" y="489145"/>
                </a:cubicBezTo>
                <a:cubicBezTo>
                  <a:pt x="350979" y="487631"/>
                  <a:pt x="354067" y="489392"/>
                  <a:pt x="356579" y="491460"/>
                </a:cubicBezTo>
                <a:cubicBezTo>
                  <a:pt x="360984" y="495197"/>
                  <a:pt x="365388" y="498934"/>
                  <a:pt x="371505" y="501516"/>
                </a:cubicBezTo>
                <a:cubicBezTo>
                  <a:pt x="408203" y="517000"/>
                  <a:pt x="442659" y="534654"/>
                  <a:pt x="476275" y="553122"/>
                </a:cubicBezTo>
                <a:cubicBezTo>
                  <a:pt x="531461" y="583213"/>
                  <a:pt x="586103" y="614082"/>
                  <a:pt x="649952" y="635294"/>
                </a:cubicBezTo>
                <a:cubicBezTo>
                  <a:pt x="673972" y="643298"/>
                  <a:pt x="698805" y="650018"/>
                  <a:pt x="727161" y="651328"/>
                </a:cubicBezTo>
                <a:cubicBezTo>
                  <a:pt x="726126" y="649081"/>
                  <a:pt x="724263" y="647883"/>
                  <a:pt x="722417" y="646921"/>
                </a:cubicBezTo>
                <a:cubicBezTo>
                  <a:pt x="660627" y="615969"/>
                  <a:pt x="600830" y="583590"/>
                  <a:pt x="546079" y="546328"/>
                </a:cubicBezTo>
                <a:cubicBezTo>
                  <a:pt x="478576" y="500409"/>
                  <a:pt x="420223" y="448637"/>
                  <a:pt x="378182" y="386585"/>
                </a:cubicBezTo>
                <a:cubicBezTo>
                  <a:pt x="376229" y="383975"/>
                  <a:pt x="374884" y="381528"/>
                  <a:pt x="370158" y="382100"/>
                </a:cubicBezTo>
                <a:cubicBezTo>
                  <a:pt x="358064" y="383802"/>
                  <a:pt x="356583" y="379236"/>
                  <a:pt x="357861" y="371252"/>
                </a:cubicBezTo>
                <a:cubicBezTo>
                  <a:pt x="361373" y="351608"/>
                  <a:pt x="352380" y="336565"/>
                  <a:pt x="331313" y="328203"/>
                </a:cubicBezTo>
                <a:cubicBezTo>
                  <a:pt x="316037" y="321986"/>
                  <a:pt x="303183" y="316425"/>
                  <a:pt x="319354" y="299282"/>
                </a:cubicBezTo>
                <a:cubicBezTo>
                  <a:pt x="323265" y="295249"/>
                  <a:pt x="321459" y="290249"/>
                  <a:pt x="319682" y="285719"/>
                </a:cubicBezTo>
                <a:cubicBezTo>
                  <a:pt x="317166" y="278905"/>
                  <a:pt x="312080" y="273828"/>
                  <a:pt x="306391" y="268585"/>
                </a:cubicBezTo>
                <a:cubicBezTo>
                  <a:pt x="303227" y="265647"/>
                  <a:pt x="299399" y="261602"/>
                  <a:pt x="303294" y="257334"/>
                </a:cubicBezTo>
                <a:cubicBezTo>
                  <a:pt x="307735" y="252289"/>
                  <a:pt x="314131" y="254598"/>
                  <a:pt x="319242" y="255403"/>
                </a:cubicBezTo>
                <a:cubicBezTo>
                  <a:pt x="342683" y="258970"/>
                  <a:pt x="357062" y="269803"/>
                  <a:pt x="364093" y="286745"/>
                </a:cubicBezTo>
                <a:cubicBezTo>
                  <a:pt x="368651" y="297582"/>
                  <a:pt x="374307" y="297608"/>
                  <a:pt x="385301" y="287973"/>
                </a:cubicBezTo>
                <a:cubicBezTo>
                  <a:pt x="397712" y="277216"/>
                  <a:pt x="408079" y="276436"/>
                  <a:pt x="417598" y="285722"/>
                </a:cubicBezTo>
                <a:cubicBezTo>
                  <a:pt x="425226" y="293339"/>
                  <a:pt x="431406" y="301607"/>
                  <a:pt x="440155" y="308139"/>
                </a:cubicBezTo>
                <a:cubicBezTo>
                  <a:pt x="463623" y="326175"/>
                  <a:pt x="485720" y="346039"/>
                  <a:pt x="534406" y="339430"/>
                </a:cubicBezTo>
                <a:cubicBezTo>
                  <a:pt x="520872" y="332528"/>
                  <a:pt x="507316" y="334645"/>
                  <a:pt x="495633" y="333450"/>
                </a:cubicBezTo>
                <a:cubicBezTo>
                  <a:pt x="487244" y="332567"/>
                  <a:pt x="478750" y="330037"/>
                  <a:pt x="486289" y="322243"/>
                </a:cubicBezTo>
                <a:cubicBezTo>
                  <a:pt x="494951" y="313365"/>
                  <a:pt x="489365" y="309771"/>
                  <a:pt x="484000" y="304964"/>
                </a:cubicBezTo>
                <a:cubicBezTo>
                  <a:pt x="471673" y="293645"/>
                  <a:pt x="461604" y="280392"/>
                  <a:pt x="436911" y="280536"/>
                </a:cubicBezTo>
                <a:cubicBezTo>
                  <a:pt x="433041" y="280530"/>
                  <a:pt x="429923" y="278297"/>
                  <a:pt x="426865" y="277007"/>
                </a:cubicBezTo>
                <a:cubicBezTo>
                  <a:pt x="422581" y="275154"/>
                  <a:pt x="418872" y="272993"/>
                  <a:pt x="420654" y="268269"/>
                </a:cubicBezTo>
                <a:cubicBezTo>
                  <a:pt x="422468" y="264016"/>
                  <a:pt x="426748" y="261125"/>
                  <a:pt x="432329" y="259975"/>
                </a:cubicBezTo>
                <a:cubicBezTo>
                  <a:pt x="437320" y="258895"/>
                  <a:pt x="442621" y="258016"/>
                  <a:pt x="447672" y="257879"/>
                </a:cubicBezTo>
                <a:cubicBezTo>
                  <a:pt x="470223" y="256809"/>
                  <a:pt x="486254" y="265543"/>
                  <a:pt x="502242" y="273572"/>
                </a:cubicBezTo>
                <a:cubicBezTo>
                  <a:pt x="558179" y="301436"/>
                  <a:pt x="607891" y="334326"/>
                  <a:pt x="659874" y="365516"/>
                </a:cubicBezTo>
                <a:cubicBezTo>
                  <a:pt x="711842" y="396471"/>
                  <a:pt x="772192" y="418818"/>
                  <a:pt x="829177" y="444421"/>
                </a:cubicBezTo>
                <a:cubicBezTo>
                  <a:pt x="960626" y="503711"/>
                  <a:pt x="1092650" y="562693"/>
                  <a:pt x="1231903" y="613682"/>
                </a:cubicBezTo>
                <a:cubicBezTo>
                  <a:pt x="1368099" y="663381"/>
                  <a:pt x="1823141" y="686561"/>
                  <a:pt x="1911736" y="685084"/>
                </a:cubicBezTo>
                <a:cubicBezTo>
                  <a:pt x="2024994" y="682992"/>
                  <a:pt x="2291986" y="655399"/>
                  <a:pt x="2564313" y="632143"/>
                </a:cubicBezTo>
                <a:cubicBezTo>
                  <a:pt x="2595089" y="629364"/>
                  <a:pt x="2625288" y="626893"/>
                  <a:pt x="2657304" y="624913"/>
                </a:cubicBezTo>
                <a:cubicBezTo>
                  <a:pt x="3564401" y="568191"/>
                  <a:pt x="4203594" y="276765"/>
                  <a:pt x="4235818" y="259339"/>
                </a:cubicBezTo>
                <a:cubicBezTo>
                  <a:pt x="4287616" y="231474"/>
                  <a:pt x="4460006" y="176429"/>
                  <a:pt x="4460331" y="176864"/>
                </a:cubicBezTo>
                <a:cubicBezTo>
                  <a:pt x="4464175" y="181144"/>
                  <a:pt x="4483735" y="184529"/>
                  <a:pt x="4499578" y="186791"/>
                </a:cubicBezTo>
                <a:lnTo>
                  <a:pt x="4514640" y="188841"/>
                </a:lnTo>
                <a:lnTo>
                  <a:pt x="4516523" y="189988"/>
                </a:lnTo>
                <a:cubicBezTo>
                  <a:pt x="4522035" y="190091"/>
                  <a:pt x="4521760" y="189857"/>
                  <a:pt x="4518126" y="189316"/>
                </a:cubicBezTo>
                <a:lnTo>
                  <a:pt x="4514640" y="188841"/>
                </a:lnTo>
                <a:lnTo>
                  <a:pt x="4511569" y="186970"/>
                </a:lnTo>
                <a:cubicBezTo>
                  <a:pt x="4510788" y="185226"/>
                  <a:pt x="4510719" y="182981"/>
                  <a:pt x="4510888" y="180943"/>
                </a:cubicBezTo>
                <a:cubicBezTo>
                  <a:pt x="4511690" y="170169"/>
                  <a:pt x="4517648" y="160906"/>
                  <a:pt x="4531865" y="155151"/>
                </a:cubicBezTo>
                <a:cubicBezTo>
                  <a:pt x="4545507" y="149703"/>
                  <a:pt x="4559473" y="144689"/>
                  <a:pt x="4573441" y="139676"/>
                </a:cubicBezTo>
                <a:cubicBezTo>
                  <a:pt x="4585075" y="135420"/>
                  <a:pt x="4593048" y="134454"/>
                  <a:pt x="4594964" y="145847"/>
                </a:cubicBezTo>
                <a:cubicBezTo>
                  <a:pt x="4596879" y="157242"/>
                  <a:pt x="4613452" y="160454"/>
                  <a:pt x="4623059" y="152410"/>
                </a:cubicBezTo>
                <a:cubicBezTo>
                  <a:pt x="4660632" y="120811"/>
                  <a:pt x="4705757" y="95654"/>
                  <a:pt x="4748356" y="68192"/>
                </a:cubicBezTo>
                <a:cubicBezTo>
                  <a:pt x="4778098" y="49168"/>
                  <a:pt x="4809406" y="31378"/>
                  <a:pt x="4833812" y="8017"/>
                </a:cubicBezTo>
                <a:cubicBezTo>
                  <a:pt x="4838299" y="3678"/>
                  <a:pt x="4842399" y="-2039"/>
                  <a:pt x="4850908" y="727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9121911-B990-A76B-EFB7-BBB6A8DA8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0941" y="685801"/>
            <a:ext cx="3494859" cy="5491162"/>
          </a:xfrm>
        </p:spPr>
        <p:txBody>
          <a:bodyPr>
            <a:normAutofit/>
          </a:bodyPr>
          <a:lstStyle/>
          <a:p>
            <a:r>
              <a:rPr lang="en-US" dirty="0"/>
              <a:t>Edition Highlights Recap</a:t>
            </a:r>
          </a:p>
        </p:txBody>
      </p:sp>
      <p:graphicFrame>
        <p:nvGraphicFramePr>
          <p:cNvPr id="7" name="Content Placeholder 4">
            <a:extLst>
              <a:ext uri="{FF2B5EF4-FFF2-40B4-BE49-F238E27FC236}">
                <a16:creationId xmlns:a16="http://schemas.microsoft.com/office/drawing/2014/main" id="{9335E584-E2F0-AA51-ADDF-6E5B209FC97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25937727"/>
              </p:ext>
            </p:extLst>
          </p:nvPr>
        </p:nvGraphicFramePr>
        <p:xfrm>
          <a:off x="4702547" y="838199"/>
          <a:ext cx="6651253" cy="53387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17801830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C89266-BF1F-5990-AC08-A45A4D5DF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7DECCD0-738A-FE43-EB4E-24A54374E3F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09349" y="683201"/>
            <a:ext cx="1027221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>
                <a:solidFill>
                  <a:srgbClr val="1D6050"/>
                </a:solidFill>
              </a:rPr>
              <a:t>Sound off. </a:t>
            </a:r>
          </a:p>
          <a:p>
            <a:r>
              <a:rPr lang="en-US" sz="4000">
                <a:solidFill>
                  <a:srgbClr val="1D6050"/>
                </a:solidFill>
              </a:rPr>
              <a:t>The mic is all yours.</a:t>
            </a:r>
          </a:p>
          <a:p>
            <a:r>
              <a:rPr lang="en-US" sz="4000">
                <a:solidFill>
                  <a:srgbClr val="1D6050"/>
                </a:solidFill>
              </a:rPr>
              <a:t>Influence the product roadmap.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3A764E-0F2D-F62F-ACC8-032702569A8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14691" y="3349084"/>
            <a:ext cx="558193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rgbClr val="1D6050"/>
                </a:solidFill>
              </a:rPr>
              <a:t>Join the Fabric User Panel </a:t>
            </a:r>
          </a:p>
          <a:p>
            <a:endParaRPr lang="en-US" sz="2400">
              <a:solidFill>
                <a:srgbClr val="1D6050"/>
              </a:solidFill>
            </a:endParaRPr>
          </a:p>
          <a:p>
            <a:r>
              <a:rPr lang="en-GB" sz="2400">
                <a:solidFill>
                  <a:srgbClr val="1D6050"/>
                </a:solidFill>
              </a:rPr>
              <a:t>Share your feedback directly with our Fabric product group and researchers. </a:t>
            </a:r>
          </a:p>
          <a:p>
            <a:endParaRPr lang="en-GB" sz="2400">
              <a:solidFill>
                <a:srgbClr val="1D6050"/>
              </a:solidFill>
            </a:endParaRPr>
          </a:p>
          <a:p>
            <a:r>
              <a:rPr lang="en-GB" sz="2400">
                <a:solidFill>
                  <a:srgbClr val="1D6050"/>
                </a:solidFill>
              </a:rPr>
              <a:t>https://aka.ms/JoinFabricUserPanel</a:t>
            </a:r>
            <a:endParaRPr lang="en-US" sz="2400">
              <a:solidFill>
                <a:srgbClr val="1D605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C83484-247F-38C8-9D9C-F5ED8512474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096001" y="3250664"/>
            <a:ext cx="5404513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GB" sz="2400">
                <a:solidFill>
                  <a:srgbClr val="0070C0"/>
                </a:solidFill>
                <a:cs typeface="Segoe UI Semibold"/>
              </a:rPr>
              <a:t>Join the SQL User Panel</a:t>
            </a:r>
          </a:p>
          <a:p>
            <a:pPr lvl="0">
              <a:defRPr/>
            </a:pPr>
            <a:endParaRPr lang="en-GB" sz="2400">
              <a:solidFill>
                <a:srgbClr val="0070C0"/>
              </a:solidFill>
              <a:cs typeface="Segoe UI Semibold"/>
            </a:endParaRPr>
          </a:p>
          <a:p>
            <a:pPr lvl="0">
              <a:defRPr/>
            </a:pPr>
            <a:r>
              <a:rPr lang="en-GB" sz="2400">
                <a:solidFill>
                  <a:srgbClr val="0070C0"/>
                </a:solidFill>
                <a:cs typeface="Segoe UI Semibold"/>
              </a:rPr>
              <a:t>Influence our SQL roadmap and ensure it meets your real-life needs</a:t>
            </a:r>
          </a:p>
          <a:p>
            <a:pPr lvl="0" algn="ctr">
              <a:defRPr/>
            </a:pPr>
            <a:endParaRPr lang="en-GB" sz="2400">
              <a:solidFill>
                <a:srgbClr val="0070C0"/>
              </a:solidFill>
              <a:cs typeface="Segoe UI Semibold" panose="020B0702040204020203" pitchFamily="34" charset="0"/>
            </a:endParaRPr>
          </a:p>
          <a:p>
            <a:pPr lvl="0">
              <a:defRPr/>
            </a:pPr>
            <a:r>
              <a:rPr lang="en-GB" sz="2400">
                <a:solidFill>
                  <a:srgbClr val="0070C0"/>
                </a:solidFill>
                <a:cs typeface="Segoe UI Semibold"/>
              </a:rPr>
              <a:t>https://aka.ms/JoinSQLUserPanel </a:t>
            </a:r>
            <a:endParaRPr lang="en-US" sz="2400">
              <a:solidFill>
                <a:srgbClr val="0070C0"/>
              </a:solidFill>
              <a:cs typeface="Segoe UI Semibold"/>
              <a:hlinkClick r:id="" action="ppaction://noaction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endParaRPr lang="en-US" sz="12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825A97-E9B2-7D86-F655-E9A70E296EDB}"/>
              </a:ext>
            </a:extLst>
          </p:cNvPr>
          <p:cNvSpPr txBox="1"/>
          <p:nvPr/>
        </p:nvSpPr>
        <p:spPr>
          <a:xfrm>
            <a:off x="6387153" y="4640239"/>
            <a:ext cx="27113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20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0C10392-5936-9761-C9EC-6AB045FAA5D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1558" y="2493300"/>
            <a:ext cx="1939382" cy="193938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0BEE0B4-0133-3419-9723-8DC5B138D57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4703" y="2829636"/>
            <a:ext cx="1149258" cy="1149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930949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" y="-102575"/>
            <a:ext cx="12192000" cy="6908122"/>
          </a:xfrm>
          <a:custGeom>
            <a:avLst/>
            <a:gdLst/>
            <a:ahLst/>
            <a:cxnLst/>
            <a:rect l="l" t="t" r="r" b="b"/>
            <a:pathLst>
              <a:path w="15240000" h="8635153">
                <a:moveTo>
                  <a:pt x="0" y="0"/>
                </a:moveTo>
                <a:lnTo>
                  <a:pt x="15240000" y="0"/>
                </a:lnTo>
                <a:lnTo>
                  <a:pt x="15240000" y="8635153"/>
                </a:lnTo>
                <a:lnTo>
                  <a:pt x="0" y="86351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8043" r="-14239"/>
            </a:stretch>
          </a:blipFill>
        </p:spPr>
        <p:txBody>
          <a:bodyPr/>
          <a:lstStyle/>
          <a:p>
            <a:endParaRPr lang="en-US" sz="1440"/>
          </a:p>
        </p:txBody>
      </p:sp>
      <p:grpSp>
        <p:nvGrpSpPr>
          <p:cNvPr id="3" name="Group 3"/>
          <p:cNvGrpSpPr/>
          <p:nvPr/>
        </p:nvGrpSpPr>
        <p:grpSpPr>
          <a:xfrm>
            <a:off x="1" y="-83646"/>
            <a:ext cx="14320434" cy="6991768"/>
            <a:chOff x="0" y="0"/>
            <a:chExt cx="23867390" cy="11652946"/>
          </a:xfrm>
        </p:grpSpPr>
        <p:sp>
          <p:nvSpPr>
            <p:cNvPr id="4" name="Freeform 4"/>
            <p:cNvSpPr/>
            <p:nvPr/>
          </p:nvSpPr>
          <p:spPr>
            <a:xfrm flipH="1">
              <a:off x="0" y="0"/>
              <a:ext cx="10995185" cy="11652946"/>
            </a:xfrm>
            <a:custGeom>
              <a:avLst/>
              <a:gdLst/>
              <a:ahLst/>
              <a:cxnLst/>
              <a:rect l="l" t="t" r="r" b="b"/>
              <a:pathLst>
                <a:path w="10995185" h="11652946">
                  <a:moveTo>
                    <a:pt x="10995185" y="0"/>
                  </a:moveTo>
                  <a:lnTo>
                    <a:pt x="0" y="0"/>
                  </a:lnTo>
                  <a:lnTo>
                    <a:pt x="0" y="11652946"/>
                  </a:lnTo>
                  <a:lnTo>
                    <a:pt x="10995185" y="11652946"/>
                  </a:lnTo>
                  <a:lnTo>
                    <a:pt x="10995185" y="0"/>
                  </a:lnTo>
                  <a:close/>
                </a:path>
              </a:pathLst>
            </a:custGeom>
            <a:blipFill>
              <a:blip r:embed="rId3"/>
              <a:stretch>
                <a:fillRect l="-4930" t="-8314" b="-6922"/>
              </a:stretch>
            </a:blipFill>
          </p:spPr>
          <p:txBody>
            <a:bodyPr/>
            <a:lstStyle/>
            <a:p>
              <a:endParaRPr lang="en-US" sz="1440"/>
            </a:p>
          </p:txBody>
        </p:sp>
        <p:sp>
          <p:nvSpPr>
            <p:cNvPr id="5" name="Freeform 5"/>
            <p:cNvSpPr/>
            <p:nvPr/>
          </p:nvSpPr>
          <p:spPr>
            <a:xfrm>
              <a:off x="6199045" y="6272845"/>
              <a:ext cx="1347665" cy="660356"/>
            </a:xfrm>
            <a:custGeom>
              <a:avLst/>
              <a:gdLst/>
              <a:ahLst/>
              <a:cxnLst/>
              <a:rect l="l" t="t" r="r" b="b"/>
              <a:pathLst>
                <a:path w="1347665" h="660356">
                  <a:moveTo>
                    <a:pt x="0" y="0"/>
                  </a:moveTo>
                  <a:lnTo>
                    <a:pt x="1347665" y="0"/>
                  </a:lnTo>
                  <a:lnTo>
                    <a:pt x="1347665" y="660356"/>
                  </a:lnTo>
                  <a:lnTo>
                    <a:pt x="0" y="6603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 sz="1440"/>
            </a:p>
          </p:txBody>
        </p:sp>
        <p:grpSp>
          <p:nvGrpSpPr>
            <p:cNvPr id="6" name="Group 6"/>
            <p:cNvGrpSpPr/>
            <p:nvPr/>
          </p:nvGrpSpPr>
          <p:grpSpPr>
            <a:xfrm>
              <a:off x="13398467" y="5787038"/>
              <a:ext cx="1976185" cy="1956138"/>
              <a:chOff x="0" y="0"/>
              <a:chExt cx="1370216" cy="1356317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1370216" cy="1356317"/>
              </a:xfrm>
              <a:custGeom>
                <a:avLst/>
                <a:gdLst/>
                <a:ahLst/>
                <a:cxnLst/>
                <a:rect l="l" t="t" r="r" b="b"/>
                <a:pathLst>
                  <a:path w="1370216" h="1356317">
                    <a:moveTo>
                      <a:pt x="0" y="0"/>
                    </a:moveTo>
                    <a:lnTo>
                      <a:pt x="1370216" y="0"/>
                    </a:lnTo>
                    <a:lnTo>
                      <a:pt x="1370216" y="1356317"/>
                    </a:lnTo>
                    <a:lnTo>
                      <a:pt x="0" y="1356317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 sz="144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28575"/>
                <a:ext cx="1370216" cy="1384892"/>
              </a:xfrm>
              <a:prstGeom prst="rect">
                <a:avLst/>
              </a:prstGeom>
            </p:spPr>
            <p:txBody>
              <a:bodyPr lIns="13894" tIns="13894" rIns="13894" bIns="13894" rtlCol="0" anchor="ctr"/>
              <a:lstStyle/>
              <a:p>
                <a:pPr algn="ctr">
                  <a:lnSpc>
                    <a:spcPts val="1791"/>
                  </a:lnSpc>
                  <a:spcBef>
                    <a:spcPct val="0"/>
                  </a:spcBef>
                </a:pPr>
                <a:endParaRPr sz="1440"/>
              </a:p>
            </p:txBody>
          </p:sp>
        </p:grpSp>
        <p:sp>
          <p:nvSpPr>
            <p:cNvPr id="9" name="Freeform 9"/>
            <p:cNvSpPr/>
            <p:nvPr/>
          </p:nvSpPr>
          <p:spPr>
            <a:xfrm>
              <a:off x="14023675" y="3915746"/>
              <a:ext cx="2354060" cy="794495"/>
            </a:xfrm>
            <a:custGeom>
              <a:avLst/>
              <a:gdLst/>
              <a:ahLst/>
              <a:cxnLst/>
              <a:rect l="l" t="t" r="r" b="b"/>
              <a:pathLst>
                <a:path w="2354060" h="794495">
                  <a:moveTo>
                    <a:pt x="0" y="0"/>
                  </a:moveTo>
                  <a:lnTo>
                    <a:pt x="2354059" y="0"/>
                  </a:lnTo>
                  <a:lnTo>
                    <a:pt x="2354059" y="794496"/>
                  </a:lnTo>
                  <a:lnTo>
                    <a:pt x="0" y="7944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US" sz="1440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3728074" y="4136324"/>
              <a:ext cx="3990365" cy="937767"/>
            </a:xfrm>
            <a:custGeom>
              <a:avLst/>
              <a:gdLst/>
              <a:ahLst/>
              <a:cxnLst/>
              <a:rect l="l" t="t" r="r" b="b"/>
              <a:pathLst>
                <a:path w="3990365" h="937767">
                  <a:moveTo>
                    <a:pt x="0" y="0"/>
                  </a:moveTo>
                  <a:lnTo>
                    <a:pt x="3990365" y="0"/>
                  </a:lnTo>
                  <a:lnTo>
                    <a:pt x="3990365" y="937767"/>
                  </a:lnTo>
                  <a:lnTo>
                    <a:pt x="0" y="9377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465038" r="-40924" b="-738568"/>
              </a:stretch>
            </a:blipFill>
          </p:spPr>
          <p:txBody>
            <a:bodyPr/>
            <a:lstStyle/>
            <a:p>
              <a:endParaRPr lang="en-US" sz="1440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537323" y="4183950"/>
              <a:ext cx="12330067" cy="10686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539"/>
                </a:lnSpc>
              </a:pPr>
              <a:r>
                <a:rPr lang="en-US" sz="2440">
                  <a:solidFill>
                    <a:srgbClr val="CC00CC"/>
                  </a:solidFill>
                  <a:latin typeface="Segoe UI"/>
                  <a:cs typeface="Segoe UI"/>
                </a:rPr>
                <a:t>Search for                   in the</a:t>
              </a:r>
              <a:endParaRPr lang="en-US" sz="1440"/>
            </a:p>
            <a:p>
              <a:pPr>
                <a:lnSpc>
                  <a:spcPts val="2539"/>
                </a:lnSpc>
              </a:pPr>
              <a:r>
                <a:rPr lang="en-US" sz="2440">
                  <a:solidFill>
                    <a:srgbClr val="CC00CC"/>
                  </a:solidFill>
                  <a:latin typeface="Segoe UI"/>
                  <a:ea typeface="Segoe UI"/>
                  <a:cs typeface="Segoe UI"/>
                </a:rPr>
                <a:t>App Store or Google Play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537323" y="8173178"/>
              <a:ext cx="9360510" cy="17217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884"/>
                </a:lnSpc>
              </a:pPr>
              <a:r>
                <a:rPr lang="en-US" sz="2060">
                  <a:solidFill>
                    <a:srgbClr val="FFFFFF"/>
                  </a:solidFill>
                  <a:latin typeface="Segoe UI"/>
                  <a:ea typeface="Segoe UI"/>
                  <a:cs typeface="Segoe UI"/>
                  <a:sym typeface="Segoe UI"/>
                </a:rPr>
                <a:t>Fill out the Session Surveys in the</a:t>
              </a:r>
            </a:p>
            <a:p>
              <a:pPr>
                <a:lnSpc>
                  <a:spcPts val="2660"/>
                </a:lnSpc>
              </a:pPr>
              <a:r>
                <a:rPr lang="en-US" sz="1900" spc="-93">
                  <a:solidFill>
                    <a:srgbClr val="00CCFF"/>
                  </a:solidFill>
                  <a:latin typeface="Segoe UI"/>
                  <a:ea typeface="Segoe UI"/>
                  <a:cs typeface="Segoe UI"/>
                  <a:sym typeface="Segoe UI"/>
                </a:rPr>
                <a:t>TechCon 365, DATACON, PWRCON </a:t>
              </a:r>
            </a:p>
            <a:p>
              <a:pPr>
                <a:lnSpc>
                  <a:spcPts val="2660"/>
                </a:lnSpc>
              </a:pPr>
              <a:r>
                <a:rPr lang="en-US" sz="1900" spc="-93">
                  <a:solidFill>
                    <a:srgbClr val="00CCFF"/>
                  </a:solidFill>
                  <a:latin typeface="Segoe UI"/>
                  <a:ea typeface="Segoe UI"/>
                  <a:cs typeface="Segoe UI"/>
                  <a:sym typeface="Segoe UI"/>
                </a:rPr>
                <a:t>Event App </a:t>
              </a:r>
              <a:r>
                <a:rPr lang="en-US" sz="1900" spc="-93">
                  <a:solidFill>
                    <a:srgbClr val="FFFFFF"/>
                  </a:solidFill>
                  <a:latin typeface="Segoe UI"/>
                  <a:ea typeface="Segoe UI"/>
                  <a:cs typeface="Segoe UI"/>
                  <a:sym typeface="Segoe UI"/>
                </a:rPr>
                <a:t>and be eligible to </a:t>
              </a:r>
              <a:r>
                <a:rPr lang="en-US" sz="1900" b="1" spc="-93">
                  <a:solidFill>
                    <a:srgbClr val="DE3DDD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WIN PRIZES!</a:t>
              </a:r>
            </a:p>
          </p:txBody>
        </p:sp>
      </p:grpSp>
      <p:sp>
        <p:nvSpPr>
          <p:cNvPr id="13" name="Freeform 13"/>
          <p:cNvSpPr/>
          <p:nvPr/>
        </p:nvSpPr>
        <p:spPr>
          <a:xfrm>
            <a:off x="2001948" y="679242"/>
            <a:ext cx="2718897" cy="5433266"/>
          </a:xfrm>
          <a:custGeom>
            <a:avLst/>
            <a:gdLst/>
            <a:ahLst/>
            <a:cxnLst/>
            <a:rect l="l" t="t" r="r" b="b"/>
            <a:pathLst>
              <a:path w="3398621" h="6791582">
                <a:moveTo>
                  <a:pt x="0" y="0"/>
                </a:moveTo>
                <a:lnTo>
                  <a:pt x="3398621" y="0"/>
                </a:lnTo>
                <a:lnTo>
                  <a:pt x="3398621" y="6791582"/>
                </a:lnTo>
                <a:lnTo>
                  <a:pt x="0" y="679158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 sz="1440"/>
          </a:p>
        </p:txBody>
      </p:sp>
      <p:sp>
        <p:nvSpPr>
          <p:cNvPr id="14" name="Freeform 14"/>
          <p:cNvSpPr/>
          <p:nvPr/>
        </p:nvSpPr>
        <p:spPr>
          <a:xfrm>
            <a:off x="2206871" y="1342568"/>
            <a:ext cx="2326390" cy="962379"/>
          </a:xfrm>
          <a:custGeom>
            <a:avLst/>
            <a:gdLst/>
            <a:ahLst/>
            <a:cxnLst/>
            <a:rect l="l" t="t" r="r" b="b"/>
            <a:pathLst>
              <a:path w="2907988" h="1202974">
                <a:moveTo>
                  <a:pt x="0" y="0"/>
                </a:moveTo>
                <a:lnTo>
                  <a:pt x="2907988" y="0"/>
                </a:lnTo>
                <a:lnTo>
                  <a:pt x="2907988" y="1202974"/>
                </a:lnTo>
                <a:lnTo>
                  <a:pt x="0" y="120297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745" t="-54084" r="-3154" b="-391915"/>
            </a:stretch>
          </a:blipFill>
        </p:spPr>
        <p:txBody>
          <a:bodyPr/>
          <a:lstStyle/>
          <a:p>
            <a:endParaRPr lang="en-US" sz="1440"/>
          </a:p>
        </p:txBody>
      </p:sp>
      <p:sp>
        <p:nvSpPr>
          <p:cNvPr id="15" name="TextBox 15"/>
          <p:cNvSpPr txBox="1"/>
          <p:nvPr/>
        </p:nvSpPr>
        <p:spPr>
          <a:xfrm>
            <a:off x="6864683" y="483727"/>
            <a:ext cx="7398040" cy="1322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170"/>
              </a:lnSpc>
            </a:pPr>
            <a:r>
              <a:rPr lang="en-US" sz="5122">
                <a:solidFill>
                  <a:srgbClr val="FFFFFF"/>
                </a:solidFill>
                <a:latin typeface="Segoe UI"/>
                <a:ea typeface="Segoe UI"/>
                <a:cs typeface="Segoe UI"/>
                <a:sym typeface="Segoe UI"/>
              </a:rPr>
              <a:t>How was</a:t>
            </a:r>
          </a:p>
          <a:p>
            <a:pPr>
              <a:lnSpc>
                <a:spcPts val="2561"/>
              </a:lnSpc>
            </a:pPr>
            <a:r>
              <a:rPr lang="en-US" sz="5122">
                <a:solidFill>
                  <a:srgbClr val="FFFFFF"/>
                </a:solidFill>
                <a:latin typeface="Segoe UI"/>
                <a:ea typeface="Segoe UI"/>
                <a:cs typeface="Segoe UI"/>
                <a:sym typeface="Segoe UI"/>
              </a:rPr>
              <a:t>the session?</a:t>
            </a:r>
          </a:p>
        </p:txBody>
      </p:sp>
      <p:sp>
        <p:nvSpPr>
          <p:cNvPr id="16" name="Freeform 16"/>
          <p:cNvSpPr/>
          <p:nvPr/>
        </p:nvSpPr>
        <p:spPr>
          <a:xfrm>
            <a:off x="2206871" y="2472730"/>
            <a:ext cx="2326390" cy="440627"/>
          </a:xfrm>
          <a:custGeom>
            <a:avLst/>
            <a:gdLst/>
            <a:ahLst/>
            <a:cxnLst/>
            <a:rect l="l" t="t" r="r" b="b"/>
            <a:pathLst>
              <a:path w="2907988" h="550784">
                <a:moveTo>
                  <a:pt x="0" y="0"/>
                </a:moveTo>
                <a:lnTo>
                  <a:pt x="2907988" y="0"/>
                </a:lnTo>
                <a:lnTo>
                  <a:pt x="2907988" y="550784"/>
                </a:lnTo>
                <a:lnTo>
                  <a:pt x="0" y="55078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3264" t="-362043" r="-4958" b="-780103"/>
            </a:stretch>
          </a:blipFill>
        </p:spPr>
        <p:txBody>
          <a:bodyPr/>
          <a:lstStyle/>
          <a:p>
            <a:endParaRPr lang="en-US" sz="1440"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73713" y="3327357"/>
            <a:ext cx="1311155" cy="1311155"/>
          </a:xfrm>
          <a:prstGeom prst="rect">
            <a:avLst/>
          </a:prstGeom>
        </p:spPr>
      </p:pic>
      <p:sp>
        <p:nvSpPr>
          <p:cNvPr id="18" name="Freeform 18"/>
          <p:cNvSpPr/>
          <p:nvPr/>
        </p:nvSpPr>
        <p:spPr>
          <a:xfrm>
            <a:off x="3686602" y="3698133"/>
            <a:ext cx="808598" cy="396214"/>
          </a:xfrm>
          <a:custGeom>
            <a:avLst/>
            <a:gdLst/>
            <a:ahLst/>
            <a:cxnLst/>
            <a:rect l="l" t="t" r="r" b="b"/>
            <a:pathLst>
              <a:path w="1010748" h="495267">
                <a:moveTo>
                  <a:pt x="0" y="0"/>
                </a:moveTo>
                <a:lnTo>
                  <a:pt x="1010749" y="0"/>
                </a:lnTo>
                <a:lnTo>
                  <a:pt x="1010749" y="495267"/>
                </a:lnTo>
                <a:lnTo>
                  <a:pt x="0" y="4952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 sz="1440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C50EF-BDC9-724A-D707-7507A23CD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4D287AB-0F04-767D-5726-B5B7D65A0E6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05394303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3D black question marks with one yellow question mark">
            <a:extLst>
              <a:ext uri="{FF2B5EF4-FFF2-40B4-BE49-F238E27FC236}">
                <a16:creationId xmlns:a16="http://schemas.microsoft.com/office/drawing/2014/main" id="{E94E95AF-DC37-981C-125C-9123F404D63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l="28990" r="6122" b="1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D5C17A3-5F76-2DAE-88B8-2548A5AC6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122362"/>
            <a:ext cx="9144000" cy="290051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>
                <a:solidFill>
                  <a:srgbClr val="FFFFFF"/>
                </a:solidFill>
              </a:rPr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18444215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14710</TotalTime>
  <Words>4373</Words>
  <Application>Microsoft Office PowerPoint</Application>
  <PresentationFormat>Widescreen</PresentationFormat>
  <Paragraphs>586</Paragraphs>
  <Slides>120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120</vt:i4>
      </vt:variant>
    </vt:vector>
  </HeadingPairs>
  <TitlesOfParts>
    <vt:vector size="130" baseType="lpstr">
      <vt:lpstr>Aptos</vt:lpstr>
      <vt:lpstr>Aptos Display</vt:lpstr>
      <vt:lpstr>Arial</vt:lpstr>
      <vt:lpstr>Calibri</vt:lpstr>
      <vt:lpstr>Cascadia Code</vt:lpstr>
      <vt:lpstr>Segoe UI</vt:lpstr>
      <vt:lpstr>Segoe UI Bold</vt:lpstr>
      <vt:lpstr>Segoe UI Semibold</vt:lpstr>
      <vt:lpstr>Segoe UI Variable Display Semibold</vt:lpstr>
      <vt:lpstr>Office Theme</vt:lpstr>
      <vt:lpstr>SQL Server 2025 Deep Dive: Essential Innovations for DBAs and Database Developers</vt:lpstr>
      <vt:lpstr>PowerPoint Presentation</vt:lpstr>
      <vt:lpstr>PowerPoint Presentation</vt:lpstr>
      <vt:lpstr>Joey’s Info and Pic</vt:lpstr>
      <vt:lpstr>Matt Gordon  Director, Data &amp; Analytics at Lean TECHniques </vt:lpstr>
      <vt:lpstr>Who Is Here and What Are You Hoping to Learn?</vt:lpstr>
      <vt:lpstr>Agenda — What We'll Cover Today</vt:lpstr>
      <vt:lpstr>Data Is the Fuel That Powers AI</vt:lpstr>
      <vt:lpstr>Introducing SQL Server 2025</vt:lpstr>
      <vt:lpstr>PowerPoint Presentation</vt:lpstr>
      <vt:lpstr>Things You Need to Do </vt:lpstr>
      <vt:lpstr>SQL Server 2025 — Areas of Innovation</vt:lpstr>
      <vt:lpstr>SQL Server 2025 — Meat and Potatoes</vt:lpstr>
      <vt:lpstr>The SQL Server 2025 Platform Architecture</vt:lpstr>
      <vt:lpstr>SSMS 22 — General Availability</vt:lpstr>
      <vt:lpstr>SSMS 22 — Developer Productivity Features</vt:lpstr>
      <vt:lpstr>VS Code mssql Extension</vt:lpstr>
      <vt:lpstr>Developer Edition Changes</vt:lpstr>
      <vt:lpstr>Timeline and Availability</vt:lpstr>
      <vt:lpstr>FAQ — Pricing, Licensing, and Editions</vt:lpstr>
      <vt:lpstr>Deprecated Features and Other Items</vt:lpstr>
      <vt:lpstr>Module 2</vt:lpstr>
      <vt:lpstr>Built for Developers — Overview</vt:lpstr>
      <vt:lpstr>Native JSON — The Problem</vt:lpstr>
      <vt:lpstr>Native JSON — The Solution</vt:lpstr>
      <vt:lpstr>Native JSON — Indexing</vt:lpstr>
      <vt:lpstr>Native JSON — New Functions</vt:lpstr>
      <vt:lpstr>Native JSON — Use Cases</vt:lpstr>
      <vt:lpstr>Demo </vt:lpstr>
      <vt:lpstr>T-SQL Enhancements — Regular Expressions</vt:lpstr>
      <vt:lpstr>T-SQL Enhancements — String and Data Functions</vt:lpstr>
      <vt:lpstr>T-SQL Enhancements — Aggregates and Matching</vt:lpstr>
      <vt:lpstr>Demo</vt:lpstr>
      <vt:lpstr>GitHub Copilot for SQL — Overview</vt:lpstr>
      <vt:lpstr>GitHub Copilot for SQL — In Action</vt:lpstr>
      <vt:lpstr>Demo</vt:lpstr>
      <vt:lpstr>Change Event Streaming (CES) — The Problem</vt:lpstr>
      <vt:lpstr>Change Event Streaming (CES) — The Solution</vt:lpstr>
      <vt:lpstr>CT vs. CDC vs. CES — Comparison</vt:lpstr>
      <vt:lpstr>CT vs. CDC vs. CES — When to Use What</vt:lpstr>
      <vt:lpstr>CT vs. CDC vs. CES — When to Use What</vt:lpstr>
      <vt:lpstr>CES Architecture — F1 Race Operations Example</vt:lpstr>
      <vt:lpstr>CES — Event Payload and Configuration </vt:lpstr>
      <vt:lpstr>Demo</vt:lpstr>
      <vt:lpstr>REST API Connectivity</vt:lpstr>
      <vt:lpstr>Data API Builder and GraphQL</vt:lpstr>
      <vt:lpstr>Microsoft Python Driver for SQL Server</vt:lpstr>
      <vt:lpstr>Module 3</vt:lpstr>
      <vt:lpstr>What Problems Are We Trying to Solve with AI?</vt:lpstr>
      <vt:lpstr>Why AI in the Database? </vt:lpstr>
      <vt:lpstr>Vector Search — The Concept</vt:lpstr>
      <vt:lpstr>Vector Search with Your Data — The RAG Pattern</vt:lpstr>
      <vt:lpstr>Agentic RAG — Three Patterns</vt:lpstr>
      <vt:lpstr>The Vector Data Type</vt:lpstr>
      <vt:lpstr>Model Definitions — CREATE EXTERNAL MODEL</vt:lpstr>
      <vt:lpstr>Embedding Generation</vt:lpstr>
      <vt:lpstr>Searching with VECTOR_DISTANCE (KNN)</vt:lpstr>
      <vt:lpstr>DiskANN Index and VECTOR_SEARCH (ANN)</vt:lpstr>
      <vt:lpstr>Hybrid Search — The Best of Both Worlds</vt:lpstr>
      <vt:lpstr>SQL Server 2025 Vector Architecture — Overview</vt:lpstr>
      <vt:lpstr>Vector Architecture — Model Definition and Embeddings (Steps 1-3)</vt:lpstr>
      <vt:lpstr>Vector Architecture — Search and Retrieval (Steps 4-7)</vt:lpstr>
      <vt:lpstr>Security, SQL, and AI</vt:lpstr>
      <vt:lpstr>AI Provider Flexibility</vt:lpstr>
      <vt:lpstr>Demo</vt:lpstr>
      <vt:lpstr>Lunch</vt:lpstr>
      <vt:lpstr>The Core Engine: Secure by Default</vt:lpstr>
      <vt:lpstr>Security Vision for SQL Server 2025</vt:lpstr>
      <vt:lpstr>Managed Identity — Inbound Connections</vt:lpstr>
      <vt:lpstr>Managed Identity — Outbound Connections</vt:lpstr>
      <vt:lpstr>Microsoft Entra Enhancements</vt:lpstr>
      <vt:lpstr>Encryption and Protocol Enhancements</vt:lpstr>
      <vt:lpstr>Microsoft Defender for SQL</vt:lpstr>
      <vt:lpstr>Demo</vt:lpstr>
      <vt:lpstr>The Core Engine: Mission Critical Performance</vt:lpstr>
      <vt:lpstr>Mission Critical Engine — Three Investment Areas</vt:lpstr>
      <vt:lpstr>Optimized Locking — The Problem</vt:lpstr>
      <vt:lpstr>Optimized Locking — The Solution</vt:lpstr>
      <vt:lpstr>Optimized Locking — Benefits</vt:lpstr>
      <vt:lpstr>Demo</vt:lpstr>
      <vt:lpstr>Intelligent Query Processing — What's New</vt:lpstr>
      <vt:lpstr>Optimized sp_executesql</vt:lpstr>
      <vt:lpstr>Batch Mode Optimizations</vt:lpstr>
      <vt:lpstr>Columnstore Index Improvements</vt:lpstr>
      <vt:lpstr>Query Store Enhancements</vt:lpstr>
      <vt:lpstr>Tempdb Resource Governance</vt:lpstr>
      <vt:lpstr>Demo </vt:lpstr>
      <vt:lpstr>ABORT_QUERY_EXECUTION Hint</vt:lpstr>
      <vt:lpstr>Demo </vt:lpstr>
      <vt:lpstr>Other Performance Enhancements</vt:lpstr>
      <vt:lpstr>Break</vt:lpstr>
      <vt:lpstr>The Core Engine: Availability Groups</vt:lpstr>
      <vt:lpstr>AG Enhancements — The Big Theme</vt:lpstr>
      <vt:lpstr>Reliable Failover</vt:lpstr>
      <vt:lpstr>Improved Health Diagnostics</vt:lpstr>
      <vt:lpstr>Communication and Tuning</vt:lpstr>
      <vt:lpstr>AG Configuration Enhancements</vt:lpstr>
      <vt:lpstr>Backup Enhancements — ZSTD Compression</vt:lpstr>
      <vt:lpstr>Backup Enhancements — Azure and Secondary</vt:lpstr>
      <vt:lpstr>Demo</vt:lpstr>
      <vt:lpstr>Health Check Timeout Flexibility</vt:lpstr>
      <vt:lpstr>Demo</vt:lpstr>
      <vt:lpstr>Connected with Azure Arc</vt:lpstr>
      <vt:lpstr>Azure Arc for SQL Server — Why It Matters</vt:lpstr>
      <vt:lpstr>What Arc Enables — Security</vt:lpstr>
      <vt:lpstr>What Arc Enables — Management</vt:lpstr>
      <vt:lpstr>What Arc Enables — AI and Fabric</vt:lpstr>
      <vt:lpstr>Arc Architecture and Onboarding</vt:lpstr>
      <vt:lpstr>Demo</vt:lpstr>
      <vt:lpstr>Integrate Your Data with Microsoft Fabric</vt:lpstr>
      <vt:lpstr>Why Fabric Mirroring?</vt:lpstr>
      <vt:lpstr>Mirroring Architecture</vt:lpstr>
      <vt:lpstr>Mirroring — What It Unlocks</vt:lpstr>
      <vt:lpstr>Mirroring — Configuration and Management</vt:lpstr>
      <vt:lpstr>Wrap Up</vt:lpstr>
      <vt:lpstr>Edition Highlights Recap</vt:lpstr>
      <vt:lpstr>PowerPoint Presentation</vt:lpstr>
      <vt:lpstr>PowerPoint Presentation</vt:lpstr>
      <vt:lpstr>Resources</vt:lpstr>
      <vt:lpstr>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Joey Dantoni</dc:creator>
  <cp:lastModifiedBy>Matt Gordon</cp:lastModifiedBy>
  <cp:revision>28</cp:revision>
  <dcterms:created xsi:type="dcterms:W3CDTF">2026-02-25T13:45:13Z</dcterms:created>
  <dcterms:modified xsi:type="dcterms:W3CDTF">2026-08-25T15:34:06Z</dcterms:modified>
</cp:coreProperties>
</file>