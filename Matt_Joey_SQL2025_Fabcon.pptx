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147483529" r:id="rId5"/>
    <p:sldId id="259" r:id="rId6"/>
    <p:sldId id="2147483530" r:id="rId7"/>
    <p:sldId id="2147483531" r:id="rId8"/>
    <p:sldId id="2147483532" r:id="rId9"/>
    <p:sldId id="2147483533" r:id="rId10"/>
    <p:sldId id="21474835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8575A-002E-4FB4-A790-BD3AB215EA95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D857346A-4D4B-4D05-B9BB-7772E8496D64}">
      <dgm:prSet/>
      <dgm:spPr/>
      <dgm:t>
        <a:bodyPr/>
        <a:lstStyle/>
        <a:p>
          <a:r>
            <a:rPr lang="en-US"/>
            <a:t>Module 1: The Big Picture</a:t>
          </a:r>
        </a:p>
      </dgm:t>
    </dgm:pt>
    <dgm:pt modelId="{099477F5-1721-433C-A70C-A410724D0009}" type="parTrans" cxnId="{F2851ECD-EB32-447D-B5B5-E9A48DF898A6}">
      <dgm:prSet/>
      <dgm:spPr/>
      <dgm:t>
        <a:bodyPr/>
        <a:lstStyle/>
        <a:p>
          <a:endParaRPr lang="en-US"/>
        </a:p>
      </dgm:t>
    </dgm:pt>
    <dgm:pt modelId="{ADAE0D49-580B-48D2-A1B2-CE74210D61D4}" type="sibTrans" cxnId="{F2851ECD-EB32-447D-B5B5-E9A48DF898A6}">
      <dgm:prSet/>
      <dgm:spPr/>
      <dgm:t>
        <a:bodyPr/>
        <a:lstStyle/>
        <a:p>
          <a:endParaRPr lang="en-US"/>
        </a:p>
      </dgm:t>
    </dgm:pt>
    <dgm:pt modelId="{349416AF-DAE7-47CC-A927-4600E30E5C87}">
      <dgm:prSet/>
      <dgm:spPr/>
      <dgm:t>
        <a:bodyPr/>
        <a:lstStyle/>
        <a:p>
          <a:r>
            <a:rPr lang="en-US" dirty="0"/>
            <a:t>Module 2: Developers, Developers, Developers</a:t>
          </a:r>
        </a:p>
      </dgm:t>
    </dgm:pt>
    <dgm:pt modelId="{DCC3CA71-C0E0-460B-B5ED-CC368870C000}" type="parTrans" cxnId="{00B09AD0-98B1-4352-BAFF-FC9EADEB90B2}">
      <dgm:prSet/>
      <dgm:spPr/>
      <dgm:t>
        <a:bodyPr/>
        <a:lstStyle/>
        <a:p>
          <a:endParaRPr lang="en-US"/>
        </a:p>
      </dgm:t>
    </dgm:pt>
    <dgm:pt modelId="{4F9F0DF1-6118-49BF-B2A4-7D1D2F3B7371}" type="sibTrans" cxnId="{00B09AD0-98B1-4352-BAFF-FC9EADEB90B2}">
      <dgm:prSet/>
      <dgm:spPr/>
      <dgm:t>
        <a:bodyPr/>
        <a:lstStyle/>
        <a:p>
          <a:endParaRPr lang="en-US"/>
        </a:p>
      </dgm:t>
    </dgm:pt>
    <dgm:pt modelId="{380460AB-4D34-4525-9FD0-199B899069BD}">
      <dgm:prSet/>
      <dgm:spPr/>
      <dgm:t>
        <a:bodyPr/>
        <a:lstStyle/>
        <a:p>
          <a:r>
            <a:rPr lang="en-US"/>
            <a:t>Module 3: AI Built-In</a:t>
          </a:r>
        </a:p>
      </dgm:t>
    </dgm:pt>
    <dgm:pt modelId="{1FD4CA03-35DB-48F0-9515-1900B73984F9}" type="parTrans" cxnId="{6F6C9CF0-B4A9-4C48-A78D-0FBF676AEEEF}">
      <dgm:prSet/>
      <dgm:spPr/>
      <dgm:t>
        <a:bodyPr/>
        <a:lstStyle/>
        <a:p>
          <a:endParaRPr lang="en-US"/>
        </a:p>
      </dgm:t>
    </dgm:pt>
    <dgm:pt modelId="{322F3660-7807-4F24-93B1-07A69436CBD9}" type="sibTrans" cxnId="{6F6C9CF0-B4A9-4C48-A78D-0FBF676AEEEF}">
      <dgm:prSet/>
      <dgm:spPr/>
      <dgm:t>
        <a:bodyPr/>
        <a:lstStyle/>
        <a:p>
          <a:endParaRPr lang="en-US"/>
        </a:p>
      </dgm:t>
    </dgm:pt>
    <dgm:pt modelId="{B1192B1B-1870-4C2A-9622-0F9F474FF59B}">
      <dgm:prSet/>
      <dgm:spPr/>
      <dgm:t>
        <a:bodyPr/>
        <a:lstStyle/>
        <a:p>
          <a:r>
            <a:rPr lang="en-US"/>
            <a:t>Module 4: The Core Engine — Security</a:t>
          </a:r>
        </a:p>
      </dgm:t>
    </dgm:pt>
    <dgm:pt modelId="{DBC624FD-1287-4268-9D84-836EE8D15729}" type="parTrans" cxnId="{A100C690-601C-4CFF-990A-2F190AB623B3}">
      <dgm:prSet/>
      <dgm:spPr/>
      <dgm:t>
        <a:bodyPr/>
        <a:lstStyle/>
        <a:p>
          <a:endParaRPr lang="en-US"/>
        </a:p>
      </dgm:t>
    </dgm:pt>
    <dgm:pt modelId="{5E959232-3910-4445-B200-E09F894415CE}" type="sibTrans" cxnId="{A100C690-601C-4CFF-990A-2F190AB623B3}">
      <dgm:prSet/>
      <dgm:spPr/>
      <dgm:t>
        <a:bodyPr/>
        <a:lstStyle/>
        <a:p>
          <a:endParaRPr lang="en-US"/>
        </a:p>
      </dgm:t>
    </dgm:pt>
    <dgm:pt modelId="{F0AB67B5-BA38-4784-B0D4-11F23A194EF8}">
      <dgm:prSet/>
      <dgm:spPr/>
      <dgm:t>
        <a:bodyPr/>
        <a:lstStyle/>
        <a:p>
          <a:r>
            <a:rPr lang="en-US"/>
            <a:t>Module 5: The Core Engine — Performance &amp; Concurrency</a:t>
          </a:r>
        </a:p>
      </dgm:t>
    </dgm:pt>
    <dgm:pt modelId="{2B530487-9A3B-40D3-AD35-148CD3354D0A}" type="parTrans" cxnId="{0919131C-0104-41CC-A80F-FCF644753F9F}">
      <dgm:prSet/>
      <dgm:spPr/>
      <dgm:t>
        <a:bodyPr/>
        <a:lstStyle/>
        <a:p>
          <a:endParaRPr lang="en-US"/>
        </a:p>
      </dgm:t>
    </dgm:pt>
    <dgm:pt modelId="{FA221878-A768-4146-A72D-B4877FE08F8F}" type="sibTrans" cxnId="{0919131C-0104-41CC-A80F-FCF644753F9F}">
      <dgm:prSet/>
      <dgm:spPr/>
      <dgm:t>
        <a:bodyPr/>
        <a:lstStyle/>
        <a:p>
          <a:endParaRPr lang="en-US"/>
        </a:p>
      </dgm:t>
    </dgm:pt>
    <dgm:pt modelId="{94191C81-FBBF-4DAB-9217-3D37650379AA}">
      <dgm:prSet/>
      <dgm:spPr/>
      <dgm:t>
        <a:bodyPr/>
        <a:lstStyle/>
        <a:p>
          <a:r>
            <a:rPr lang="en-US"/>
            <a:t>Module 6: The Core Engine — Availability Groups</a:t>
          </a:r>
        </a:p>
      </dgm:t>
    </dgm:pt>
    <dgm:pt modelId="{594DE4D0-339A-42DD-A060-EFD297144944}" type="parTrans" cxnId="{92BFB904-3D0D-43F5-A07C-3C3AACA8BB10}">
      <dgm:prSet/>
      <dgm:spPr/>
      <dgm:t>
        <a:bodyPr/>
        <a:lstStyle/>
        <a:p>
          <a:endParaRPr lang="en-US"/>
        </a:p>
      </dgm:t>
    </dgm:pt>
    <dgm:pt modelId="{2D61E053-2300-4ADF-BFBC-9D2043456B17}" type="sibTrans" cxnId="{92BFB904-3D0D-43F5-A07C-3C3AACA8BB10}">
      <dgm:prSet/>
      <dgm:spPr/>
      <dgm:t>
        <a:bodyPr/>
        <a:lstStyle/>
        <a:p>
          <a:endParaRPr lang="en-US"/>
        </a:p>
      </dgm:t>
    </dgm:pt>
    <dgm:pt modelId="{038D8171-7D43-4406-B231-8D1F25478134}">
      <dgm:prSet/>
      <dgm:spPr/>
      <dgm:t>
        <a:bodyPr/>
        <a:lstStyle/>
        <a:p>
          <a:r>
            <a:rPr lang="en-US"/>
            <a:t>Module 7: Connected with Arc</a:t>
          </a:r>
        </a:p>
      </dgm:t>
    </dgm:pt>
    <dgm:pt modelId="{CA0119C6-A1C1-4506-BBBE-C916029B705C}" type="parTrans" cxnId="{A912C697-9940-4788-BE46-16214E715CA6}">
      <dgm:prSet/>
      <dgm:spPr/>
      <dgm:t>
        <a:bodyPr/>
        <a:lstStyle/>
        <a:p>
          <a:endParaRPr lang="en-US"/>
        </a:p>
      </dgm:t>
    </dgm:pt>
    <dgm:pt modelId="{B73E2FB9-2346-45DE-B165-DD874CA6D23E}" type="sibTrans" cxnId="{A912C697-9940-4788-BE46-16214E715CA6}">
      <dgm:prSet/>
      <dgm:spPr/>
      <dgm:t>
        <a:bodyPr/>
        <a:lstStyle/>
        <a:p>
          <a:endParaRPr lang="en-US"/>
        </a:p>
      </dgm:t>
    </dgm:pt>
    <dgm:pt modelId="{EF8E4B45-EAB9-43AE-99A8-A36A581567A8}">
      <dgm:prSet/>
      <dgm:spPr/>
      <dgm:t>
        <a:bodyPr/>
        <a:lstStyle/>
        <a:p>
          <a:r>
            <a:rPr lang="en-US"/>
            <a:t>Module 8: Fabric Integration &amp; Mirroring</a:t>
          </a:r>
        </a:p>
      </dgm:t>
    </dgm:pt>
    <dgm:pt modelId="{6E125A40-684C-461C-84F6-6A1ABB83FC53}" type="parTrans" cxnId="{4940BE06-0614-4C86-A75F-9F0596B28A0B}">
      <dgm:prSet/>
      <dgm:spPr/>
      <dgm:t>
        <a:bodyPr/>
        <a:lstStyle/>
        <a:p>
          <a:endParaRPr lang="en-US"/>
        </a:p>
      </dgm:t>
    </dgm:pt>
    <dgm:pt modelId="{4D5BE60E-3466-4500-A8DE-4D6F27E6B622}" type="sibTrans" cxnId="{4940BE06-0614-4C86-A75F-9F0596B28A0B}">
      <dgm:prSet/>
      <dgm:spPr/>
      <dgm:t>
        <a:bodyPr/>
        <a:lstStyle/>
        <a:p>
          <a:endParaRPr lang="en-US"/>
        </a:p>
      </dgm:t>
    </dgm:pt>
    <dgm:pt modelId="{347B0BCC-70D1-47AA-A276-32A62D5D8CA7}">
      <dgm:prSet/>
      <dgm:spPr/>
      <dgm:t>
        <a:bodyPr/>
        <a:lstStyle/>
        <a:p>
          <a:r>
            <a:rPr lang="en-US"/>
            <a:t>Module 9: Wrap-Up &amp; Resources</a:t>
          </a:r>
        </a:p>
      </dgm:t>
    </dgm:pt>
    <dgm:pt modelId="{B649953D-6842-4E94-91E7-A0118C1B0F5C}" type="parTrans" cxnId="{422447E8-2C28-4A88-B321-5AE5F91D4794}">
      <dgm:prSet/>
      <dgm:spPr/>
      <dgm:t>
        <a:bodyPr/>
        <a:lstStyle/>
        <a:p>
          <a:endParaRPr lang="en-US"/>
        </a:p>
      </dgm:t>
    </dgm:pt>
    <dgm:pt modelId="{C52A7C01-05E7-4A36-B322-5BCAEC07EF22}" type="sibTrans" cxnId="{422447E8-2C28-4A88-B321-5AE5F91D4794}">
      <dgm:prSet/>
      <dgm:spPr/>
      <dgm:t>
        <a:bodyPr/>
        <a:lstStyle/>
        <a:p>
          <a:endParaRPr lang="en-US"/>
        </a:p>
      </dgm:t>
    </dgm:pt>
    <dgm:pt modelId="{C79EE5C3-9872-454C-A262-E5D7B41E140C}" type="pres">
      <dgm:prSet presAssocID="{B228575A-002E-4FB4-A790-BD3AB215EA95}" presName="diagram" presStyleCnt="0">
        <dgm:presLayoutVars>
          <dgm:dir/>
          <dgm:resizeHandles val="exact"/>
        </dgm:presLayoutVars>
      </dgm:prSet>
      <dgm:spPr/>
    </dgm:pt>
    <dgm:pt modelId="{413BCDEE-DD27-0E4B-B796-EE329B4064F2}" type="pres">
      <dgm:prSet presAssocID="{D857346A-4D4B-4D05-B9BB-7772E8496D64}" presName="node" presStyleLbl="node1" presStyleIdx="0" presStyleCnt="9">
        <dgm:presLayoutVars>
          <dgm:bulletEnabled val="1"/>
        </dgm:presLayoutVars>
      </dgm:prSet>
      <dgm:spPr/>
    </dgm:pt>
    <dgm:pt modelId="{4F05240B-DBE8-D64E-9D59-3A0FC58ED0EE}" type="pres">
      <dgm:prSet presAssocID="{ADAE0D49-580B-48D2-A1B2-CE74210D61D4}" presName="sibTrans" presStyleCnt="0"/>
      <dgm:spPr/>
    </dgm:pt>
    <dgm:pt modelId="{001C2DBE-0C27-0542-A0E3-B2E6EFA7E0D4}" type="pres">
      <dgm:prSet presAssocID="{349416AF-DAE7-47CC-A927-4600E30E5C87}" presName="node" presStyleLbl="node1" presStyleIdx="1" presStyleCnt="9">
        <dgm:presLayoutVars>
          <dgm:bulletEnabled val="1"/>
        </dgm:presLayoutVars>
      </dgm:prSet>
      <dgm:spPr/>
    </dgm:pt>
    <dgm:pt modelId="{689C2636-F4C2-EA40-A950-AE50F7427803}" type="pres">
      <dgm:prSet presAssocID="{4F9F0DF1-6118-49BF-B2A4-7D1D2F3B7371}" presName="sibTrans" presStyleCnt="0"/>
      <dgm:spPr/>
    </dgm:pt>
    <dgm:pt modelId="{935BC0B8-E4A2-A94D-80D1-F5A5D686878A}" type="pres">
      <dgm:prSet presAssocID="{380460AB-4D34-4525-9FD0-199B899069BD}" presName="node" presStyleLbl="node1" presStyleIdx="2" presStyleCnt="9">
        <dgm:presLayoutVars>
          <dgm:bulletEnabled val="1"/>
        </dgm:presLayoutVars>
      </dgm:prSet>
      <dgm:spPr/>
    </dgm:pt>
    <dgm:pt modelId="{3A340201-DCF5-DF49-8BC4-5223D1CF1AB9}" type="pres">
      <dgm:prSet presAssocID="{322F3660-7807-4F24-93B1-07A69436CBD9}" presName="sibTrans" presStyleCnt="0"/>
      <dgm:spPr/>
    </dgm:pt>
    <dgm:pt modelId="{778F645A-9B7B-704D-9F4A-4E336B140DBD}" type="pres">
      <dgm:prSet presAssocID="{B1192B1B-1870-4C2A-9622-0F9F474FF59B}" presName="node" presStyleLbl="node1" presStyleIdx="3" presStyleCnt="9">
        <dgm:presLayoutVars>
          <dgm:bulletEnabled val="1"/>
        </dgm:presLayoutVars>
      </dgm:prSet>
      <dgm:spPr/>
    </dgm:pt>
    <dgm:pt modelId="{3EC8C88A-3F94-1445-BFCA-F669A4E3FCED}" type="pres">
      <dgm:prSet presAssocID="{5E959232-3910-4445-B200-E09F894415CE}" presName="sibTrans" presStyleCnt="0"/>
      <dgm:spPr/>
    </dgm:pt>
    <dgm:pt modelId="{1B1BBAAC-7C38-3348-9E7F-5E662798E834}" type="pres">
      <dgm:prSet presAssocID="{F0AB67B5-BA38-4784-B0D4-11F23A194EF8}" presName="node" presStyleLbl="node1" presStyleIdx="4" presStyleCnt="9">
        <dgm:presLayoutVars>
          <dgm:bulletEnabled val="1"/>
        </dgm:presLayoutVars>
      </dgm:prSet>
      <dgm:spPr/>
    </dgm:pt>
    <dgm:pt modelId="{CA351895-BF4E-D34C-BAF3-86247C4308E0}" type="pres">
      <dgm:prSet presAssocID="{FA221878-A768-4146-A72D-B4877FE08F8F}" presName="sibTrans" presStyleCnt="0"/>
      <dgm:spPr/>
    </dgm:pt>
    <dgm:pt modelId="{B69208D8-29A5-F14A-AF4E-432978374C4D}" type="pres">
      <dgm:prSet presAssocID="{94191C81-FBBF-4DAB-9217-3D37650379AA}" presName="node" presStyleLbl="node1" presStyleIdx="5" presStyleCnt="9">
        <dgm:presLayoutVars>
          <dgm:bulletEnabled val="1"/>
        </dgm:presLayoutVars>
      </dgm:prSet>
      <dgm:spPr/>
    </dgm:pt>
    <dgm:pt modelId="{74D7027B-300F-DC43-8027-7AD61788A062}" type="pres">
      <dgm:prSet presAssocID="{2D61E053-2300-4ADF-BFBC-9D2043456B17}" presName="sibTrans" presStyleCnt="0"/>
      <dgm:spPr/>
    </dgm:pt>
    <dgm:pt modelId="{0EF5CE48-B019-1649-8FD8-CCDEE889FAC5}" type="pres">
      <dgm:prSet presAssocID="{038D8171-7D43-4406-B231-8D1F25478134}" presName="node" presStyleLbl="node1" presStyleIdx="6" presStyleCnt="9">
        <dgm:presLayoutVars>
          <dgm:bulletEnabled val="1"/>
        </dgm:presLayoutVars>
      </dgm:prSet>
      <dgm:spPr/>
    </dgm:pt>
    <dgm:pt modelId="{D02C5C25-B1F7-5944-8B7A-9ED3C53B4A97}" type="pres">
      <dgm:prSet presAssocID="{B73E2FB9-2346-45DE-B165-DD874CA6D23E}" presName="sibTrans" presStyleCnt="0"/>
      <dgm:spPr/>
    </dgm:pt>
    <dgm:pt modelId="{90360AC2-3F11-2B44-BF2A-B37F76B6C33F}" type="pres">
      <dgm:prSet presAssocID="{EF8E4B45-EAB9-43AE-99A8-A36A581567A8}" presName="node" presStyleLbl="node1" presStyleIdx="7" presStyleCnt="9">
        <dgm:presLayoutVars>
          <dgm:bulletEnabled val="1"/>
        </dgm:presLayoutVars>
      </dgm:prSet>
      <dgm:spPr/>
    </dgm:pt>
    <dgm:pt modelId="{FC574B4C-5DBD-EB42-A3A0-9B9DCF67A2B2}" type="pres">
      <dgm:prSet presAssocID="{4D5BE60E-3466-4500-A8DE-4D6F27E6B622}" presName="sibTrans" presStyleCnt="0"/>
      <dgm:spPr/>
    </dgm:pt>
    <dgm:pt modelId="{0C10004B-FEA3-6C4C-B618-2EB1E333A668}" type="pres">
      <dgm:prSet presAssocID="{347B0BCC-70D1-47AA-A276-32A62D5D8CA7}" presName="node" presStyleLbl="node1" presStyleIdx="8" presStyleCnt="9">
        <dgm:presLayoutVars>
          <dgm:bulletEnabled val="1"/>
        </dgm:presLayoutVars>
      </dgm:prSet>
      <dgm:spPr/>
    </dgm:pt>
  </dgm:ptLst>
  <dgm:cxnLst>
    <dgm:cxn modelId="{92BFB904-3D0D-43F5-A07C-3C3AACA8BB10}" srcId="{B228575A-002E-4FB4-A790-BD3AB215EA95}" destId="{94191C81-FBBF-4DAB-9217-3D37650379AA}" srcOrd="5" destOrd="0" parTransId="{594DE4D0-339A-42DD-A060-EFD297144944}" sibTransId="{2D61E053-2300-4ADF-BFBC-9D2043456B17}"/>
    <dgm:cxn modelId="{4940BE06-0614-4C86-A75F-9F0596B28A0B}" srcId="{B228575A-002E-4FB4-A790-BD3AB215EA95}" destId="{EF8E4B45-EAB9-43AE-99A8-A36A581567A8}" srcOrd="7" destOrd="0" parTransId="{6E125A40-684C-461C-84F6-6A1ABB83FC53}" sibTransId="{4D5BE60E-3466-4500-A8DE-4D6F27E6B622}"/>
    <dgm:cxn modelId="{30528C18-42D7-4644-BF5C-0490245E4C95}" type="presOf" srcId="{EF8E4B45-EAB9-43AE-99A8-A36A581567A8}" destId="{90360AC2-3F11-2B44-BF2A-B37F76B6C33F}" srcOrd="0" destOrd="0" presId="urn:microsoft.com/office/officeart/2005/8/layout/default"/>
    <dgm:cxn modelId="{82AE101A-B6D8-1B40-BD9B-6F06D3C26D51}" type="presOf" srcId="{B1192B1B-1870-4C2A-9622-0F9F474FF59B}" destId="{778F645A-9B7B-704D-9F4A-4E336B140DBD}" srcOrd="0" destOrd="0" presId="urn:microsoft.com/office/officeart/2005/8/layout/default"/>
    <dgm:cxn modelId="{0919131C-0104-41CC-A80F-FCF644753F9F}" srcId="{B228575A-002E-4FB4-A790-BD3AB215EA95}" destId="{F0AB67B5-BA38-4784-B0D4-11F23A194EF8}" srcOrd="4" destOrd="0" parTransId="{2B530487-9A3B-40D3-AD35-148CD3354D0A}" sibTransId="{FA221878-A768-4146-A72D-B4877FE08F8F}"/>
    <dgm:cxn modelId="{44D74A27-0BF9-6C4E-9C86-F95BDC11D5E3}" type="presOf" srcId="{347B0BCC-70D1-47AA-A276-32A62D5D8CA7}" destId="{0C10004B-FEA3-6C4C-B618-2EB1E333A668}" srcOrd="0" destOrd="0" presId="urn:microsoft.com/office/officeart/2005/8/layout/default"/>
    <dgm:cxn modelId="{0655523E-0897-094F-8059-BD08BDD4EB4E}" type="presOf" srcId="{038D8171-7D43-4406-B231-8D1F25478134}" destId="{0EF5CE48-B019-1649-8FD8-CCDEE889FAC5}" srcOrd="0" destOrd="0" presId="urn:microsoft.com/office/officeart/2005/8/layout/default"/>
    <dgm:cxn modelId="{01337E72-A606-0B40-BD57-1D6A8BDC2C6B}" type="presOf" srcId="{94191C81-FBBF-4DAB-9217-3D37650379AA}" destId="{B69208D8-29A5-F14A-AF4E-432978374C4D}" srcOrd="0" destOrd="0" presId="urn:microsoft.com/office/officeart/2005/8/layout/default"/>
    <dgm:cxn modelId="{A100C690-601C-4CFF-990A-2F190AB623B3}" srcId="{B228575A-002E-4FB4-A790-BD3AB215EA95}" destId="{B1192B1B-1870-4C2A-9622-0F9F474FF59B}" srcOrd="3" destOrd="0" parTransId="{DBC624FD-1287-4268-9D84-836EE8D15729}" sibTransId="{5E959232-3910-4445-B200-E09F894415CE}"/>
    <dgm:cxn modelId="{A912C697-9940-4788-BE46-16214E715CA6}" srcId="{B228575A-002E-4FB4-A790-BD3AB215EA95}" destId="{038D8171-7D43-4406-B231-8D1F25478134}" srcOrd="6" destOrd="0" parTransId="{CA0119C6-A1C1-4506-BBBE-C916029B705C}" sibTransId="{B73E2FB9-2346-45DE-B165-DD874CA6D23E}"/>
    <dgm:cxn modelId="{86CDA0AA-F4EC-664A-95F9-DB98DDB0491B}" type="presOf" srcId="{D857346A-4D4B-4D05-B9BB-7772E8496D64}" destId="{413BCDEE-DD27-0E4B-B796-EE329B4064F2}" srcOrd="0" destOrd="0" presId="urn:microsoft.com/office/officeart/2005/8/layout/default"/>
    <dgm:cxn modelId="{DB5D99CA-B3ED-C04B-8D66-000B7FA77E0D}" type="presOf" srcId="{380460AB-4D34-4525-9FD0-199B899069BD}" destId="{935BC0B8-E4A2-A94D-80D1-F5A5D686878A}" srcOrd="0" destOrd="0" presId="urn:microsoft.com/office/officeart/2005/8/layout/default"/>
    <dgm:cxn modelId="{F2851ECD-EB32-447D-B5B5-E9A48DF898A6}" srcId="{B228575A-002E-4FB4-A790-BD3AB215EA95}" destId="{D857346A-4D4B-4D05-B9BB-7772E8496D64}" srcOrd="0" destOrd="0" parTransId="{099477F5-1721-433C-A70C-A410724D0009}" sibTransId="{ADAE0D49-580B-48D2-A1B2-CE74210D61D4}"/>
    <dgm:cxn modelId="{00B09AD0-98B1-4352-BAFF-FC9EADEB90B2}" srcId="{B228575A-002E-4FB4-A790-BD3AB215EA95}" destId="{349416AF-DAE7-47CC-A927-4600E30E5C87}" srcOrd="1" destOrd="0" parTransId="{DCC3CA71-C0E0-460B-B5ED-CC368870C000}" sibTransId="{4F9F0DF1-6118-49BF-B2A4-7D1D2F3B7371}"/>
    <dgm:cxn modelId="{265B5FDC-33C5-AE40-BFBF-AECFB960A3D6}" type="presOf" srcId="{F0AB67B5-BA38-4784-B0D4-11F23A194EF8}" destId="{1B1BBAAC-7C38-3348-9E7F-5E662798E834}" srcOrd="0" destOrd="0" presId="urn:microsoft.com/office/officeart/2005/8/layout/default"/>
    <dgm:cxn modelId="{A32DDFE4-509B-5147-9B90-B6BB6108D339}" type="presOf" srcId="{B228575A-002E-4FB4-A790-BD3AB215EA95}" destId="{C79EE5C3-9872-454C-A262-E5D7B41E140C}" srcOrd="0" destOrd="0" presId="urn:microsoft.com/office/officeart/2005/8/layout/default"/>
    <dgm:cxn modelId="{422447E8-2C28-4A88-B321-5AE5F91D4794}" srcId="{B228575A-002E-4FB4-A790-BD3AB215EA95}" destId="{347B0BCC-70D1-47AA-A276-32A62D5D8CA7}" srcOrd="8" destOrd="0" parTransId="{B649953D-6842-4E94-91E7-A0118C1B0F5C}" sibTransId="{C52A7C01-05E7-4A36-B322-5BCAEC07EF22}"/>
    <dgm:cxn modelId="{54EBCEEA-0615-3348-A7CC-3E74D2EE9354}" type="presOf" srcId="{349416AF-DAE7-47CC-A927-4600E30E5C87}" destId="{001C2DBE-0C27-0542-A0E3-B2E6EFA7E0D4}" srcOrd="0" destOrd="0" presId="urn:microsoft.com/office/officeart/2005/8/layout/default"/>
    <dgm:cxn modelId="{6F6C9CF0-B4A9-4C48-A78D-0FBF676AEEEF}" srcId="{B228575A-002E-4FB4-A790-BD3AB215EA95}" destId="{380460AB-4D34-4525-9FD0-199B899069BD}" srcOrd="2" destOrd="0" parTransId="{1FD4CA03-35DB-48F0-9515-1900B73984F9}" sibTransId="{322F3660-7807-4F24-93B1-07A69436CBD9}"/>
    <dgm:cxn modelId="{42111011-C406-0642-AC3F-107D010C03DA}" type="presParOf" srcId="{C79EE5C3-9872-454C-A262-E5D7B41E140C}" destId="{413BCDEE-DD27-0E4B-B796-EE329B4064F2}" srcOrd="0" destOrd="0" presId="urn:microsoft.com/office/officeart/2005/8/layout/default"/>
    <dgm:cxn modelId="{973795E9-6884-BA4E-A5E1-49E1ECF8AC54}" type="presParOf" srcId="{C79EE5C3-9872-454C-A262-E5D7B41E140C}" destId="{4F05240B-DBE8-D64E-9D59-3A0FC58ED0EE}" srcOrd="1" destOrd="0" presId="urn:microsoft.com/office/officeart/2005/8/layout/default"/>
    <dgm:cxn modelId="{8E3A23E9-0C5D-7346-A016-BB3A5DF543A2}" type="presParOf" srcId="{C79EE5C3-9872-454C-A262-E5D7B41E140C}" destId="{001C2DBE-0C27-0542-A0E3-B2E6EFA7E0D4}" srcOrd="2" destOrd="0" presId="urn:microsoft.com/office/officeart/2005/8/layout/default"/>
    <dgm:cxn modelId="{D0CF3FB4-DB1A-7E41-9BFC-7BCD202D653D}" type="presParOf" srcId="{C79EE5C3-9872-454C-A262-E5D7B41E140C}" destId="{689C2636-F4C2-EA40-A950-AE50F7427803}" srcOrd="3" destOrd="0" presId="urn:microsoft.com/office/officeart/2005/8/layout/default"/>
    <dgm:cxn modelId="{A113BE4C-9220-7245-A4B7-046F694670D2}" type="presParOf" srcId="{C79EE5C3-9872-454C-A262-E5D7B41E140C}" destId="{935BC0B8-E4A2-A94D-80D1-F5A5D686878A}" srcOrd="4" destOrd="0" presId="urn:microsoft.com/office/officeart/2005/8/layout/default"/>
    <dgm:cxn modelId="{91A0868A-D272-E94D-BFD2-EB72B67762F9}" type="presParOf" srcId="{C79EE5C3-9872-454C-A262-E5D7B41E140C}" destId="{3A340201-DCF5-DF49-8BC4-5223D1CF1AB9}" srcOrd="5" destOrd="0" presId="urn:microsoft.com/office/officeart/2005/8/layout/default"/>
    <dgm:cxn modelId="{B2D584FB-8400-8E42-A3B1-26BB8C3A922A}" type="presParOf" srcId="{C79EE5C3-9872-454C-A262-E5D7B41E140C}" destId="{778F645A-9B7B-704D-9F4A-4E336B140DBD}" srcOrd="6" destOrd="0" presId="urn:microsoft.com/office/officeart/2005/8/layout/default"/>
    <dgm:cxn modelId="{6D690782-D819-2B46-91AC-E019E30A15D0}" type="presParOf" srcId="{C79EE5C3-9872-454C-A262-E5D7B41E140C}" destId="{3EC8C88A-3F94-1445-BFCA-F669A4E3FCED}" srcOrd="7" destOrd="0" presId="urn:microsoft.com/office/officeart/2005/8/layout/default"/>
    <dgm:cxn modelId="{19159E30-B763-6B45-9C2B-19DE03FE29E6}" type="presParOf" srcId="{C79EE5C3-9872-454C-A262-E5D7B41E140C}" destId="{1B1BBAAC-7C38-3348-9E7F-5E662798E834}" srcOrd="8" destOrd="0" presId="urn:microsoft.com/office/officeart/2005/8/layout/default"/>
    <dgm:cxn modelId="{71807C47-DFCB-E345-BFF4-877187CCC91E}" type="presParOf" srcId="{C79EE5C3-9872-454C-A262-E5D7B41E140C}" destId="{CA351895-BF4E-D34C-BAF3-86247C4308E0}" srcOrd="9" destOrd="0" presId="urn:microsoft.com/office/officeart/2005/8/layout/default"/>
    <dgm:cxn modelId="{287DCF15-5CBF-7949-AAAC-117D3F5F731C}" type="presParOf" srcId="{C79EE5C3-9872-454C-A262-E5D7B41E140C}" destId="{B69208D8-29A5-F14A-AF4E-432978374C4D}" srcOrd="10" destOrd="0" presId="urn:microsoft.com/office/officeart/2005/8/layout/default"/>
    <dgm:cxn modelId="{2F12B256-84BD-C142-9191-5DB9F229D67D}" type="presParOf" srcId="{C79EE5C3-9872-454C-A262-E5D7B41E140C}" destId="{74D7027B-300F-DC43-8027-7AD61788A062}" srcOrd="11" destOrd="0" presId="urn:microsoft.com/office/officeart/2005/8/layout/default"/>
    <dgm:cxn modelId="{E25DD7A3-EC64-9B41-B652-3302063014B6}" type="presParOf" srcId="{C79EE5C3-9872-454C-A262-E5D7B41E140C}" destId="{0EF5CE48-B019-1649-8FD8-CCDEE889FAC5}" srcOrd="12" destOrd="0" presId="urn:microsoft.com/office/officeart/2005/8/layout/default"/>
    <dgm:cxn modelId="{7297C7AB-6FF5-FC4E-BD68-DFD0707CF461}" type="presParOf" srcId="{C79EE5C3-9872-454C-A262-E5D7B41E140C}" destId="{D02C5C25-B1F7-5944-8B7A-9ED3C53B4A97}" srcOrd="13" destOrd="0" presId="urn:microsoft.com/office/officeart/2005/8/layout/default"/>
    <dgm:cxn modelId="{C1B9A0A3-EEA0-8B49-A989-C14C4C9C2A1D}" type="presParOf" srcId="{C79EE5C3-9872-454C-A262-E5D7B41E140C}" destId="{90360AC2-3F11-2B44-BF2A-B37F76B6C33F}" srcOrd="14" destOrd="0" presId="urn:microsoft.com/office/officeart/2005/8/layout/default"/>
    <dgm:cxn modelId="{A8A2BB73-22F8-CB4C-863E-276DCB1032D8}" type="presParOf" srcId="{C79EE5C3-9872-454C-A262-E5D7B41E140C}" destId="{FC574B4C-5DBD-EB42-A3A0-9B9DCF67A2B2}" srcOrd="15" destOrd="0" presId="urn:microsoft.com/office/officeart/2005/8/layout/default"/>
    <dgm:cxn modelId="{3527FE86-E35A-E449-BD4B-4B16F10195B6}" type="presParOf" srcId="{C79EE5C3-9872-454C-A262-E5D7B41E140C}" destId="{0C10004B-FEA3-6C4C-B618-2EB1E333A668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029D85-421A-4352-B725-35520EAEF68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26B2F0A-0677-4858-A1D7-EACFDDB52B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explosion of enterprise data and the need for AI integration at the data layer</a:t>
          </a:r>
        </a:p>
      </dgm:t>
    </dgm:pt>
    <dgm:pt modelId="{88F9A351-0831-4619-A8B1-F483005425CF}" type="parTrans" cxnId="{0719C58C-AA82-4EC6-AC17-8E9BEA665BA3}">
      <dgm:prSet/>
      <dgm:spPr/>
      <dgm:t>
        <a:bodyPr/>
        <a:lstStyle/>
        <a:p>
          <a:endParaRPr lang="en-US"/>
        </a:p>
      </dgm:t>
    </dgm:pt>
    <dgm:pt modelId="{529C361D-902D-4662-9F95-8E3053494E80}" type="sibTrans" cxnId="{0719C58C-AA82-4EC6-AC17-8E9BEA665BA3}">
      <dgm:prSet/>
      <dgm:spPr/>
      <dgm:t>
        <a:bodyPr/>
        <a:lstStyle/>
        <a:p>
          <a:endParaRPr lang="en-US"/>
        </a:p>
      </dgm:t>
    </dgm:pt>
    <dgm:pt modelId="{91DD4C61-B573-492C-9C84-1B66E4C45C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the database — not a separate service — is the right place for AI building blocks</a:t>
          </a:r>
        </a:p>
      </dgm:t>
    </dgm:pt>
    <dgm:pt modelId="{30EDB323-942E-421A-91BA-04279B5FE093}" type="parTrans" cxnId="{9220D640-14B7-49A7-8DE7-20B8174E17FE}">
      <dgm:prSet/>
      <dgm:spPr/>
      <dgm:t>
        <a:bodyPr/>
        <a:lstStyle/>
        <a:p>
          <a:endParaRPr lang="en-US"/>
        </a:p>
      </dgm:t>
    </dgm:pt>
    <dgm:pt modelId="{C4BA0267-1FA0-4769-B412-988BF733373F}" type="sibTrans" cxnId="{9220D640-14B7-49A7-8DE7-20B8174E17FE}">
      <dgm:prSet/>
      <dgm:spPr/>
      <dgm:t>
        <a:bodyPr/>
        <a:lstStyle/>
        <a:p>
          <a:endParaRPr lang="en-US"/>
        </a:p>
      </dgm:t>
    </dgm:pt>
    <dgm:pt modelId="{56170E2A-0A3F-4D6F-AFD8-D8D3D99539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Server's position: trusted engine meets modern AI workloads</a:t>
          </a:r>
        </a:p>
      </dgm:t>
    </dgm:pt>
    <dgm:pt modelId="{F36B9FB5-0E51-4706-B718-58B9289CD06C}" type="parTrans" cxnId="{5ADAFA0C-D2FC-479F-B88C-188C6261EFAF}">
      <dgm:prSet/>
      <dgm:spPr/>
      <dgm:t>
        <a:bodyPr/>
        <a:lstStyle/>
        <a:p>
          <a:endParaRPr lang="en-US"/>
        </a:p>
      </dgm:t>
    </dgm:pt>
    <dgm:pt modelId="{6D1AD7FB-B11B-4F58-81D8-B722FB381D6B}" type="sibTrans" cxnId="{5ADAFA0C-D2FC-479F-B88C-188C6261EFAF}">
      <dgm:prSet/>
      <dgm:spPr/>
      <dgm:t>
        <a:bodyPr/>
        <a:lstStyle/>
        <a:p>
          <a:endParaRPr lang="en-US"/>
        </a:p>
      </dgm:t>
    </dgm:pt>
    <dgm:pt modelId="{37955701-A1FF-45EF-B0CE-E9C56EBC2DE3}" type="pres">
      <dgm:prSet presAssocID="{83029D85-421A-4352-B725-35520EAEF680}" presName="root" presStyleCnt="0">
        <dgm:presLayoutVars>
          <dgm:dir/>
          <dgm:resizeHandles val="exact"/>
        </dgm:presLayoutVars>
      </dgm:prSet>
      <dgm:spPr/>
    </dgm:pt>
    <dgm:pt modelId="{D0C44986-11B6-4C19-921A-A65781586973}" type="pres">
      <dgm:prSet presAssocID="{326B2F0A-0677-4858-A1D7-EACFDDB52BD5}" presName="compNode" presStyleCnt="0"/>
      <dgm:spPr/>
    </dgm:pt>
    <dgm:pt modelId="{456FDE86-7AD3-4F5A-A6F4-F5E01B01D478}" type="pres">
      <dgm:prSet presAssocID="{326B2F0A-0677-4858-A1D7-EACFDDB52BD5}" presName="bgRect" presStyleLbl="bgShp" presStyleIdx="0" presStyleCnt="3"/>
      <dgm:spPr/>
    </dgm:pt>
    <dgm:pt modelId="{F1ECC650-4357-4D21-930B-09CEC9BFADA3}" type="pres">
      <dgm:prSet presAssocID="{326B2F0A-0677-4858-A1D7-EACFDDB52B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7CB4CDF-59D9-489B-B923-BBD824FE61F7}" type="pres">
      <dgm:prSet presAssocID="{326B2F0A-0677-4858-A1D7-EACFDDB52BD5}" presName="spaceRect" presStyleCnt="0"/>
      <dgm:spPr/>
    </dgm:pt>
    <dgm:pt modelId="{2AB1E007-EFE9-4AC5-94A6-AF864921AF5F}" type="pres">
      <dgm:prSet presAssocID="{326B2F0A-0677-4858-A1D7-EACFDDB52BD5}" presName="parTx" presStyleLbl="revTx" presStyleIdx="0" presStyleCnt="3">
        <dgm:presLayoutVars>
          <dgm:chMax val="0"/>
          <dgm:chPref val="0"/>
        </dgm:presLayoutVars>
      </dgm:prSet>
      <dgm:spPr/>
    </dgm:pt>
    <dgm:pt modelId="{08B565DA-2D2D-4CE7-91E6-30ADA13DEC7E}" type="pres">
      <dgm:prSet presAssocID="{529C361D-902D-4662-9F95-8E3053494E80}" presName="sibTrans" presStyleCnt="0"/>
      <dgm:spPr/>
    </dgm:pt>
    <dgm:pt modelId="{5528B7FD-BF7A-44EC-AA44-105741BB22B0}" type="pres">
      <dgm:prSet presAssocID="{91DD4C61-B573-492C-9C84-1B66E4C45C76}" presName="compNode" presStyleCnt="0"/>
      <dgm:spPr/>
    </dgm:pt>
    <dgm:pt modelId="{55C251FC-91F1-4AE0-B1A7-CDA517F4962B}" type="pres">
      <dgm:prSet presAssocID="{91DD4C61-B573-492C-9C84-1B66E4C45C76}" presName="bgRect" presStyleLbl="bgShp" presStyleIdx="1" presStyleCnt="3"/>
      <dgm:spPr/>
    </dgm:pt>
    <dgm:pt modelId="{4BF74C84-AF2D-44C8-BB50-42E2A2BC81B3}" type="pres">
      <dgm:prSet presAssocID="{91DD4C61-B573-492C-9C84-1B66E4C45C7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14B9A8-984D-4AEC-8C20-EEF0E14CBFB5}" type="pres">
      <dgm:prSet presAssocID="{91DD4C61-B573-492C-9C84-1B66E4C45C76}" presName="spaceRect" presStyleCnt="0"/>
      <dgm:spPr/>
    </dgm:pt>
    <dgm:pt modelId="{F94569CD-6922-495F-A61D-DC783B217378}" type="pres">
      <dgm:prSet presAssocID="{91DD4C61-B573-492C-9C84-1B66E4C45C76}" presName="parTx" presStyleLbl="revTx" presStyleIdx="1" presStyleCnt="3">
        <dgm:presLayoutVars>
          <dgm:chMax val="0"/>
          <dgm:chPref val="0"/>
        </dgm:presLayoutVars>
      </dgm:prSet>
      <dgm:spPr/>
    </dgm:pt>
    <dgm:pt modelId="{B202F39D-471A-4C45-A245-C344C8E93EB2}" type="pres">
      <dgm:prSet presAssocID="{C4BA0267-1FA0-4769-B412-988BF733373F}" presName="sibTrans" presStyleCnt="0"/>
      <dgm:spPr/>
    </dgm:pt>
    <dgm:pt modelId="{B8BA867C-8C6E-424D-AB00-FE1FA6A175A3}" type="pres">
      <dgm:prSet presAssocID="{56170E2A-0A3F-4D6F-AFD8-D8D3D99539D4}" presName="compNode" presStyleCnt="0"/>
      <dgm:spPr/>
    </dgm:pt>
    <dgm:pt modelId="{A96BD703-ED4C-4243-ABD7-258F8DDB422F}" type="pres">
      <dgm:prSet presAssocID="{56170E2A-0A3F-4D6F-AFD8-D8D3D99539D4}" presName="bgRect" presStyleLbl="bgShp" presStyleIdx="2" presStyleCnt="3"/>
      <dgm:spPr/>
    </dgm:pt>
    <dgm:pt modelId="{FC3ED54F-62F5-4CB8-9823-7C0D3160C46C}" type="pres">
      <dgm:prSet presAssocID="{56170E2A-0A3F-4D6F-AFD8-D8D3D99539D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8AE507F-0E33-4CF5-953B-3ABD8B368A18}" type="pres">
      <dgm:prSet presAssocID="{56170E2A-0A3F-4D6F-AFD8-D8D3D99539D4}" presName="spaceRect" presStyleCnt="0"/>
      <dgm:spPr/>
    </dgm:pt>
    <dgm:pt modelId="{0DEB77AD-D0BF-4374-A5D9-B4F923663F5A}" type="pres">
      <dgm:prSet presAssocID="{56170E2A-0A3F-4D6F-AFD8-D8D3D99539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DAFA0C-D2FC-479F-B88C-188C6261EFAF}" srcId="{83029D85-421A-4352-B725-35520EAEF680}" destId="{56170E2A-0A3F-4D6F-AFD8-D8D3D99539D4}" srcOrd="2" destOrd="0" parTransId="{F36B9FB5-0E51-4706-B718-58B9289CD06C}" sibTransId="{6D1AD7FB-B11B-4F58-81D8-B722FB381D6B}"/>
    <dgm:cxn modelId="{3C038823-0248-44F8-842C-C232461E22C3}" type="presOf" srcId="{91DD4C61-B573-492C-9C84-1B66E4C45C76}" destId="{F94569CD-6922-495F-A61D-DC783B217378}" srcOrd="0" destOrd="0" presId="urn:microsoft.com/office/officeart/2018/2/layout/IconVerticalSolidList"/>
    <dgm:cxn modelId="{75934833-9B8F-4271-B86B-5EF056821DA6}" type="presOf" srcId="{56170E2A-0A3F-4D6F-AFD8-D8D3D99539D4}" destId="{0DEB77AD-D0BF-4374-A5D9-B4F923663F5A}" srcOrd="0" destOrd="0" presId="urn:microsoft.com/office/officeart/2018/2/layout/IconVerticalSolidList"/>
    <dgm:cxn modelId="{9220D640-14B7-49A7-8DE7-20B8174E17FE}" srcId="{83029D85-421A-4352-B725-35520EAEF680}" destId="{91DD4C61-B573-492C-9C84-1B66E4C45C76}" srcOrd="1" destOrd="0" parTransId="{30EDB323-942E-421A-91BA-04279B5FE093}" sibTransId="{C4BA0267-1FA0-4769-B412-988BF733373F}"/>
    <dgm:cxn modelId="{6F315E4C-394F-45AE-9F74-5962A4FA7B4B}" type="presOf" srcId="{326B2F0A-0677-4858-A1D7-EACFDDB52BD5}" destId="{2AB1E007-EFE9-4AC5-94A6-AF864921AF5F}" srcOrd="0" destOrd="0" presId="urn:microsoft.com/office/officeart/2018/2/layout/IconVerticalSolidList"/>
    <dgm:cxn modelId="{0719C58C-AA82-4EC6-AC17-8E9BEA665BA3}" srcId="{83029D85-421A-4352-B725-35520EAEF680}" destId="{326B2F0A-0677-4858-A1D7-EACFDDB52BD5}" srcOrd="0" destOrd="0" parTransId="{88F9A351-0831-4619-A8B1-F483005425CF}" sibTransId="{529C361D-902D-4662-9F95-8E3053494E80}"/>
    <dgm:cxn modelId="{82211CDE-CFE3-4B26-B8EA-BB02F4B1D198}" type="presOf" srcId="{83029D85-421A-4352-B725-35520EAEF680}" destId="{37955701-A1FF-45EF-B0CE-E9C56EBC2DE3}" srcOrd="0" destOrd="0" presId="urn:microsoft.com/office/officeart/2018/2/layout/IconVerticalSolidList"/>
    <dgm:cxn modelId="{443822C8-05CB-4160-92D3-D828D9F3B868}" type="presParOf" srcId="{37955701-A1FF-45EF-B0CE-E9C56EBC2DE3}" destId="{D0C44986-11B6-4C19-921A-A65781586973}" srcOrd="0" destOrd="0" presId="urn:microsoft.com/office/officeart/2018/2/layout/IconVerticalSolidList"/>
    <dgm:cxn modelId="{1B7AA9AE-4F6E-4468-A109-6A451B4C2D24}" type="presParOf" srcId="{D0C44986-11B6-4C19-921A-A65781586973}" destId="{456FDE86-7AD3-4F5A-A6F4-F5E01B01D478}" srcOrd="0" destOrd="0" presId="urn:microsoft.com/office/officeart/2018/2/layout/IconVerticalSolidList"/>
    <dgm:cxn modelId="{ACAA1644-49DB-4A9D-A553-0095B4833B68}" type="presParOf" srcId="{D0C44986-11B6-4C19-921A-A65781586973}" destId="{F1ECC650-4357-4D21-930B-09CEC9BFADA3}" srcOrd="1" destOrd="0" presId="urn:microsoft.com/office/officeart/2018/2/layout/IconVerticalSolidList"/>
    <dgm:cxn modelId="{74459157-F197-4C28-BA14-CAFFD3ADE953}" type="presParOf" srcId="{D0C44986-11B6-4C19-921A-A65781586973}" destId="{B7CB4CDF-59D9-489B-B923-BBD824FE61F7}" srcOrd="2" destOrd="0" presId="urn:microsoft.com/office/officeart/2018/2/layout/IconVerticalSolidList"/>
    <dgm:cxn modelId="{AF564F87-4280-469F-B3FE-32ADB5DF5137}" type="presParOf" srcId="{D0C44986-11B6-4C19-921A-A65781586973}" destId="{2AB1E007-EFE9-4AC5-94A6-AF864921AF5F}" srcOrd="3" destOrd="0" presId="urn:microsoft.com/office/officeart/2018/2/layout/IconVerticalSolidList"/>
    <dgm:cxn modelId="{A7E76E3E-76B6-4F99-B258-5CA14314666A}" type="presParOf" srcId="{37955701-A1FF-45EF-B0CE-E9C56EBC2DE3}" destId="{08B565DA-2D2D-4CE7-91E6-30ADA13DEC7E}" srcOrd="1" destOrd="0" presId="urn:microsoft.com/office/officeart/2018/2/layout/IconVerticalSolidList"/>
    <dgm:cxn modelId="{AC48F7A1-70A5-4401-B93D-36E90F44A390}" type="presParOf" srcId="{37955701-A1FF-45EF-B0CE-E9C56EBC2DE3}" destId="{5528B7FD-BF7A-44EC-AA44-105741BB22B0}" srcOrd="2" destOrd="0" presId="urn:microsoft.com/office/officeart/2018/2/layout/IconVerticalSolidList"/>
    <dgm:cxn modelId="{236689E1-53AF-4AD3-AEF7-26BF0C5F5493}" type="presParOf" srcId="{5528B7FD-BF7A-44EC-AA44-105741BB22B0}" destId="{55C251FC-91F1-4AE0-B1A7-CDA517F4962B}" srcOrd="0" destOrd="0" presId="urn:microsoft.com/office/officeart/2018/2/layout/IconVerticalSolidList"/>
    <dgm:cxn modelId="{6593254F-E851-4C17-B21E-180C83E1FAA2}" type="presParOf" srcId="{5528B7FD-BF7A-44EC-AA44-105741BB22B0}" destId="{4BF74C84-AF2D-44C8-BB50-42E2A2BC81B3}" srcOrd="1" destOrd="0" presId="urn:microsoft.com/office/officeart/2018/2/layout/IconVerticalSolidList"/>
    <dgm:cxn modelId="{EEFC1C40-4BDB-4909-A01F-409825B9EA57}" type="presParOf" srcId="{5528B7FD-BF7A-44EC-AA44-105741BB22B0}" destId="{7A14B9A8-984D-4AEC-8C20-EEF0E14CBFB5}" srcOrd="2" destOrd="0" presId="urn:microsoft.com/office/officeart/2018/2/layout/IconVerticalSolidList"/>
    <dgm:cxn modelId="{A6D5DCB2-BAAD-4AFF-93A1-20BA3FCB6954}" type="presParOf" srcId="{5528B7FD-BF7A-44EC-AA44-105741BB22B0}" destId="{F94569CD-6922-495F-A61D-DC783B217378}" srcOrd="3" destOrd="0" presId="urn:microsoft.com/office/officeart/2018/2/layout/IconVerticalSolidList"/>
    <dgm:cxn modelId="{8E8EFD34-DA9E-469D-99C0-502FF8F863A2}" type="presParOf" srcId="{37955701-A1FF-45EF-B0CE-E9C56EBC2DE3}" destId="{B202F39D-471A-4C45-A245-C344C8E93EB2}" srcOrd="3" destOrd="0" presId="urn:microsoft.com/office/officeart/2018/2/layout/IconVerticalSolidList"/>
    <dgm:cxn modelId="{0906E23D-E833-4F8F-B410-64C6F042CC10}" type="presParOf" srcId="{37955701-A1FF-45EF-B0CE-E9C56EBC2DE3}" destId="{B8BA867C-8C6E-424D-AB00-FE1FA6A175A3}" srcOrd="4" destOrd="0" presId="urn:microsoft.com/office/officeart/2018/2/layout/IconVerticalSolidList"/>
    <dgm:cxn modelId="{E18D1A8F-770F-4E4B-B166-7DC95E102BEF}" type="presParOf" srcId="{B8BA867C-8C6E-424D-AB00-FE1FA6A175A3}" destId="{A96BD703-ED4C-4243-ABD7-258F8DDB422F}" srcOrd="0" destOrd="0" presId="urn:microsoft.com/office/officeart/2018/2/layout/IconVerticalSolidList"/>
    <dgm:cxn modelId="{0B58AA10-0217-46A7-8055-93E4FAB907DA}" type="presParOf" srcId="{B8BA867C-8C6E-424D-AB00-FE1FA6A175A3}" destId="{FC3ED54F-62F5-4CB8-9823-7C0D3160C46C}" srcOrd="1" destOrd="0" presId="urn:microsoft.com/office/officeart/2018/2/layout/IconVerticalSolidList"/>
    <dgm:cxn modelId="{2FA62988-3F4A-400F-AF9C-EFBD4CCFC33B}" type="presParOf" srcId="{B8BA867C-8C6E-424D-AB00-FE1FA6A175A3}" destId="{E8AE507F-0E33-4CF5-953B-3ABD8B368A18}" srcOrd="2" destOrd="0" presId="urn:microsoft.com/office/officeart/2018/2/layout/IconVerticalSolidList"/>
    <dgm:cxn modelId="{2DA30E88-42A7-4CB1-A7CE-18EB26BA14F6}" type="presParOf" srcId="{B8BA867C-8C6E-424D-AB00-FE1FA6A175A3}" destId="{0DEB77AD-D0BF-4374-A5D9-B4F923663F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3AD959-234B-4E3D-B3D3-91AC01C10D69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C14D057-C8A5-4374-880F-9F33735178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"The AI-ready enterprise database from ground to cloud"</a:t>
          </a:r>
        </a:p>
      </dgm:t>
    </dgm:pt>
    <dgm:pt modelId="{F2F8B5AB-CE9B-4CDB-919C-A8D2AB6367FD}" type="parTrans" cxnId="{C744E6F4-D1EE-4F15-B073-B41A4D1F6030}">
      <dgm:prSet/>
      <dgm:spPr/>
      <dgm:t>
        <a:bodyPr/>
        <a:lstStyle/>
        <a:p>
          <a:endParaRPr lang="en-US"/>
        </a:p>
      </dgm:t>
    </dgm:pt>
    <dgm:pt modelId="{ED5A84DF-46A8-4454-8B98-7CC0BB3C96AC}" type="sibTrans" cxnId="{C744E6F4-D1EE-4F15-B073-B41A4D1F6030}">
      <dgm:prSet/>
      <dgm:spPr/>
      <dgm:t>
        <a:bodyPr/>
        <a:lstStyle/>
        <a:p>
          <a:endParaRPr lang="en-US"/>
        </a:p>
      </dgm:t>
    </dgm:pt>
    <dgm:pt modelId="{3F419373-2D19-4AAF-A8D3-86C35E173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Five pillars: AI Built-In, Best-in-class Security &amp; Performance, Made for Developers, Cloud Agility through Azure, Fabric Integration</a:t>
          </a:r>
        </a:p>
      </dgm:t>
    </dgm:pt>
    <dgm:pt modelId="{FDA5DF00-C4C5-4207-A92A-9C1D7090E175}" type="parTrans" cxnId="{9370D8BA-E073-4658-A04A-5D8DEDDA4470}">
      <dgm:prSet/>
      <dgm:spPr/>
      <dgm:t>
        <a:bodyPr/>
        <a:lstStyle/>
        <a:p>
          <a:endParaRPr lang="en-US"/>
        </a:p>
      </dgm:t>
    </dgm:pt>
    <dgm:pt modelId="{D48A3720-654E-4EFA-B7AC-60B3F94BED6D}" type="sibTrans" cxnId="{9370D8BA-E073-4658-A04A-5D8DEDDA4470}">
      <dgm:prSet/>
      <dgm:spPr/>
      <dgm:t>
        <a:bodyPr/>
        <a:lstStyle/>
        <a:p>
          <a:endParaRPr lang="en-US"/>
        </a:p>
      </dgm:t>
    </dgm:pt>
    <dgm:pt modelId="{6A83DB18-DA40-45AE-BA4D-7CF1750671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aka.ms/sqlserver2025</a:t>
          </a:r>
        </a:p>
      </dgm:t>
    </dgm:pt>
    <dgm:pt modelId="{D29B1A58-EF21-4A25-B817-D744B6438BF0}" type="parTrans" cxnId="{0CE1E8B2-98B5-4116-9C99-6566EC24878D}">
      <dgm:prSet/>
      <dgm:spPr/>
      <dgm:t>
        <a:bodyPr/>
        <a:lstStyle/>
        <a:p>
          <a:endParaRPr lang="en-US"/>
        </a:p>
      </dgm:t>
    </dgm:pt>
    <dgm:pt modelId="{F55FB0FE-7954-4FAE-9B7B-78251EE0F438}" type="sibTrans" cxnId="{0CE1E8B2-98B5-4116-9C99-6566EC24878D}">
      <dgm:prSet/>
      <dgm:spPr/>
      <dgm:t>
        <a:bodyPr/>
        <a:lstStyle/>
        <a:p>
          <a:endParaRPr lang="en-US"/>
        </a:p>
      </dgm:t>
    </dgm:pt>
    <dgm:pt modelId="{9877B2C6-C1D2-4FDB-8DF3-33CB2375B696}" type="pres">
      <dgm:prSet presAssocID="{AF3AD959-234B-4E3D-B3D3-91AC01C10D69}" presName="root" presStyleCnt="0">
        <dgm:presLayoutVars>
          <dgm:dir/>
          <dgm:resizeHandles val="exact"/>
        </dgm:presLayoutVars>
      </dgm:prSet>
      <dgm:spPr/>
    </dgm:pt>
    <dgm:pt modelId="{76E50958-8078-4015-AF6A-7E4775B9C7A2}" type="pres">
      <dgm:prSet presAssocID="{0C14D057-C8A5-4374-880F-9F337351789C}" presName="compNode" presStyleCnt="0"/>
      <dgm:spPr/>
    </dgm:pt>
    <dgm:pt modelId="{1B82CAF3-5006-4F50-A024-482A933EF53B}" type="pres">
      <dgm:prSet presAssocID="{0C14D057-C8A5-4374-880F-9F337351789C}" presName="bgRect" presStyleLbl="bgShp" presStyleIdx="0" presStyleCnt="3"/>
      <dgm:spPr/>
    </dgm:pt>
    <dgm:pt modelId="{6C1B0B27-4A57-432E-8E31-210C3CEAC0ED}" type="pres">
      <dgm:prSet presAssocID="{0C14D057-C8A5-4374-880F-9F33735178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6C64DAB-A978-4012-AEA0-9F942F226B6F}" type="pres">
      <dgm:prSet presAssocID="{0C14D057-C8A5-4374-880F-9F337351789C}" presName="spaceRect" presStyleCnt="0"/>
      <dgm:spPr/>
    </dgm:pt>
    <dgm:pt modelId="{6C001EA6-2FDA-485D-8AD2-574C482F4FD7}" type="pres">
      <dgm:prSet presAssocID="{0C14D057-C8A5-4374-880F-9F337351789C}" presName="parTx" presStyleLbl="revTx" presStyleIdx="0" presStyleCnt="3">
        <dgm:presLayoutVars>
          <dgm:chMax val="0"/>
          <dgm:chPref val="0"/>
        </dgm:presLayoutVars>
      </dgm:prSet>
      <dgm:spPr/>
    </dgm:pt>
    <dgm:pt modelId="{53E40116-4B43-4FBB-ABF6-090AF7143155}" type="pres">
      <dgm:prSet presAssocID="{ED5A84DF-46A8-4454-8B98-7CC0BB3C96AC}" presName="sibTrans" presStyleCnt="0"/>
      <dgm:spPr/>
    </dgm:pt>
    <dgm:pt modelId="{B4A81BC8-83AC-4C91-99FC-459E31FF0579}" type="pres">
      <dgm:prSet presAssocID="{3F419373-2D19-4AAF-A8D3-86C35E173D75}" presName="compNode" presStyleCnt="0"/>
      <dgm:spPr/>
    </dgm:pt>
    <dgm:pt modelId="{2D736029-CC01-481B-8941-0D3DA5369F2B}" type="pres">
      <dgm:prSet presAssocID="{3F419373-2D19-4AAF-A8D3-86C35E173D75}" presName="bgRect" presStyleLbl="bgShp" presStyleIdx="1" presStyleCnt="3"/>
      <dgm:spPr/>
    </dgm:pt>
    <dgm:pt modelId="{68BE1574-071E-4C1C-8C2D-29228477EA5A}" type="pres">
      <dgm:prSet presAssocID="{3F419373-2D19-4AAF-A8D3-86C35E173D7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2716CB5-8136-43D3-A10C-CAF70B0E61D7}" type="pres">
      <dgm:prSet presAssocID="{3F419373-2D19-4AAF-A8D3-86C35E173D75}" presName="spaceRect" presStyleCnt="0"/>
      <dgm:spPr/>
    </dgm:pt>
    <dgm:pt modelId="{9D9BBF4E-938C-4635-B691-914EFD3B1E98}" type="pres">
      <dgm:prSet presAssocID="{3F419373-2D19-4AAF-A8D3-86C35E173D75}" presName="parTx" presStyleLbl="revTx" presStyleIdx="1" presStyleCnt="3">
        <dgm:presLayoutVars>
          <dgm:chMax val="0"/>
          <dgm:chPref val="0"/>
        </dgm:presLayoutVars>
      </dgm:prSet>
      <dgm:spPr/>
    </dgm:pt>
    <dgm:pt modelId="{0237ED4C-E40F-48C2-ABD6-65A1F470CC06}" type="pres">
      <dgm:prSet presAssocID="{D48A3720-654E-4EFA-B7AC-60B3F94BED6D}" presName="sibTrans" presStyleCnt="0"/>
      <dgm:spPr/>
    </dgm:pt>
    <dgm:pt modelId="{3C3E036F-9FD2-4AE3-BE52-7DC7DAA48B8B}" type="pres">
      <dgm:prSet presAssocID="{6A83DB18-DA40-45AE-BA4D-7CF175067179}" presName="compNode" presStyleCnt="0"/>
      <dgm:spPr/>
    </dgm:pt>
    <dgm:pt modelId="{20254F22-8C9D-46C8-8D05-CA59FF414253}" type="pres">
      <dgm:prSet presAssocID="{6A83DB18-DA40-45AE-BA4D-7CF175067179}" presName="bgRect" presStyleLbl="bgShp" presStyleIdx="2" presStyleCnt="3"/>
      <dgm:spPr/>
    </dgm:pt>
    <dgm:pt modelId="{D29BA16F-AA6B-47EF-9121-E264603B52BF}" type="pres">
      <dgm:prSet presAssocID="{6A83DB18-DA40-45AE-BA4D-7CF1750671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28752BF-147A-4EBA-9163-556AA72C3223}" type="pres">
      <dgm:prSet presAssocID="{6A83DB18-DA40-45AE-BA4D-7CF175067179}" presName="spaceRect" presStyleCnt="0"/>
      <dgm:spPr/>
    </dgm:pt>
    <dgm:pt modelId="{EEA37679-09CA-4F81-A51E-5CEF5900CD07}" type="pres">
      <dgm:prSet presAssocID="{6A83DB18-DA40-45AE-BA4D-7CF17506717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3D1F606-9087-4E73-A154-DECCFB0110F1}" type="presOf" srcId="{AF3AD959-234B-4E3D-B3D3-91AC01C10D69}" destId="{9877B2C6-C1D2-4FDB-8DF3-33CB2375B696}" srcOrd="0" destOrd="0" presId="urn:microsoft.com/office/officeart/2018/2/layout/IconVerticalSolidList"/>
    <dgm:cxn modelId="{AC6EF03B-60BB-459D-87B9-FC5F382B14E0}" type="presOf" srcId="{6A83DB18-DA40-45AE-BA4D-7CF175067179}" destId="{EEA37679-09CA-4F81-A51E-5CEF5900CD07}" srcOrd="0" destOrd="0" presId="urn:microsoft.com/office/officeart/2018/2/layout/IconVerticalSolidList"/>
    <dgm:cxn modelId="{0CE1E8B2-98B5-4116-9C99-6566EC24878D}" srcId="{AF3AD959-234B-4E3D-B3D3-91AC01C10D69}" destId="{6A83DB18-DA40-45AE-BA4D-7CF175067179}" srcOrd="2" destOrd="0" parTransId="{D29B1A58-EF21-4A25-B817-D744B6438BF0}" sibTransId="{F55FB0FE-7954-4FAE-9B7B-78251EE0F438}"/>
    <dgm:cxn modelId="{9370D8BA-E073-4658-A04A-5D8DEDDA4470}" srcId="{AF3AD959-234B-4E3D-B3D3-91AC01C10D69}" destId="{3F419373-2D19-4AAF-A8D3-86C35E173D75}" srcOrd="1" destOrd="0" parTransId="{FDA5DF00-C4C5-4207-A92A-9C1D7090E175}" sibTransId="{D48A3720-654E-4EFA-B7AC-60B3F94BED6D}"/>
    <dgm:cxn modelId="{8805BDBB-D801-40C5-B43D-4B7B63E56D2D}" type="presOf" srcId="{3F419373-2D19-4AAF-A8D3-86C35E173D75}" destId="{9D9BBF4E-938C-4635-B691-914EFD3B1E98}" srcOrd="0" destOrd="0" presId="urn:microsoft.com/office/officeart/2018/2/layout/IconVerticalSolidList"/>
    <dgm:cxn modelId="{C744E6F4-D1EE-4F15-B073-B41A4D1F6030}" srcId="{AF3AD959-234B-4E3D-B3D3-91AC01C10D69}" destId="{0C14D057-C8A5-4374-880F-9F337351789C}" srcOrd="0" destOrd="0" parTransId="{F2F8B5AB-CE9B-4CDB-919C-A8D2AB6367FD}" sibTransId="{ED5A84DF-46A8-4454-8B98-7CC0BB3C96AC}"/>
    <dgm:cxn modelId="{E209A9F8-9AA5-46FE-84C7-12383CAC8CD2}" type="presOf" srcId="{0C14D057-C8A5-4374-880F-9F337351789C}" destId="{6C001EA6-2FDA-485D-8AD2-574C482F4FD7}" srcOrd="0" destOrd="0" presId="urn:microsoft.com/office/officeart/2018/2/layout/IconVerticalSolidList"/>
    <dgm:cxn modelId="{7D2FC2A4-4226-43D2-88B5-724AA71238E7}" type="presParOf" srcId="{9877B2C6-C1D2-4FDB-8DF3-33CB2375B696}" destId="{76E50958-8078-4015-AF6A-7E4775B9C7A2}" srcOrd="0" destOrd="0" presId="urn:microsoft.com/office/officeart/2018/2/layout/IconVerticalSolidList"/>
    <dgm:cxn modelId="{EDCB2EE7-95B6-45A3-A2CB-0F14B0D26D80}" type="presParOf" srcId="{76E50958-8078-4015-AF6A-7E4775B9C7A2}" destId="{1B82CAF3-5006-4F50-A024-482A933EF53B}" srcOrd="0" destOrd="0" presId="urn:microsoft.com/office/officeart/2018/2/layout/IconVerticalSolidList"/>
    <dgm:cxn modelId="{35FD2CA0-5F66-4D88-97B7-D45A94880574}" type="presParOf" srcId="{76E50958-8078-4015-AF6A-7E4775B9C7A2}" destId="{6C1B0B27-4A57-432E-8E31-210C3CEAC0ED}" srcOrd="1" destOrd="0" presId="urn:microsoft.com/office/officeart/2018/2/layout/IconVerticalSolidList"/>
    <dgm:cxn modelId="{C4312F8E-7506-4990-A864-A26B5D7BDBD4}" type="presParOf" srcId="{76E50958-8078-4015-AF6A-7E4775B9C7A2}" destId="{C6C64DAB-A978-4012-AEA0-9F942F226B6F}" srcOrd="2" destOrd="0" presId="urn:microsoft.com/office/officeart/2018/2/layout/IconVerticalSolidList"/>
    <dgm:cxn modelId="{CA07ADEF-684E-4506-8413-53CD1A9E4DCB}" type="presParOf" srcId="{76E50958-8078-4015-AF6A-7E4775B9C7A2}" destId="{6C001EA6-2FDA-485D-8AD2-574C482F4FD7}" srcOrd="3" destOrd="0" presId="urn:microsoft.com/office/officeart/2018/2/layout/IconVerticalSolidList"/>
    <dgm:cxn modelId="{B01DF0F5-5ECA-4E58-AEC0-FEEEFF2F8821}" type="presParOf" srcId="{9877B2C6-C1D2-4FDB-8DF3-33CB2375B696}" destId="{53E40116-4B43-4FBB-ABF6-090AF7143155}" srcOrd="1" destOrd="0" presId="urn:microsoft.com/office/officeart/2018/2/layout/IconVerticalSolidList"/>
    <dgm:cxn modelId="{F5F34979-A3C1-4E76-9DDB-1EA321C7F964}" type="presParOf" srcId="{9877B2C6-C1D2-4FDB-8DF3-33CB2375B696}" destId="{B4A81BC8-83AC-4C91-99FC-459E31FF0579}" srcOrd="2" destOrd="0" presId="urn:microsoft.com/office/officeart/2018/2/layout/IconVerticalSolidList"/>
    <dgm:cxn modelId="{6AD151D5-EBE7-49DA-8897-B33B60C7ECF6}" type="presParOf" srcId="{B4A81BC8-83AC-4C91-99FC-459E31FF0579}" destId="{2D736029-CC01-481B-8941-0D3DA5369F2B}" srcOrd="0" destOrd="0" presId="urn:microsoft.com/office/officeart/2018/2/layout/IconVerticalSolidList"/>
    <dgm:cxn modelId="{918150DB-8B46-4F64-81DF-487D5EDC1FB3}" type="presParOf" srcId="{B4A81BC8-83AC-4C91-99FC-459E31FF0579}" destId="{68BE1574-071E-4C1C-8C2D-29228477EA5A}" srcOrd="1" destOrd="0" presId="urn:microsoft.com/office/officeart/2018/2/layout/IconVerticalSolidList"/>
    <dgm:cxn modelId="{1E68FC84-04A2-4D26-9808-A898370F952C}" type="presParOf" srcId="{B4A81BC8-83AC-4C91-99FC-459E31FF0579}" destId="{22716CB5-8136-43D3-A10C-CAF70B0E61D7}" srcOrd="2" destOrd="0" presId="urn:microsoft.com/office/officeart/2018/2/layout/IconVerticalSolidList"/>
    <dgm:cxn modelId="{D77B09F1-EF52-4E80-9F40-92742AD5B9F5}" type="presParOf" srcId="{B4A81BC8-83AC-4C91-99FC-459E31FF0579}" destId="{9D9BBF4E-938C-4635-B691-914EFD3B1E98}" srcOrd="3" destOrd="0" presId="urn:microsoft.com/office/officeart/2018/2/layout/IconVerticalSolidList"/>
    <dgm:cxn modelId="{4D76735E-86D9-4E28-9D86-7A010F16181F}" type="presParOf" srcId="{9877B2C6-C1D2-4FDB-8DF3-33CB2375B696}" destId="{0237ED4C-E40F-48C2-ABD6-65A1F470CC06}" srcOrd="3" destOrd="0" presId="urn:microsoft.com/office/officeart/2018/2/layout/IconVerticalSolidList"/>
    <dgm:cxn modelId="{A1BEAC34-D786-4BF7-B0EC-5E57D3C53F6D}" type="presParOf" srcId="{9877B2C6-C1D2-4FDB-8DF3-33CB2375B696}" destId="{3C3E036F-9FD2-4AE3-BE52-7DC7DAA48B8B}" srcOrd="4" destOrd="0" presId="urn:microsoft.com/office/officeart/2018/2/layout/IconVerticalSolidList"/>
    <dgm:cxn modelId="{18748E34-C1D1-4B7C-8A13-687C155A653F}" type="presParOf" srcId="{3C3E036F-9FD2-4AE3-BE52-7DC7DAA48B8B}" destId="{20254F22-8C9D-46C8-8D05-CA59FF414253}" srcOrd="0" destOrd="0" presId="urn:microsoft.com/office/officeart/2018/2/layout/IconVerticalSolidList"/>
    <dgm:cxn modelId="{687F29BA-4654-4B8B-9B79-15B0F00E143B}" type="presParOf" srcId="{3C3E036F-9FD2-4AE3-BE52-7DC7DAA48B8B}" destId="{D29BA16F-AA6B-47EF-9121-E264603B52BF}" srcOrd="1" destOrd="0" presId="urn:microsoft.com/office/officeart/2018/2/layout/IconVerticalSolidList"/>
    <dgm:cxn modelId="{0D851AC0-35D6-4F69-9ED4-AEEB35882BD1}" type="presParOf" srcId="{3C3E036F-9FD2-4AE3-BE52-7DC7DAA48B8B}" destId="{828752BF-147A-4EBA-9163-556AA72C3223}" srcOrd="2" destOrd="0" presId="urn:microsoft.com/office/officeart/2018/2/layout/IconVerticalSolidList"/>
    <dgm:cxn modelId="{1C161265-CDED-4701-885B-96FCAA4D0005}" type="presParOf" srcId="{3C3E036F-9FD2-4AE3-BE52-7DC7DAA48B8B}" destId="{EEA37679-09CA-4F81-A51E-5CEF5900CD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AC7BFA-68A4-47FE-9EFD-289CD61D18AB}" type="doc">
      <dgm:prSet loTypeId="urn:microsoft.com/office/officeart/2018/5/layout/IconLeafLabel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F2E178B-CF2C-4A9F-9639-8EEF0ED2B2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Query Store</a:t>
          </a:r>
        </a:p>
      </dgm:t>
    </dgm:pt>
    <dgm:pt modelId="{2F67470F-55EE-4E89-AF7A-F877065E5929}" type="parTrans" cxnId="{F883FFB0-8D6A-4F0D-97F3-34B68BAED206}">
      <dgm:prSet/>
      <dgm:spPr/>
      <dgm:t>
        <a:bodyPr/>
        <a:lstStyle/>
        <a:p>
          <a:endParaRPr lang="en-US"/>
        </a:p>
      </dgm:t>
    </dgm:pt>
    <dgm:pt modelId="{DCFDBDD7-BB35-44B9-B069-65E0478B7894}" type="sibTrans" cxnId="{F883FFB0-8D6A-4F0D-97F3-34B68BAED206}">
      <dgm:prSet/>
      <dgm:spPr/>
      <dgm:t>
        <a:bodyPr/>
        <a:lstStyle/>
        <a:p>
          <a:endParaRPr lang="en-US"/>
        </a:p>
      </dgm:t>
    </dgm:pt>
    <dgm:pt modelId="{CA188780-D000-4A45-AA85-1CED8C4B26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ADR</a:t>
          </a:r>
        </a:p>
      </dgm:t>
    </dgm:pt>
    <dgm:pt modelId="{42AD643F-B3D5-4F0E-A061-9944051471C7}" type="parTrans" cxnId="{910E8149-9C27-4D6A-AF70-ADDA1E10EFD7}">
      <dgm:prSet/>
      <dgm:spPr/>
      <dgm:t>
        <a:bodyPr/>
        <a:lstStyle/>
        <a:p>
          <a:endParaRPr lang="en-US"/>
        </a:p>
      </dgm:t>
    </dgm:pt>
    <dgm:pt modelId="{CA7A45A4-BA9E-4499-852E-5CE2D346BD75}" type="sibTrans" cxnId="{910E8149-9C27-4D6A-AF70-ADDA1E10EFD7}">
      <dgm:prSet/>
      <dgm:spPr/>
      <dgm:t>
        <a:bodyPr/>
        <a:lstStyle/>
        <a:p>
          <a:endParaRPr lang="en-US"/>
        </a:p>
      </dgm:t>
    </dgm:pt>
    <dgm:pt modelId="{6568AEC0-C492-4A88-8279-1A9144AEB2D0}" type="pres">
      <dgm:prSet presAssocID="{2AAC7BFA-68A4-47FE-9EFD-289CD61D18AB}" presName="root" presStyleCnt="0">
        <dgm:presLayoutVars>
          <dgm:dir/>
          <dgm:resizeHandles val="exact"/>
        </dgm:presLayoutVars>
      </dgm:prSet>
      <dgm:spPr/>
    </dgm:pt>
    <dgm:pt modelId="{450EA5A0-A53F-4B0E-BF44-9A304EBEA6C3}" type="pres">
      <dgm:prSet presAssocID="{7F2E178B-CF2C-4A9F-9639-8EEF0ED2B231}" presName="compNode" presStyleCnt="0"/>
      <dgm:spPr/>
    </dgm:pt>
    <dgm:pt modelId="{F1BA31D1-B203-4C07-B9E7-B2DE708D79C5}" type="pres">
      <dgm:prSet presAssocID="{7F2E178B-CF2C-4A9F-9639-8EEF0ED2B23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A326E5D-359E-4171-AF13-5EDC5E4E1EA3}" type="pres">
      <dgm:prSet presAssocID="{7F2E178B-CF2C-4A9F-9639-8EEF0ED2B23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A145CC4-4F89-4B7D-9D6E-5062B4923F96}" type="pres">
      <dgm:prSet presAssocID="{7F2E178B-CF2C-4A9F-9639-8EEF0ED2B231}" presName="spaceRect" presStyleCnt="0"/>
      <dgm:spPr/>
    </dgm:pt>
    <dgm:pt modelId="{FB374082-F880-4E14-B6E9-A9405F717C76}" type="pres">
      <dgm:prSet presAssocID="{7F2E178B-CF2C-4A9F-9639-8EEF0ED2B231}" presName="textRect" presStyleLbl="revTx" presStyleIdx="0" presStyleCnt="2">
        <dgm:presLayoutVars>
          <dgm:chMax val="1"/>
          <dgm:chPref val="1"/>
        </dgm:presLayoutVars>
      </dgm:prSet>
      <dgm:spPr/>
    </dgm:pt>
    <dgm:pt modelId="{823FD22F-A7FE-41F8-8D39-D71CBA77495B}" type="pres">
      <dgm:prSet presAssocID="{DCFDBDD7-BB35-44B9-B069-65E0478B7894}" presName="sibTrans" presStyleCnt="0"/>
      <dgm:spPr/>
    </dgm:pt>
    <dgm:pt modelId="{F96667DB-6865-489F-9F25-0B866CE077F3}" type="pres">
      <dgm:prSet presAssocID="{CA188780-D000-4A45-AA85-1CED8C4B268F}" presName="compNode" presStyleCnt="0"/>
      <dgm:spPr/>
    </dgm:pt>
    <dgm:pt modelId="{3814C6BD-07DB-4EFF-ACE6-9C53B98D2A12}" type="pres">
      <dgm:prSet presAssocID="{CA188780-D000-4A45-AA85-1CED8C4B268F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5D61E3A-105D-4950-BAA7-76972C250E3F}" type="pres">
      <dgm:prSet presAssocID="{CA188780-D000-4A45-AA85-1CED8C4B268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9B5D02B-CA7C-4D1D-8546-55CA80AFD37C}" type="pres">
      <dgm:prSet presAssocID="{CA188780-D000-4A45-AA85-1CED8C4B268F}" presName="spaceRect" presStyleCnt="0"/>
      <dgm:spPr/>
    </dgm:pt>
    <dgm:pt modelId="{62E8833C-541F-4D7B-9BD1-37C4295099DB}" type="pres">
      <dgm:prSet presAssocID="{CA188780-D000-4A45-AA85-1CED8C4B268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981F519-D280-4F54-A6CE-C1F88F8E4AEA}" type="presOf" srcId="{2AAC7BFA-68A4-47FE-9EFD-289CD61D18AB}" destId="{6568AEC0-C492-4A88-8279-1A9144AEB2D0}" srcOrd="0" destOrd="0" presId="urn:microsoft.com/office/officeart/2018/5/layout/IconLeafLabelList"/>
    <dgm:cxn modelId="{9CDA8D41-0A59-4C16-9C25-21EB8E92C67C}" type="presOf" srcId="{7F2E178B-CF2C-4A9F-9639-8EEF0ED2B231}" destId="{FB374082-F880-4E14-B6E9-A9405F717C76}" srcOrd="0" destOrd="0" presId="urn:microsoft.com/office/officeart/2018/5/layout/IconLeafLabelList"/>
    <dgm:cxn modelId="{910E8149-9C27-4D6A-AF70-ADDA1E10EFD7}" srcId="{2AAC7BFA-68A4-47FE-9EFD-289CD61D18AB}" destId="{CA188780-D000-4A45-AA85-1CED8C4B268F}" srcOrd="1" destOrd="0" parTransId="{42AD643F-B3D5-4F0E-A061-9944051471C7}" sibTransId="{CA7A45A4-BA9E-4499-852E-5CE2D346BD75}"/>
    <dgm:cxn modelId="{F883FFB0-8D6A-4F0D-97F3-34B68BAED206}" srcId="{2AAC7BFA-68A4-47FE-9EFD-289CD61D18AB}" destId="{7F2E178B-CF2C-4A9F-9639-8EEF0ED2B231}" srcOrd="0" destOrd="0" parTransId="{2F67470F-55EE-4E89-AF7A-F877065E5929}" sibTransId="{DCFDBDD7-BB35-44B9-B069-65E0478B7894}"/>
    <dgm:cxn modelId="{E9375ABD-851A-40BE-A4C8-C22FC94F82D3}" type="presOf" srcId="{CA188780-D000-4A45-AA85-1CED8C4B268F}" destId="{62E8833C-541F-4D7B-9BD1-37C4295099DB}" srcOrd="0" destOrd="0" presId="urn:microsoft.com/office/officeart/2018/5/layout/IconLeafLabelList"/>
    <dgm:cxn modelId="{E967D9A4-0010-49D5-9F19-C2C87E96EE3B}" type="presParOf" srcId="{6568AEC0-C492-4A88-8279-1A9144AEB2D0}" destId="{450EA5A0-A53F-4B0E-BF44-9A304EBEA6C3}" srcOrd="0" destOrd="0" presId="urn:microsoft.com/office/officeart/2018/5/layout/IconLeafLabelList"/>
    <dgm:cxn modelId="{C69F2789-8968-4F06-951B-014F41342A4F}" type="presParOf" srcId="{450EA5A0-A53F-4B0E-BF44-9A304EBEA6C3}" destId="{F1BA31D1-B203-4C07-B9E7-B2DE708D79C5}" srcOrd="0" destOrd="0" presId="urn:microsoft.com/office/officeart/2018/5/layout/IconLeafLabelList"/>
    <dgm:cxn modelId="{AB8B3332-7D1D-438A-B820-433508EFF975}" type="presParOf" srcId="{450EA5A0-A53F-4B0E-BF44-9A304EBEA6C3}" destId="{CA326E5D-359E-4171-AF13-5EDC5E4E1EA3}" srcOrd="1" destOrd="0" presId="urn:microsoft.com/office/officeart/2018/5/layout/IconLeafLabelList"/>
    <dgm:cxn modelId="{8C5D3DD6-C309-45C3-9C80-B9FBD8304962}" type="presParOf" srcId="{450EA5A0-A53F-4B0E-BF44-9A304EBEA6C3}" destId="{5A145CC4-4F89-4B7D-9D6E-5062B4923F96}" srcOrd="2" destOrd="0" presId="urn:microsoft.com/office/officeart/2018/5/layout/IconLeafLabelList"/>
    <dgm:cxn modelId="{4B6B0AA2-143E-4D19-AC21-83F3CD5E1821}" type="presParOf" srcId="{450EA5A0-A53F-4B0E-BF44-9A304EBEA6C3}" destId="{FB374082-F880-4E14-B6E9-A9405F717C76}" srcOrd="3" destOrd="0" presId="urn:microsoft.com/office/officeart/2018/5/layout/IconLeafLabelList"/>
    <dgm:cxn modelId="{9746CFCA-D7DC-429E-BE5D-CB6B49299DCE}" type="presParOf" srcId="{6568AEC0-C492-4A88-8279-1A9144AEB2D0}" destId="{823FD22F-A7FE-41F8-8D39-D71CBA77495B}" srcOrd="1" destOrd="0" presId="urn:microsoft.com/office/officeart/2018/5/layout/IconLeafLabelList"/>
    <dgm:cxn modelId="{C4BC2F0E-3031-4547-BA01-8EEB7BE59EF1}" type="presParOf" srcId="{6568AEC0-C492-4A88-8279-1A9144AEB2D0}" destId="{F96667DB-6865-489F-9F25-0B866CE077F3}" srcOrd="2" destOrd="0" presId="urn:microsoft.com/office/officeart/2018/5/layout/IconLeafLabelList"/>
    <dgm:cxn modelId="{22F63E4E-59C9-4EE3-8504-045738957176}" type="presParOf" srcId="{F96667DB-6865-489F-9F25-0B866CE077F3}" destId="{3814C6BD-07DB-4EFF-ACE6-9C53B98D2A12}" srcOrd="0" destOrd="0" presId="urn:microsoft.com/office/officeart/2018/5/layout/IconLeafLabelList"/>
    <dgm:cxn modelId="{2EAC4445-A59D-4446-89F4-310099C871FC}" type="presParOf" srcId="{F96667DB-6865-489F-9F25-0B866CE077F3}" destId="{25D61E3A-105D-4950-BAA7-76972C250E3F}" srcOrd="1" destOrd="0" presId="urn:microsoft.com/office/officeart/2018/5/layout/IconLeafLabelList"/>
    <dgm:cxn modelId="{D794ACEC-588E-4654-B72B-366013489E67}" type="presParOf" srcId="{F96667DB-6865-489F-9F25-0B866CE077F3}" destId="{29B5D02B-CA7C-4D1D-8546-55CA80AFD37C}" srcOrd="2" destOrd="0" presId="urn:microsoft.com/office/officeart/2018/5/layout/IconLeafLabelList"/>
    <dgm:cxn modelId="{45A23F0E-ED5E-46B4-86FE-FD6075A0A59B}" type="presParOf" srcId="{F96667DB-6865-489F-9F25-0B866CE077F3}" destId="{62E8833C-541F-4D7B-9BD1-37C4295099D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2B9896-8A25-4EE2-8410-E7742CA65D4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FFD999-1996-4489-AC1E-32995F5C23D1}">
      <dgm:prSet/>
      <dgm:spPr/>
      <dgm:t>
        <a:bodyPr/>
        <a:lstStyle/>
        <a:p>
          <a:r>
            <a:rPr lang="en-US" b="1"/>
            <a:t>AI Built-In:</a:t>
          </a:r>
          <a:r>
            <a:rPr lang="en-US"/>
            <a:t> Vectors, embeddings, model management, RAG patterns</a:t>
          </a:r>
        </a:p>
      </dgm:t>
    </dgm:pt>
    <dgm:pt modelId="{892AE69E-3855-47B6-9911-A60A7E28A745}" type="parTrans" cxnId="{FEB93992-F4F1-4073-9E7A-5FB5A17A0C9B}">
      <dgm:prSet/>
      <dgm:spPr/>
      <dgm:t>
        <a:bodyPr/>
        <a:lstStyle/>
        <a:p>
          <a:endParaRPr lang="en-US"/>
        </a:p>
      </dgm:t>
    </dgm:pt>
    <dgm:pt modelId="{7BABDB8E-3FFC-4E69-9A9B-65BF568FB20F}" type="sibTrans" cxnId="{FEB93992-F4F1-4073-9E7A-5FB5A17A0C9B}">
      <dgm:prSet/>
      <dgm:spPr/>
      <dgm:t>
        <a:bodyPr/>
        <a:lstStyle/>
        <a:p>
          <a:endParaRPr lang="en-US"/>
        </a:p>
      </dgm:t>
    </dgm:pt>
    <dgm:pt modelId="{9A1BD911-E38C-4E6A-B244-9F7D7849026D}">
      <dgm:prSet/>
      <dgm:spPr/>
      <dgm:t>
        <a:bodyPr/>
        <a:lstStyle/>
        <a:p>
          <a:r>
            <a:rPr lang="en-US" b="1"/>
            <a:t>Develop Modern Data Applications:</a:t>
          </a:r>
          <a:r>
            <a:rPr lang="en-US"/>
            <a:t> JSON, RegEx, REST API, CES, GitHub Copilot for SQL</a:t>
          </a:r>
        </a:p>
      </dgm:t>
    </dgm:pt>
    <dgm:pt modelId="{9E39809A-0960-420E-8485-546482D3CD66}" type="parTrans" cxnId="{D89792FB-DFEB-41AB-97E9-6DA3AFB2A160}">
      <dgm:prSet/>
      <dgm:spPr/>
      <dgm:t>
        <a:bodyPr/>
        <a:lstStyle/>
        <a:p>
          <a:endParaRPr lang="en-US"/>
        </a:p>
      </dgm:t>
    </dgm:pt>
    <dgm:pt modelId="{2E218C9F-24B7-4636-912E-84648481F617}" type="sibTrans" cxnId="{D89792FB-DFEB-41AB-97E9-6DA3AFB2A160}">
      <dgm:prSet/>
      <dgm:spPr/>
      <dgm:t>
        <a:bodyPr/>
        <a:lstStyle/>
        <a:p>
          <a:endParaRPr lang="en-US"/>
        </a:p>
      </dgm:t>
    </dgm:pt>
    <dgm:pt modelId="{9B8FE750-EBF8-4FB2-9178-4CF6380D5C11}">
      <dgm:prSet/>
      <dgm:spPr/>
      <dgm:t>
        <a:bodyPr/>
        <a:lstStyle/>
        <a:p>
          <a:r>
            <a:rPr lang="en-US" b="1"/>
            <a:t>Integrate Your Data with Fabric:</a:t>
          </a:r>
          <a:r>
            <a:rPr lang="en-US"/>
            <a:t> Mirroring, near-real-time analytics</a:t>
          </a:r>
        </a:p>
      </dgm:t>
    </dgm:pt>
    <dgm:pt modelId="{7797AF78-39D8-4858-8217-6C5C5CD2446F}" type="parTrans" cxnId="{9A443A35-15DE-4CF0-84CC-E72FE7BF726D}">
      <dgm:prSet/>
      <dgm:spPr/>
      <dgm:t>
        <a:bodyPr/>
        <a:lstStyle/>
        <a:p>
          <a:endParaRPr lang="en-US"/>
        </a:p>
      </dgm:t>
    </dgm:pt>
    <dgm:pt modelId="{BBE61A4C-F726-47C4-9BA4-5B8583507841}" type="sibTrans" cxnId="{9A443A35-15DE-4CF0-84CC-E72FE7BF726D}">
      <dgm:prSet/>
      <dgm:spPr/>
      <dgm:t>
        <a:bodyPr/>
        <a:lstStyle/>
        <a:p>
          <a:endParaRPr lang="en-US"/>
        </a:p>
      </dgm:t>
    </dgm:pt>
    <dgm:pt modelId="{FC2F2428-CCA8-6441-8958-C320C86C35AD}" type="pres">
      <dgm:prSet presAssocID="{182B9896-8A25-4EE2-8410-E7742CA65D42}" presName="vert0" presStyleCnt="0">
        <dgm:presLayoutVars>
          <dgm:dir/>
          <dgm:animOne val="branch"/>
          <dgm:animLvl val="lvl"/>
        </dgm:presLayoutVars>
      </dgm:prSet>
      <dgm:spPr/>
    </dgm:pt>
    <dgm:pt modelId="{E8503894-39E5-9541-A0AD-C7EC0B6ABC5C}" type="pres">
      <dgm:prSet presAssocID="{1EFFD999-1996-4489-AC1E-32995F5C23D1}" presName="thickLine" presStyleLbl="alignNode1" presStyleIdx="0" presStyleCnt="3"/>
      <dgm:spPr/>
    </dgm:pt>
    <dgm:pt modelId="{B963E542-DA3D-824E-BCDF-E788C29E59CB}" type="pres">
      <dgm:prSet presAssocID="{1EFFD999-1996-4489-AC1E-32995F5C23D1}" presName="horz1" presStyleCnt="0"/>
      <dgm:spPr/>
    </dgm:pt>
    <dgm:pt modelId="{F4AC3FB8-DBC4-3740-8A32-255808A3A09E}" type="pres">
      <dgm:prSet presAssocID="{1EFFD999-1996-4489-AC1E-32995F5C23D1}" presName="tx1" presStyleLbl="revTx" presStyleIdx="0" presStyleCnt="3"/>
      <dgm:spPr/>
    </dgm:pt>
    <dgm:pt modelId="{28717835-137B-264D-9D41-1F6A02E20C42}" type="pres">
      <dgm:prSet presAssocID="{1EFFD999-1996-4489-AC1E-32995F5C23D1}" presName="vert1" presStyleCnt="0"/>
      <dgm:spPr/>
    </dgm:pt>
    <dgm:pt modelId="{7166742D-0043-6E4B-9979-D297102D5E02}" type="pres">
      <dgm:prSet presAssocID="{9A1BD911-E38C-4E6A-B244-9F7D7849026D}" presName="thickLine" presStyleLbl="alignNode1" presStyleIdx="1" presStyleCnt="3"/>
      <dgm:spPr/>
    </dgm:pt>
    <dgm:pt modelId="{EFDC2824-BF57-5348-85A3-39504DC3F5E2}" type="pres">
      <dgm:prSet presAssocID="{9A1BD911-E38C-4E6A-B244-9F7D7849026D}" presName="horz1" presStyleCnt="0"/>
      <dgm:spPr/>
    </dgm:pt>
    <dgm:pt modelId="{3754B9AA-0B61-E141-A1DD-E14E0D96A231}" type="pres">
      <dgm:prSet presAssocID="{9A1BD911-E38C-4E6A-B244-9F7D7849026D}" presName="tx1" presStyleLbl="revTx" presStyleIdx="1" presStyleCnt="3"/>
      <dgm:spPr/>
    </dgm:pt>
    <dgm:pt modelId="{BDD0C4BF-DEF7-0749-931D-5CA69EF4A86D}" type="pres">
      <dgm:prSet presAssocID="{9A1BD911-E38C-4E6A-B244-9F7D7849026D}" presName="vert1" presStyleCnt="0"/>
      <dgm:spPr/>
    </dgm:pt>
    <dgm:pt modelId="{C7FA1C90-D114-6240-B776-44B7726A5636}" type="pres">
      <dgm:prSet presAssocID="{9B8FE750-EBF8-4FB2-9178-4CF6380D5C11}" presName="thickLine" presStyleLbl="alignNode1" presStyleIdx="2" presStyleCnt="3"/>
      <dgm:spPr/>
    </dgm:pt>
    <dgm:pt modelId="{9EA5746E-307D-224D-87BF-AE550B65B82F}" type="pres">
      <dgm:prSet presAssocID="{9B8FE750-EBF8-4FB2-9178-4CF6380D5C11}" presName="horz1" presStyleCnt="0"/>
      <dgm:spPr/>
    </dgm:pt>
    <dgm:pt modelId="{D057D283-AFFB-8D42-BE07-7AC68F281932}" type="pres">
      <dgm:prSet presAssocID="{9B8FE750-EBF8-4FB2-9178-4CF6380D5C11}" presName="tx1" presStyleLbl="revTx" presStyleIdx="2" presStyleCnt="3"/>
      <dgm:spPr/>
    </dgm:pt>
    <dgm:pt modelId="{66E83B98-E717-4E46-A04E-8CFF4AC4F064}" type="pres">
      <dgm:prSet presAssocID="{9B8FE750-EBF8-4FB2-9178-4CF6380D5C11}" presName="vert1" presStyleCnt="0"/>
      <dgm:spPr/>
    </dgm:pt>
  </dgm:ptLst>
  <dgm:cxnLst>
    <dgm:cxn modelId="{54800C25-E868-0C43-B3D0-2D454457AA9B}" type="presOf" srcId="{182B9896-8A25-4EE2-8410-E7742CA65D42}" destId="{FC2F2428-CCA8-6441-8958-C320C86C35AD}" srcOrd="0" destOrd="0" presId="urn:microsoft.com/office/officeart/2008/layout/LinedList"/>
    <dgm:cxn modelId="{9A443A35-15DE-4CF0-84CC-E72FE7BF726D}" srcId="{182B9896-8A25-4EE2-8410-E7742CA65D42}" destId="{9B8FE750-EBF8-4FB2-9178-4CF6380D5C11}" srcOrd="2" destOrd="0" parTransId="{7797AF78-39D8-4858-8217-6C5C5CD2446F}" sibTransId="{BBE61A4C-F726-47C4-9BA4-5B8583507841}"/>
    <dgm:cxn modelId="{FEB93992-F4F1-4073-9E7A-5FB5A17A0C9B}" srcId="{182B9896-8A25-4EE2-8410-E7742CA65D42}" destId="{1EFFD999-1996-4489-AC1E-32995F5C23D1}" srcOrd="0" destOrd="0" parTransId="{892AE69E-3855-47B6-9911-A60A7E28A745}" sibTransId="{7BABDB8E-3FFC-4E69-9A9B-65BF568FB20F}"/>
    <dgm:cxn modelId="{DE3BD795-293E-2F43-9C40-CFA5F8B66227}" type="presOf" srcId="{9A1BD911-E38C-4E6A-B244-9F7D7849026D}" destId="{3754B9AA-0B61-E141-A1DD-E14E0D96A231}" srcOrd="0" destOrd="0" presId="urn:microsoft.com/office/officeart/2008/layout/LinedList"/>
    <dgm:cxn modelId="{C1BC8DDA-2D13-974A-956C-AC2047C67D60}" type="presOf" srcId="{9B8FE750-EBF8-4FB2-9178-4CF6380D5C11}" destId="{D057D283-AFFB-8D42-BE07-7AC68F281932}" srcOrd="0" destOrd="0" presId="urn:microsoft.com/office/officeart/2008/layout/LinedList"/>
    <dgm:cxn modelId="{9195F1F9-A438-EB40-B445-00BFB9994F6B}" type="presOf" srcId="{1EFFD999-1996-4489-AC1E-32995F5C23D1}" destId="{F4AC3FB8-DBC4-3740-8A32-255808A3A09E}" srcOrd="0" destOrd="0" presId="urn:microsoft.com/office/officeart/2008/layout/LinedList"/>
    <dgm:cxn modelId="{D89792FB-DFEB-41AB-97E9-6DA3AFB2A160}" srcId="{182B9896-8A25-4EE2-8410-E7742CA65D42}" destId="{9A1BD911-E38C-4E6A-B244-9F7D7849026D}" srcOrd="1" destOrd="0" parTransId="{9E39809A-0960-420E-8485-546482D3CD66}" sibTransId="{2E218C9F-24B7-4636-912E-84648481F617}"/>
    <dgm:cxn modelId="{7D641423-A080-8C47-BF29-B8B35BBBFEAC}" type="presParOf" srcId="{FC2F2428-CCA8-6441-8958-C320C86C35AD}" destId="{E8503894-39E5-9541-A0AD-C7EC0B6ABC5C}" srcOrd="0" destOrd="0" presId="urn:microsoft.com/office/officeart/2008/layout/LinedList"/>
    <dgm:cxn modelId="{CC1CC990-965B-7C43-BE2D-52B14422AE3B}" type="presParOf" srcId="{FC2F2428-CCA8-6441-8958-C320C86C35AD}" destId="{B963E542-DA3D-824E-BCDF-E788C29E59CB}" srcOrd="1" destOrd="0" presId="urn:microsoft.com/office/officeart/2008/layout/LinedList"/>
    <dgm:cxn modelId="{380EF955-A045-F844-ACBE-A0772825AC59}" type="presParOf" srcId="{B963E542-DA3D-824E-BCDF-E788C29E59CB}" destId="{F4AC3FB8-DBC4-3740-8A32-255808A3A09E}" srcOrd="0" destOrd="0" presId="urn:microsoft.com/office/officeart/2008/layout/LinedList"/>
    <dgm:cxn modelId="{4E539124-A8DC-234C-BC44-539CA3B59804}" type="presParOf" srcId="{B963E542-DA3D-824E-BCDF-E788C29E59CB}" destId="{28717835-137B-264D-9D41-1F6A02E20C42}" srcOrd="1" destOrd="0" presId="urn:microsoft.com/office/officeart/2008/layout/LinedList"/>
    <dgm:cxn modelId="{CA79F6F2-C09D-B749-865C-1A9D1DA861E5}" type="presParOf" srcId="{FC2F2428-CCA8-6441-8958-C320C86C35AD}" destId="{7166742D-0043-6E4B-9979-D297102D5E02}" srcOrd="2" destOrd="0" presId="urn:microsoft.com/office/officeart/2008/layout/LinedList"/>
    <dgm:cxn modelId="{E12C36A1-AB65-3643-8E4B-33C4179315F0}" type="presParOf" srcId="{FC2F2428-CCA8-6441-8958-C320C86C35AD}" destId="{EFDC2824-BF57-5348-85A3-39504DC3F5E2}" srcOrd="3" destOrd="0" presId="urn:microsoft.com/office/officeart/2008/layout/LinedList"/>
    <dgm:cxn modelId="{6454981A-863E-2542-A457-033F3E3ACB61}" type="presParOf" srcId="{EFDC2824-BF57-5348-85A3-39504DC3F5E2}" destId="{3754B9AA-0B61-E141-A1DD-E14E0D96A231}" srcOrd="0" destOrd="0" presId="urn:microsoft.com/office/officeart/2008/layout/LinedList"/>
    <dgm:cxn modelId="{A22A7719-3959-0D4E-A5A6-B83995C31D98}" type="presParOf" srcId="{EFDC2824-BF57-5348-85A3-39504DC3F5E2}" destId="{BDD0C4BF-DEF7-0749-931D-5CA69EF4A86D}" srcOrd="1" destOrd="0" presId="urn:microsoft.com/office/officeart/2008/layout/LinedList"/>
    <dgm:cxn modelId="{0A2C9E22-2581-834A-9719-5D9772F2CA74}" type="presParOf" srcId="{FC2F2428-CCA8-6441-8958-C320C86C35AD}" destId="{C7FA1C90-D114-6240-B776-44B7726A5636}" srcOrd="4" destOrd="0" presId="urn:microsoft.com/office/officeart/2008/layout/LinedList"/>
    <dgm:cxn modelId="{DABB004F-8F51-2949-83DC-09D05967CE34}" type="presParOf" srcId="{FC2F2428-CCA8-6441-8958-C320C86C35AD}" destId="{9EA5746E-307D-224D-87BF-AE550B65B82F}" srcOrd="5" destOrd="0" presId="urn:microsoft.com/office/officeart/2008/layout/LinedList"/>
    <dgm:cxn modelId="{EFD67944-3BB8-614C-9B11-7D188B1CC0B9}" type="presParOf" srcId="{9EA5746E-307D-224D-87BF-AE550B65B82F}" destId="{D057D283-AFFB-8D42-BE07-7AC68F281932}" srcOrd="0" destOrd="0" presId="urn:microsoft.com/office/officeart/2008/layout/LinedList"/>
    <dgm:cxn modelId="{7D55976F-E8D6-EB4D-AB08-0AC8D78AE546}" type="presParOf" srcId="{9EA5746E-307D-224D-87BF-AE550B65B82F}" destId="{66E83B98-E717-4E46-A04E-8CFF4AC4F0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46C6D8-0BF4-4E65-A132-5CC1333307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4215C1-5EB0-4356-A1C6-E37E76C77B03}">
      <dgm:prSet/>
      <dgm:spPr/>
      <dgm:t>
        <a:bodyPr/>
        <a:lstStyle/>
        <a:p>
          <a:r>
            <a:rPr lang="en-US" b="1"/>
            <a:t>Secure by Default:</a:t>
          </a:r>
          <a:r>
            <a:rPr lang="en-US"/>
            <a:t> Managed Identity, Entra, Defender integration</a:t>
          </a:r>
        </a:p>
      </dgm:t>
    </dgm:pt>
    <dgm:pt modelId="{787A1257-9E89-4F24-84C6-381CBC22B7AA}" type="parTrans" cxnId="{8421BDAA-251D-4FDC-A224-E9E8AECB65A5}">
      <dgm:prSet/>
      <dgm:spPr/>
      <dgm:t>
        <a:bodyPr/>
        <a:lstStyle/>
        <a:p>
          <a:endParaRPr lang="en-US"/>
        </a:p>
      </dgm:t>
    </dgm:pt>
    <dgm:pt modelId="{F02A3176-31A1-4F7C-BD96-9CD26658D413}" type="sibTrans" cxnId="{8421BDAA-251D-4FDC-A224-E9E8AECB65A5}">
      <dgm:prSet/>
      <dgm:spPr/>
      <dgm:t>
        <a:bodyPr/>
        <a:lstStyle/>
        <a:p>
          <a:endParaRPr lang="en-US"/>
        </a:p>
      </dgm:t>
    </dgm:pt>
    <dgm:pt modelId="{CB8C0A75-0344-4BCC-B090-AF7259CC1CC1}">
      <dgm:prSet/>
      <dgm:spPr/>
      <dgm:t>
        <a:bodyPr/>
        <a:lstStyle/>
        <a:p>
          <a:r>
            <a:rPr lang="en-US" b="1"/>
            <a:t>Mission Critical Engine:</a:t>
          </a:r>
          <a:r>
            <a:rPr lang="en-US"/>
            <a:t> Optimized Locking, IQP enhancements, AG reliability</a:t>
          </a:r>
        </a:p>
      </dgm:t>
    </dgm:pt>
    <dgm:pt modelId="{F6FC026B-00E0-47E1-8A7B-6ACC71CD39E7}" type="parTrans" cxnId="{0DFCAFA7-DD96-4F4A-B556-12FE0CDE5650}">
      <dgm:prSet/>
      <dgm:spPr/>
      <dgm:t>
        <a:bodyPr/>
        <a:lstStyle/>
        <a:p>
          <a:endParaRPr lang="en-US"/>
        </a:p>
      </dgm:t>
    </dgm:pt>
    <dgm:pt modelId="{D19283C9-0A1C-4050-B5DA-41120C4067A9}" type="sibTrans" cxnId="{0DFCAFA7-DD96-4F4A-B556-12FE0CDE5650}">
      <dgm:prSet/>
      <dgm:spPr/>
      <dgm:t>
        <a:bodyPr/>
        <a:lstStyle/>
        <a:p>
          <a:endParaRPr lang="en-US"/>
        </a:p>
      </dgm:t>
    </dgm:pt>
    <dgm:pt modelId="{9BA0E7A0-C298-4AA7-90E2-8340A78EC52E}">
      <dgm:prSet/>
      <dgm:spPr/>
      <dgm:t>
        <a:bodyPr/>
        <a:lstStyle/>
        <a:p>
          <a:r>
            <a:rPr lang="en-US" b="1"/>
            <a:t>Connected with Arc</a:t>
          </a:r>
          <a:r>
            <a:rPr lang="en-US"/>
            <a:t> | </a:t>
          </a:r>
          <a:r>
            <a:rPr lang="en-US" b="1"/>
            <a:t>Assisted by Copilots</a:t>
          </a:r>
          <a:r>
            <a:rPr lang="en-US"/>
            <a:t> | </a:t>
          </a:r>
          <a:r>
            <a:rPr lang="en-US" b="1"/>
            <a:t>Built for All Platforms</a:t>
          </a:r>
          <a:endParaRPr lang="en-US"/>
        </a:p>
      </dgm:t>
    </dgm:pt>
    <dgm:pt modelId="{24639C04-5EFB-4788-83C2-2D8ECFCEC3E4}" type="parTrans" cxnId="{FA5A45BB-3CDD-4D80-8FD9-2E64A42F43E9}">
      <dgm:prSet/>
      <dgm:spPr/>
      <dgm:t>
        <a:bodyPr/>
        <a:lstStyle/>
        <a:p>
          <a:endParaRPr lang="en-US"/>
        </a:p>
      </dgm:t>
    </dgm:pt>
    <dgm:pt modelId="{6F25F5C1-6E09-4A53-B440-04545ED25DED}" type="sibTrans" cxnId="{FA5A45BB-3CDD-4D80-8FD9-2E64A42F43E9}">
      <dgm:prSet/>
      <dgm:spPr/>
      <dgm:t>
        <a:bodyPr/>
        <a:lstStyle/>
        <a:p>
          <a:endParaRPr lang="en-US"/>
        </a:p>
      </dgm:t>
    </dgm:pt>
    <dgm:pt modelId="{21DAF003-CA7C-4BBB-98DE-2E45D31B919E}" type="pres">
      <dgm:prSet presAssocID="{FF46C6D8-0BF4-4E65-A132-5CC1333307A0}" presName="root" presStyleCnt="0">
        <dgm:presLayoutVars>
          <dgm:dir/>
          <dgm:resizeHandles val="exact"/>
        </dgm:presLayoutVars>
      </dgm:prSet>
      <dgm:spPr/>
    </dgm:pt>
    <dgm:pt modelId="{257FE552-648C-43AA-8461-BF13E8900C9E}" type="pres">
      <dgm:prSet presAssocID="{174215C1-5EB0-4356-A1C6-E37E76C77B03}" presName="compNode" presStyleCnt="0"/>
      <dgm:spPr/>
    </dgm:pt>
    <dgm:pt modelId="{4CC119D2-3646-4043-B648-49742D85F521}" type="pres">
      <dgm:prSet presAssocID="{174215C1-5EB0-4356-A1C6-E37E76C77B03}" presName="bgRect" presStyleLbl="bgShp" presStyleIdx="0" presStyleCnt="3"/>
      <dgm:spPr/>
    </dgm:pt>
    <dgm:pt modelId="{7719F8C3-A275-4EFB-9B1B-E364A3BBDDDB}" type="pres">
      <dgm:prSet presAssocID="{174215C1-5EB0-4356-A1C6-E37E76C77B0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7D4FA7F-9142-4DD6-A20F-FB56B85CC1CC}" type="pres">
      <dgm:prSet presAssocID="{174215C1-5EB0-4356-A1C6-E37E76C77B03}" presName="spaceRect" presStyleCnt="0"/>
      <dgm:spPr/>
    </dgm:pt>
    <dgm:pt modelId="{67D719CD-C287-497B-9E16-C4CA4706E4D5}" type="pres">
      <dgm:prSet presAssocID="{174215C1-5EB0-4356-A1C6-E37E76C77B03}" presName="parTx" presStyleLbl="revTx" presStyleIdx="0" presStyleCnt="3">
        <dgm:presLayoutVars>
          <dgm:chMax val="0"/>
          <dgm:chPref val="0"/>
        </dgm:presLayoutVars>
      </dgm:prSet>
      <dgm:spPr/>
    </dgm:pt>
    <dgm:pt modelId="{E0F739C3-22E8-43A7-9D08-10AC16CA9B2F}" type="pres">
      <dgm:prSet presAssocID="{F02A3176-31A1-4F7C-BD96-9CD26658D413}" presName="sibTrans" presStyleCnt="0"/>
      <dgm:spPr/>
    </dgm:pt>
    <dgm:pt modelId="{E8F92832-B90B-4E87-9511-2B1E07CCAFD7}" type="pres">
      <dgm:prSet presAssocID="{CB8C0A75-0344-4BCC-B090-AF7259CC1CC1}" presName="compNode" presStyleCnt="0"/>
      <dgm:spPr/>
    </dgm:pt>
    <dgm:pt modelId="{61B6D756-933C-4D63-B567-4F04E973F837}" type="pres">
      <dgm:prSet presAssocID="{CB8C0A75-0344-4BCC-B090-AF7259CC1CC1}" presName="bgRect" presStyleLbl="bgShp" presStyleIdx="1" presStyleCnt="3"/>
      <dgm:spPr/>
    </dgm:pt>
    <dgm:pt modelId="{31AB3E01-6625-423C-AB1C-A4593BD71BBC}" type="pres">
      <dgm:prSet presAssocID="{CB8C0A75-0344-4BCC-B090-AF7259CC1CC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28ED9ED-8ED6-476C-B8FA-1E70A86CA878}" type="pres">
      <dgm:prSet presAssocID="{CB8C0A75-0344-4BCC-B090-AF7259CC1CC1}" presName="spaceRect" presStyleCnt="0"/>
      <dgm:spPr/>
    </dgm:pt>
    <dgm:pt modelId="{CDA2E06D-42FA-4F28-8B82-F9D71FDB3491}" type="pres">
      <dgm:prSet presAssocID="{CB8C0A75-0344-4BCC-B090-AF7259CC1CC1}" presName="parTx" presStyleLbl="revTx" presStyleIdx="1" presStyleCnt="3">
        <dgm:presLayoutVars>
          <dgm:chMax val="0"/>
          <dgm:chPref val="0"/>
        </dgm:presLayoutVars>
      </dgm:prSet>
      <dgm:spPr/>
    </dgm:pt>
    <dgm:pt modelId="{CAE14031-1184-40A9-96C0-294288764D91}" type="pres">
      <dgm:prSet presAssocID="{D19283C9-0A1C-4050-B5DA-41120C4067A9}" presName="sibTrans" presStyleCnt="0"/>
      <dgm:spPr/>
    </dgm:pt>
    <dgm:pt modelId="{EC4F3933-6421-44B5-8843-52DA07332251}" type="pres">
      <dgm:prSet presAssocID="{9BA0E7A0-C298-4AA7-90E2-8340A78EC52E}" presName="compNode" presStyleCnt="0"/>
      <dgm:spPr/>
    </dgm:pt>
    <dgm:pt modelId="{57FBA9F6-28CF-49C9-B435-B006C634C74B}" type="pres">
      <dgm:prSet presAssocID="{9BA0E7A0-C298-4AA7-90E2-8340A78EC52E}" presName="bgRect" presStyleLbl="bgShp" presStyleIdx="2" presStyleCnt="3"/>
      <dgm:spPr/>
    </dgm:pt>
    <dgm:pt modelId="{3C9AEA83-63F1-4B24-8AA7-5BA8590E1902}" type="pres">
      <dgm:prSet presAssocID="{9BA0E7A0-C298-4AA7-90E2-8340A78EC52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EF24C92-F5B6-4E41-A22D-E81D273B5834}" type="pres">
      <dgm:prSet presAssocID="{9BA0E7A0-C298-4AA7-90E2-8340A78EC52E}" presName="spaceRect" presStyleCnt="0"/>
      <dgm:spPr/>
    </dgm:pt>
    <dgm:pt modelId="{77C3CD58-7387-446D-9D90-589C9CB96E21}" type="pres">
      <dgm:prSet presAssocID="{9BA0E7A0-C298-4AA7-90E2-8340A78EC5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93FE21-E38A-48B5-A427-4AB8A758F732}" type="presOf" srcId="{9BA0E7A0-C298-4AA7-90E2-8340A78EC52E}" destId="{77C3CD58-7387-446D-9D90-589C9CB96E21}" srcOrd="0" destOrd="0" presId="urn:microsoft.com/office/officeart/2018/2/layout/IconVerticalSolidList"/>
    <dgm:cxn modelId="{724C7239-9FC4-4A24-BE4F-E29303D21BA8}" type="presOf" srcId="{174215C1-5EB0-4356-A1C6-E37E76C77B03}" destId="{67D719CD-C287-497B-9E16-C4CA4706E4D5}" srcOrd="0" destOrd="0" presId="urn:microsoft.com/office/officeart/2018/2/layout/IconVerticalSolidList"/>
    <dgm:cxn modelId="{2E5ABB4D-8977-47D3-8641-E67CE952B385}" type="presOf" srcId="{CB8C0A75-0344-4BCC-B090-AF7259CC1CC1}" destId="{CDA2E06D-42FA-4F28-8B82-F9D71FDB3491}" srcOrd="0" destOrd="0" presId="urn:microsoft.com/office/officeart/2018/2/layout/IconVerticalSolidList"/>
    <dgm:cxn modelId="{2AEF8055-BA23-47E9-BC9B-1AB6B863A6BD}" type="presOf" srcId="{FF46C6D8-0BF4-4E65-A132-5CC1333307A0}" destId="{21DAF003-CA7C-4BBB-98DE-2E45D31B919E}" srcOrd="0" destOrd="0" presId="urn:microsoft.com/office/officeart/2018/2/layout/IconVerticalSolidList"/>
    <dgm:cxn modelId="{0DFCAFA7-DD96-4F4A-B556-12FE0CDE5650}" srcId="{FF46C6D8-0BF4-4E65-A132-5CC1333307A0}" destId="{CB8C0A75-0344-4BCC-B090-AF7259CC1CC1}" srcOrd="1" destOrd="0" parTransId="{F6FC026B-00E0-47E1-8A7B-6ACC71CD39E7}" sibTransId="{D19283C9-0A1C-4050-B5DA-41120C4067A9}"/>
    <dgm:cxn modelId="{8421BDAA-251D-4FDC-A224-E9E8AECB65A5}" srcId="{FF46C6D8-0BF4-4E65-A132-5CC1333307A0}" destId="{174215C1-5EB0-4356-A1C6-E37E76C77B03}" srcOrd="0" destOrd="0" parTransId="{787A1257-9E89-4F24-84C6-381CBC22B7AA}" sibTransId="{F02A3176-31A1-4F7C-BD96-9CD26658D413}"/>
    <dgm:cxn modelId="{FA5A45BB-3CDD-4D80-8FD9-2E64A42F43E9}" srcId="{FF46C6D8-0BF4-4E65-A132-5CC1333307A0}" destId="{9BA0E7A0-C298-4AA7-90E2-8340A78EC52E}" srcOrd="2" destOrd="0" parTransId="{24639C04-5EFB-4788-83C2-2D8ECFCEC3E4}" sibTransId="{6F25F5C1-6E09-4A53-B440-04545ED25DED}"/>
    <dgm:cxn modelId="{99BAB18F-7341-42B9-89ED-5E546DECD4E2}" type="presParOf" srcId="{21DAF003-CA7C-4BBB-98DE-2E45D31B919E}" destId="{257FE552-648C-43AA-8461-BF13E8900C9E}" srcOrd="0" destOrd="0" presId="urn:microsoft.com/office/officeart/2018/2/layout/IconVerticalSolidList"/>
    <dgm:cxn modelId="{306502B1-C197-4C51-A03F-601822268E8C}" type="presParOf" srcId="{257FE552-648C-43AA-8461-BF13E8900C9E}" destId="{4CC119D2-3646-4043-B648-49742D85F521}" srcOrd="0" destOrd="0" presId="urn:microsoft.com/office/officeart/2018/2/layout/IconVerticalSolidList"/>
    <dgm:cxn modelId="{17F157E0-3770-4309-B9D9-0D02748C4449}" type="presParOf" srcId="{257FE552-648C-43AA-8461-BF13E8900C9E}" destId="{7719F8C3-A275-4EFB-9B1B-E364A3BBDDDB}" srcOrd="1" destOrd="0" presId="urn:microsoft.com/office/officeart/2018/2/layout/IconVerticalSolidList"/>
    <dgm:cxn modelId="{0C8317ED-85D0-4A0D-85C2-79FA7858BE93}" type="presParOf" srcId="{257FE552-648C-43AA-8461-BF13E8900C9E}" destId="{47D4FA7F-9142-4DD6-A20F-FB56B85CC1CC}" srcOrd="2" destOrd="0" presId="urn:microsoft.com/office/officeart/2018/2/layout/IconVerticalSolidList"/>
    <dgm:cxn modelId="{843C8933-E89C-47E5-A5A6-210A50E4E828}" type="presParOf" srcId="{257FE552-648C-43AA-8461-BF13E8900C9E}" destId="{67D719CD-C287-497B-9E16-C4CA4706E4D5}" srcOrd="3" destOrd="0" presId="urn:microsoft.com/office/officeart/2018/2/layout/IconVerticalSolidList"/>
    <dgm:cxn modelId="{89E7D21F-BA49-4039-BB06-4DDEAFA71523}" type="presParOf" srcId="{21DAF003-CA7C-4BBB-98DE-2E45D31B919E}" destId="{E0F739C3-22E8-43A7-9D08-10AC16CA9B2F}" srcOrd="1" destOrd="0" presId="urn:microsoft.com/office/officeart/2018/2/layout/IconVerticalSolidList"/>
    <dgm:cxn modelId="{C3A825C4-BFA2-4F82-95BC-924EF1B878D0}" type="presParOf" srcId="{21DAF003-CA7C-4BBB-98DE-2E45D31B919E}" destId="{E8F92832-B90B-4E87-9511-2B1E07CCAFD7}" srcOrd="2" destOrd="0" presId="urn:microsoft.com/office/officeart/2018/2/layout/IconVerticalSolidList"/>
    <dgm:cxn modelId="{E65644CA-BBA9-418A-BC98-D347ACAFA5C2}" type="presParOf" srcId="{E8F92832-B90B-4E87-9511-2B1E07CCAFD7}" destId="{61B6D756-933C-4D63-B567-4F04E973F837}" srcOrd="0" destOrd="0" presId="urn:microsoft.com/office/officeart/2018/2/layout/IconVerticalSolidList"/>
    <dgm:cxn modelId="{EEF6E27C-E57B-4D8F-BF33-6EA65DA5148D}" type="presParOf" srcId="{E8F92832-B90B-4E87-9511-2B1E07CCAFD7}" destId="{31AB3E01-6625-423C-AB1C-A4593BD71BBC}" srcOrd="1" destOrd="0" presId="urn:microsoft.com/office/officeart/2018/2/layout/IconVerticalSolidList"/>
    <dgm:cxn modelId="{ECE73A02-9185-4088-B877-A0A061ABFBC7}" type="presParOf" srcId="{E8F92832-B90B-4E87-9511-2B1E07CCAFD7}" destId="{528ED9ED-8ED6-476C-B8FA-1E70A86CA878}" srcOrd="2" destOrd="0" presId="urn:microsoft.com/office/officeart/2018/2/layout/IconVerticalSolidList"/>
    <dgm:cxn modelId="{60696E28-F69F-48A3-9F93-DA6C29C3869B}" type="presParOf" srcId="{E8F92832-B90B-4E87-9511-2B1E07CCAFD7}" destId="{CDA2E06D-42FA-4F28-8B82-F9D71FDB3491}" srcOrd="3" destOrd="0" presId="urn:microsoft.com/office/officeart/2018/2/layout/IconVerticalSolidList"/>
    <dgm:cxn modelId="{7163B21C-95CC-4C2C-892C-C4025FBD8EC8}" type="presParOf" srcId="{21DAF003-CA7C-4BBB-98DE-2E45D31B919E}" destId="{CAE14031-1184-40A9-96C0-294288764D91}" srcOrd="3" destOrd="0" presId="urn:microsoft.com/office/officeart/2018/2/layout/IconVerticalSolidList"/>
    <dgm:cxn modelId="{34491281-4082-4946-A970-26FBF9A28A89}" type="presParOf" srcId="{21DAF003-CA7C-4BBB-98DE-2E45D31B919E}" destId="{EC4F3933-6421-44B5-8843-52DA07332251}" srcOrd="4" destOrd="0" presId="urn:microsoft.com/office/officeart/2018/2/layout/IconVerticalSolidList"/>
    <dgm:cxn modelId="{B1BD0A7F-D565-4653-89E8-9781B76FE46D}" type="presParOf" srcId="{EC4F3933-6421-44B5-8843-52DA07332251}" destId="{57FBA9F6-28CF-49C9-B435-B006C634C74B}" srcOrd="0" destOrd="0" presId="urn:microsoft.com/office/officeart/2018/2/layout/IconVerticalSolidList"/>
    <dgm:cxn modelId="{0A96B5C5-BDE7-4A93-9DE2-D47CFA1B2C79}" type="presParOf" srcId="{EC4F3933-6421-44B5-8843-52DA07332251}" destId="{3C9AEA83-63F1-4B24-8AA7-5BA8590E1902}" srcOrd="1" destOrd="0" presId="urn:microsoft.com/office/officeart/2018/2/layout/IconVerticalSolidList"/>
    <dgm:cxn modelId="{D8C238FC-E26E-476E-8F53-9957261EA463}" type="presParOf" srcId="{EC4F3933-6421-44B5-8843-52DA07332251}" destId="{9EF24C92-F5B6-4E41-A22D-E81D273B5834}" srcOrd="2" destOrd="0" presId="urn:microsoft.com/office/officeart/2018/2/layout/IconVerticalSolidList"/>
    <dgm:cxn modelId="{FEDCF3FD-E8C3-4130-B6F0-5992E074D5E6}" type="presParOf" srcId="{EC4F3933-6421-44B5-8843-52DA07332251}" destId="{77C3CD58-7387-446D-9D90-589C9CB96E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F54F67-D67F-4866-9911-F783029C2E2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9714473-45A5-417E-84E7-AF00584FF335}">
      <dgm:prSet/>
      <dgm:spPr/>
      <dgm:t>
        <a:bodyPr/>
        <a:lstStyle/>
        <a:p>
          <a:r>
            <a:rPr lang="en-US"/>
            <a:t>Query editor improvements</a:t>
          </a:r>
        </a:p>
      </dgm:t>
    </dgm:pt>
    <dgm:pt modelId="{5A0AC9D2-772F-481A-B8AB-9C56171FB112}" type="parTrans" cxnId="{2F7A6C79-0AF6-4BCE-A483-8C80E5318E2A}">
      <dgm:prSet/>
      <dgm:spPr/>
      <dgm:t>
        <a:bodyPr/>
        <a:lstStyle/>
        <a:p>
          <a:endParaRPr lang="en-US"/>
        </a:p>
      </dgm:t>
    </dgm:pt>
    <dgm:pt modelId="{170FB996-7DC3-4633-849A-E397ABB7F7E7}" type="sibTrans" cxnId="{2F7A6C79-0AF6-4BCE-A483-8C80E5318E2A}">
      <dgm:prSet/>
      <dgm:spPr/>
      <dgm:t>
        <a:bodyPr/>
        <a:lstStyle/>
        <a:p>
          <a:endParaRPr lang="en-US"/>
        </a:p>
      </dgm:t>
    </dgm:pt>
    <dgm:pt modelId="{36BB78DF-E585-4823-9386-31171DE3931B}">
      <dgm:prSet/>
      <dgm:spPr/>
      <dgm:t>
        <a:bodyPr/>
        <a:lstStyle/>
        <a:p>
          <a:r>
            <a:rPr lang="en-US"/>
            <a:t>JSON viewer</a:t>
          </a:r>
        </a:p>
      </dgm:t>
    </dgm:pt>
    <dgm:pt modelId="{4144844B-A366-4B0B-AE91-DBD6CA38C77D}" type="parTrans" cxnId="{FCFFB08A-8DA8-42D1-80AE-85EBC1D97D53}">
      <dgm:prSet/>
      <dgm:spPr/>
      <dgm:t>
        <a:bodyPr/>
        <a:lstStyle/>
        <a:p>
          <a:endParaRPr lang="en-US"/>
        </a:p>
      </dgm:t>
    </dgm:pt>
    <dgm:pt modelId="{363AE62D-E13A-4CB7-9F58-700D124FAC22}" type="sibTrans" cxnId="{FCFFB08A-8DA8-42D1-80AE-85EBC1D97D53}">
      <dgm:prSet/>
      <dgm:spPr/>
      <dgm:t>
        <a:bodyPr/>
        <a:lstStyle/>
        <a:p>
          <a:endParaRPr lang="en-US"/>
        </a:p>
      </dgm:t>
    </dgm:pt>
    <dgm:pt modelId="{AE20CE6C-1FA1-4C24-AE11-EA4161D63EA7}">
      <dgm:prSet/>
      <dgm:spPr/>
      <dgm:t>
        <a:bodyPr/>
        <a:lstStyle/>
        <a:p>
          <a:r>
            <a:rPr lang="en-US"/>
            <a:t>Query hints recommendation</a:t>
          </a:r>
        </a:p>
      </dgm:t>
    </dgm:pt>
    <dgm:pt modelId="{D67ACC70-C171-4216-8810-A5D4AAB95FEE}" type="parTrans" cxnId="{003BAC00-54EE-4C4B-BFA7-B96E8B734B12}">
      <dgm:prSet/>
      <dgm:spPr/>
      <dgm:t>
        <a:bodyPr/>
        <a:lstStyle/>
        <a:p>
          <a:endParaRPr lang="en-US"/>
        </a:p>
      </dgm:t>
    </dgm:pt>
    <dgm:pt modelId="{2B59B204-8039-42D2-BCAC-0946B440F06B}" type="sibTrans" cxnId="{003BAC00-54EE-4C4B-BFA7-B96E8B734B12}">
      <dgm:prSet/>
      <dgm:spPr/>
      <dgm:t>
        <a:bodyPr/>
        <a:lstStyle/>
        <a:p>
          <a:endParaRPr lang="en-US"/>
        </a:p>
      </dgm:t>
    </dgm:pt>
    <dgm:pt modelId="{2E6EF949-008E-46C4-A7F6-05B3B0777CD0}">
      <dgm:prSet/>
      <dgm:spPr/>
      <dgm:t>
        <a:bodyPr/>
        <a:lstStyle/>
        <a:p>
          <a:r>
            <a:rPr lang="en-US"/>
            <a:t>Zooming for grid results</a:t>
          </a:r>
        </a:p>
      </dgm:t>
    </dgm:pt>
    <dgm:pt modelId="{227D5041-0780-4965-A15B-187BD5E7AA16}" type="parTrans" cxnId="{3357EE77-BDAB-47AA-A00D-7D714EA33C95}">
      <dgm:prSet/>
      <dgm:spPr/>
      <dgm:t>
        <a:bodyPr/>
        <a:lstStyle/>
        <a:p>
          <a:endParaRPr lang="en-US"/>
        </a:p>
      </dgm:t>
    </dgm:pt>
    <dgm:pt modelId="{BB48AABF-1473-45F3-A4F8-6D3ADD16893E}" type="sibTrans" cxnId="{3357EE77-BDAB-47AA-A00D-7D714EA33C95}">
      <dgm:prSet/>
      <dgm:spPr/>
      <dgm:t>
        <a:bodyPr/>
        <a:lstStyle/>
        <a:p>
          <a:endParaRPr lang="en-US"/>
        </a:p>
      </dgm:t>
    </dgm:pt>
    <dgm:pt modelId="{BAA142AF-697E-4601-8EC5-7EA4E700A386}">
      <dgm:prSet/>
      <dgm:spPr/>
      <dgm:t>
        <a:bodyPr/>
        <a:lstStyle/>
        <a:p>
          <a:r>
            <a:rPr lang="en-US"/>
            <a:t>Always Encrypted assessment</a:t>
          </a:r>
        </a:p>
      </dgm:t>
    </dgm:pt>
    <dgm:pt modelId="{49E16B46-6F61-43B6-9DBD-CBC2FAF8D9AC}" type="parTrans" cxnId="{9F873EEE-42EC-43E5-9F70-F70889344357}">
      <dgm:prSet/>
      <dgm:spPr/>
      <dgm:t>
        <a:bodyPr/>
        <a:lstStyle/>
        <a:p>
          <a:endParaRPr lang="en-US"/>
        </a:p>
      </dgm:t>
    </dgm:pt>
    <dgm:pt modelId="{305F722E-46C9-4D7B-80DD-D7FCEF6C711C}" type="sibTrans" cxnId="{9F873EEE-42EC-43E5-9F70-F70889344357}">
      <dgm:prSet/>
      <dgm:spPr/>
      <dgm:t>
        <a:bodyPr/>
        <a:lstStyle/>
        <a:p>
          <a:endParaRPr lang="en-US"/>
        </a:p>
      </dgm:t>
    </dgm:pt>
    <dgm:pt modelId="{C6419761-03A9-4DD1-97A7-FB89A1611057}">
      <dgm:prSet/>
      <dgm:spPr/>
      <dgm:t>
        <a:bodyPr/>
        <a:lstStyle/>
        <a:p>
          <a:r>
            <a:rPr lang="en-US"/>
            <a:t>VS Installer / update experience</a:t>
          </a:r>
        </a:p>
      </dgm:t>
    </dgm:pt>
    <dgm:pt modelId="{CDD54ED2-F990-49E8-A406-CCC686A7DC2E}" type="parTrans" cxnId="{C2E1E91C-B212-46D4-82A8-940461F818B9}">
      <dgm:prSet/>
      <dgm:spPr/>
      <dgm:t>
        <a:bodyPr/>
        <a:lstStyle/>
        <a:p>
          <a:endParaRPr lang="en-US"/>
        </a:p>
      </dgm:t>
    </dgm:pt>
    <dgm:pt modelId="{3837A581-4DB3-4468-BD8D-CE82E181EF18}" type="sibTrans" cxnId="{C2E1E91C-B212-46D4-82A8-940461F818B9}">
      <dgm:prSet/>
      <dgm:spPr/>
      <dgm:t>
        <a:bodyPr/>
        <a:lstStyle/>
        <a:p>
          <a:endParaRPr lang="en-US"/>
        </a:p>
      </dgm:t>
    </dgm:pt>
    <dgm:pt modelId="{0D349E4D-0294-ED48-B82C-68A91B3E11D9}" type="pres">
      <dgm:prSet presAssocID="{71F54F67-D67F-4866-9911-F783029C2E2B}" presName="diagram" presStyleCnt="0">
        <dgm:presLayoutVars>
          <dgm:dir/>
          <dgm:resizeHandles val="exact"/>
        </dgm:presLayoutVars>
      </dgm:prSet>
      <dgm:spPr/>
    </dgm:pt>
    <dgm:pt modelId="{7D5FE3EE-3189-684E-9370-D305C67D78D0}" type="pres">
      <dgm:prSet presAssocID="{E9714473-45A5-417E-84E7-AF00584FF335}" presName="node" presStyleLbl="node1" presStyleIdx="0" presStyleCnt="6">
        <dgm:presLayoutVars>
          <dgm:bulletEnabled val="1"/>
        </dgm:presLayoutVars>
      </dgm:prSet>
      <dgm:spPr/>
    </dgm:pt>
    <dgm:pt modelId="{06D80281-F54C-9245-94F3-BEB00E540D23}" type="pres">
      <dgm:prSet presAssocID="{170FB996-7DC3-4633-849A-E397ABB7F7E7}" presName="sibTrans" presStyleCnt="0"/>
      <dgm:spPr/>
    </dgm:pt>
    <dgm:pt modelId="{BFE2E493-2ADC-C94A-B7C6-3652D5BE3F95}" type="pres">
      <dgm:prSet presAssocID="{36BB78DF-E585-4823-9386-31171DE3931B}" presName="node" presStyleLbl="node1" presStyleIdx="1" presStyleCnt="6">
        <dgm:presLayoutVars>
          <dgm:bulletEnabled val="1"/>
        </dgm:presLayoutVars>
      </dgm:prSet>
      <dgm:spPr/>
    </dgm:pt>
    <dgm:pt modelId="{F0B8CEC2-033F-C947-AF05-D16C43B5D4F8}" type="pres">
      <dgm:prSet presAssocID="{363AE62D-E13A-4CB7-9F58-700D124FAC22}" presName="sibTrans" presStyleCnt="0"/>
      <dgm:spPr/>
    </dgm:pt>
    <dgm:pt modelId="{5D30A7CA-7052-104A-8B5C-3A6082308E2C}" type="pres">
      <dgm:prSet presAssocID="{AE20CE6C-1FA1-4C24-AE11-EA4161D63EA7}" presName="node" presStyleLbl="node1" presStyleIdx="2" presStyleCnt="6">
        <dgm:presLayoutVars>
          <dgm:bulletEnabled val="1"/>
        </dgm:presLayoutVars>
      </dgm:prSet>
      <dgm:spPr/>
    </dgm:pt>
    <dgm:pt modelId="{1FE98D33-22E2-804F-8F71-5B3DDB1E7420}" type="pres">
      <dgm:prSet presAssocID="{2B59B204-8039-42D2-BCAC-0946B440F06B}" presName="sibTrans" presStyleCnt="0"/>
      <dgm:spPr/>
    </dgm:pt>
    <dgm:pt modelId="{F3171985-93F0-AD4D-90D0-D2CAD99B9AE0}" type="pres">
      <dgm:prSet presAssocID="{2E6EF949-008E-46C4-A7F6-05B3B0777CD0}" presName="node" presStyleLbl="node1" presStyleIdx="3" presStyleCnt="6">
        <dgm:presLayoutVars>
          <dgm:bulletEnabled val="1"/>
        </dgm:presLayoutVars>
      </dgm:prSet>
      <dgm:spPr/>
    </dgm:pt>
    <dgm:pt modelId="{3CAD7532-5A5C-514F-B3A0-AF802B0CD292}" type="pres">
      <dgm:prSet presAssocID="{BB48AABF-1473-45F3-A4F8-6D3ADD16893E}" presName="sibTrans" presStyleCnt="0"/>
      <dgm:spPr/>
    </dgm:pt>
    <dgm:pt modelId="{3179234C-3147-6F4F-A43E-6319110E9642}" type="pres">
      <dgm:prSet presAssocID="{BAA142AF-697E-4601-8EC5-7EA4E700A386}" presName="node" presStyleLbl="node1" presStyleIdx="4" presStyleCnt="6">
        <dgm:presLayoutVars>
          <dgm:bulletEnabled val="1"/>
        </dgm:presLayoutVars>
      </dgm:prSet>
      <dgm:spPr/>
    </dgm:pt>
    <dgm:pt modelId="{BEC0ADC9-1A19-AA47-9EC5-96DACDE193A7}" type="pres">
      <dgm:prSet presAssocID="{305F722E-46C9-4D7B-80DD-D7FCEF6C711C}" presName="sibTrans" presStyleCnt="0"/>
      <dgm:spPr/>
    </dgm:pt>
    <dgm:pt modelId="{DE39AA80-0D70-7848-95EF-62A93AA409C2}" type="pres">
      <dgm:prSet presAssocID="{C6419761-03A9-4DD1-97A7-FB89A1611057}" presName="node" presStyleLbl="node1" presStyleIdx="5" presStyleCnt="6">
        <dgm:presLayoutVars>
          <dgm:bulletEnabled val="1"/>
        </dgm:presLayoutVars>
      </dgm:prSet>
      <dgm:spPr/>
    </dgm:pt>
  </dgm:ptLst>
  <dgm:cxnLst>
    <dgm:cxn modelId="{003BAC00-54EE-4C4B-BFA7-B96E8B734B12}" srcId="{71F54F67-D67F-4866-9911-F783029C2E2B}" destId="{AE20CE6C-1FA1-4C24-AE11-EA4161D63EA7}" srcOrd="2" destOrd="0" parTransId="{D67ACC70-C171-4216-8810-A5D4AAB95FEE}" sibTransId="{2B59B204-8039-42D2-BCAC-0946B440F06B}"/>
    <dgm:cxn modelId="{CFE9E102-D0A5-C649-98D3-B6615C48FAD3}" type="presOf" srcId="{AE20CE6C-1FA1-4C24-AE11-EA4161D63EA7}" destId="{5D30A7CA-7052-104A-8B5C-3A6082308E2C}" srcOrd="0" destOrd="0" presId="urn:microsoft.com/office/officeart/2005/8/layout/default"/>
    <dgm:cxn modelId="{C2E1E91C-B212-46D4-82A8-940461F818B9}" srcId="{71F54F67-D67F-4866-9911-F783029C2E2B}" destId="{C6419761-03A9-4DD1-97A7-FB89A1611057}" srcOrd="5" destOrd="0" parTransId="{CDD54ED2-F990-49E8-A406-CCC686A7DC2E}" sibTransId="{3837A581-4DB3-4468-BD8D-CE82E181EF18}"/>
    <dgm:cxn modelId="{4D7A743E-D70D-134E-B46A-DE5E5BCD3F06}" type="presOf" srcId="{71F54F67-D67F-4866-9911-F783029C2E2B}" destId="{0D349E4D-0294-ED48-B82C-68A91B3E11D9}" srcOrd="0" destOrd="0" presId="urn:microsoft.com/office/officeart/2005/8/layout/default"/>
    <dgm:cxn modelId="{D5FAB65D-DA4E-AF41-9081-166C72FCE2F2}" type="presOf" srcId="{2E6EF949-008E-46C4-A7F6-05B3B0777CD0}" destId="{F3171985-93F0-AD4D-90D0-D2CAD99B9AE0}" srcOrd="0" destOrd="0" presId="urn:microsoft.com/office/officeart/2005/8/layout/default"/>
    <dgm:cxn modelId="{07BCE46C-B4AA-DC49-8B91-84BA6C707BA1}" type="presOf" srcId="{E9714473-45A5-417E-84E7-AF00584FF335}" destId="{7D5FE3EE-3189-684E-9370-D305C67D78D0}" srcOrd="0" destOrd="0" presId="urn:microsoft.com/office/officeart/2005/8/layout/default"/>
    <dgm:cxn modelId="{3357EE77-BDAB-47AA-A00D-7D714EA33C95}" srcId="{71F54F67-D67F-4866-9911-F783029C2E2B}" destId="{2E6EF949-008E-46C4-A7F6-05B3B0777CD0}" srcOrd="3" destOrd="0" parTransId="{227D5041-0780-4965-A15B-187BD5E7AA16}" sibTransId="{BB48AABF-1473-45F3-A4F8-6D3ADD16893E}"/>
    <dgm:cxn modelId="{2F7A6C79-0AF6-4BCE-A483-8C80E5318E2A}" srcId="{71F54F67-D67F-4866-9911-F783029C2E2B}" destId="{E9714473-45A5-417E-84E7-AF00584FF335}" srcOrd="0" destOrd="0" parTransId="{5A0AC9D2-772F-481A-B8AB-9C56171FB112}" sibTransId="{170FB996-7DC3-4633-849A-E397ABB7F7E7}"/>
    <dgm:cxn modelId="{FCFFB08A-8DA8-42D1-80AE-85EBC1D97D53}" srcId="{71F54F67-D67F-4866-9911-F783029C2E2B}" destId="{36BB78DF-E585-4823-9386-31171DE3931B}" srcOrd="1" destOrd="0" parTransId="{4144844B-A366-4B0B-AE91-DBD6CA38C77D}" sibTransId="{363AE62D-E13A-4CB7-9F58-700D124FAC22}"/>
    <dgm:cxn modelId="{8F413B9A-4358-2C40-A2DC-0A4E3B854B50}" type="presOf" srcId="{36BB78DF-E585-4823-9386-31171DE3931B}" destId="{BFE2E493-2ADC-C94A-B7C6-3652D5BE3F95}" srcOrd="0" destOrd="0" presId="urn:microsoft.com/office/officeart/2005/8/layout/default"/>
    <dgm:cxn modelId="{9F873EEE-42EC-43E5-9F70-F70889344357}" srcId="{71F54F67-D67F-4866-9911-F783029C2E2B}" destId="{BAA142AF-697E-4601-8EC5-7EA4E700A386}" srcOrd="4" destOrd="0" parTransId="{49E16B46-6F61-43B6-9DBD-CBC2FAF8D9AC}" sibTransId="{305F722E-46C9-4D7B-80DD-D7FCEF6C711C}"/>
    <dgm:cxn modelId="{C6FCFDFB-FE47-2F4E-A9A3-3EBDC39F4BC2}" type="presOf" srcId="{BAA142AF-697E-4601-8EC5-7EA4E700A386}" destId="{3179234C-3147-6F4F-A43E-6319110E9642}" srcOrd="0" destOrd="0" presId="urn:microsoft.com/office/officeart/2005/8/layout/default"/>
    <dgm:cxn modelId="{CC4B44FC-E66C-2245-9141-D02A449496F8}" type="presOf" srcId="{C6419761-03A9-4DD1-97A7-FB89A1611057}" destId="{DE39AA80-0D70-7848-95EF-62A93AA409C2}" srcOrd="0" destOrd="0" presId="urn:microsoft.com/office/officeart/2005/8/layout/default"/>
    <dgm:cxn modelId="{2D0EBC2C-CE63-6842-80D0-C2E0AE9394EF}" type="presParOf" srcId="{0D349E4D-0294-ED48-B82C-68A91B3E11D9}" destId="{7D5FE3EE-3189-684E-9370-D305C67D78D0}" srcOrd="0" destOrd="0" presId="urn:microsoft.com/office/officeart/2005/8/layout/default"/>
    <dgm:cxn modelId="{2508C906-A96C-564D-A627-ED152C45080D}" type="presParOf" srcId="{0D349E4D-0294-ED48-B82C-68A91B3E11D9}" destId="{06D80281-F54C-9245-94F3-BEB00E540D23}" srcOrd="1" destOrd="0" presId="urn:microsoft.com/office/officeart/2005/8/layout/default"/>
    <dgm:cxn modelId="{638DEDCE-9025-B949-9BE0-4ABC1E8E73DA}" type="presParOf" srcId="{0D349E4D-0294-ED48-B82C-68A91B3E11D9}" destId="{BFE2E493-2ADC-C94A-B7C6-3652D5BE3F95}" srcOrd="2" destOrd="0" presId="urn:microsoft.com/office/officeart/2005/8/layout/default"/>
    <dgm:cxn modelId="{5F2961D6-748A-3146-AEED-F94F4897B3B6}" type="presParOf" srcId="{0D349E4D-0294-ED48-B82C-68A91B3E11D9}" destId="{F0B8CEC2-033F-C947-AF05-D16C43B5D4F8}" srcOrd="3" destOrd="0" presId="urn:microsoft.com/office/officeart/2005/8/layout/default"/>
    <dgm:cxn modelId="{C6636334-3BE8-6042-A456-C3B415C1BD55}" type="presParOf" srcId="{0D349E4D-0294-ED48-B82C-68A91B3E11D9}" destId="{5D30A7CA-7052-104A-8B5C-3A6082308E2C}" srcOrd="4" destOrd="0" presId="urn:microsoft.com/office/officeart/2005/8/layout/default"/>
    <dgm:cxn modelId="{11F83E19-4709-3644-A94A-8DC4F1894F75}" type="presParOf" srcId="{0D349E4D-0294-ED48-B82C-68A91B3E11D9}" destId="{1FE98D33-22E2-804F-8F71-5B3DDB1E7420}" srcOrd="5" destOrd="0" presId="urn:microsoft.com/office/officeart/2005/8/layout/default"/>
    <dgm:cxn modelId="{4A61E0FD-CCD2-0C4C-B833-C4BCC7DB7BEE}" type="presParOf" srcId="{0D349E4D-0294-ED48-B82C-68A91B3E11D9}" destId="{F3171985-93F0-AD4D-90D0-D2CAD99B9AE0}" srcOrd="6" destOrd="0" presId="urn:microsoft.com/office/officeart/2005/8/layout/default"/>
    <dgm:cxn modelId="{163EC9C3-A35A-634B-881D-944CD7432CFD}" type="presParOf" srcId="{0D349E4D-0294-ED48-B82C-68A91B3E11D9}" destId="{3CAD7532-5A5C-514F-B3A0-AF802B0CD292}" srcOrd="7" destOrd="0" presId="urn:microsoft.com/office/officeart/2005/8/layout/default"/>
    <dgm:cxn modelId="{E683C7E5-BE11-4E4D-9CA6-0A2D2937606A}" type="presParOf" srcId="{0D349E4D-0294-ED48-B82C-68A91B3E11D9}" destId="{3179234C-3147-6F4F-A43E-6319110E9642}" srcOrd="8" destOrd="0" presId="urn:microsoft.com/office/officeart/2005/8/layout/default"/>
    <dgm:cxn modelId="{461D9951-E43A-C943-9404-AF09AEE77D46}" type="presParOf" srcId="{0D349E4D-0294-ED48-B82C-68A91B3E11D9}" destId="{BEC0ADC9-1A19-AA47-9EC5-96DACDE193A7}" srcOrd="9" destOrd="0" presId="urn:microsoft.com/office/officeart/2005/8/layout/default"/>
    <dgm:cxn modelId="{DAEA8F98-CA8E-9F4F-8449-BF22C9E5A98E}" type="presParOf" srcId="{0D349E4D-0294-ED48-B82C-68A91B3E11D9}" destId="{DE39AA80-0D70-7848-95EF-62A93AA409C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BCDEE-DD27-0E4B-B796-EE329B4064F2}">
      <dsp:nvSpPr>
        <dsp:cNvPr id="0" name=""/>
        <dsp:cNvSpPr/>
      </dsp:nvSpPr>
      <dsp:spPr>
        <a:xfrm>
          <a:off x="1013179" y="195"/>
          <a:ext cx="1974242" cy="11845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1: The Big Picture</a:t>
          </a:r>
        </a:p>
      </dsp:txBody>
      <dsp:txXfrm>
        <a:off x="1013179" y="195"/>
        <a:ext cx="1974242" cy="1184545"/>
      </dsp:txXfrm>
    </dsp:sp>
    <dsp:sp modelId="{001C2DBE-0C27-0542-A0E3-B2E6EFA7E0D4}">
      <dsp:nvSpPr>
        <dsp:cNvPr id="0" name=""/>
        <dsp:cNvSpPr/>
      </dsp:nvSpPr>
      <dsp:spPr>
        <a:xfrm>
          <a:off x="3184845" y="195"/>
          <a:ext cx="1974242" cy="1184545"/>
        </a:xfrm>
        <a:prstGeom prst="rect">
          <a:avLst/>
        </a:prstGeom>
        <a:solidFill>
          <a:schemeClr val="accent3">
            <a:hueOff val="514645"/>
            <a:satOff val="3089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Module 2: Developers, Developers, Developers</a:t>
          </a:r>
        </a:p>
      </dsp:txBody>
      <dsp:txXfrm>
        <a:off x="3184845" y="195"/>
        <a:ext cx="1974242" cy="1184545"/>
      </dsp:txXfrm>
    </dsp:sp>
    <dsp:sp modelId="{935BC0B8-E4A2-A94D-80D1-F5A5D686878A}">
      <dsp:nvSpPr>
        <dsp:cNvPr id="0" name=""/>
        <dsp:cNvSpPr/>
      </dsp:nvSpPr>
      <dsp:spPr>
        <a:xfrm>
          <a:off x="5356512" y="195"/>
          <a:ext cx="1974242" cy="1184545"/>
        </a:xfrm>
        <a:prstGeom prst="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3: AI Built-In</a:t>
          </a:r>
        </a:p>
      </dsp:txBody>
      <dsp:txXfrm>
        <a:off x="5356512" y="195"/>
        <a:ext cx="1974242" cy="1184545"/>
      </dsp:txXfrm>
    </dsp:sp>
    <dsp:sp modelId="{778F645A-9B7B-704D-9F4A-4E336B140DBD}">
      <dsp:nvSpPr>
        <dsp:cNvPr id="0" name=""/>
        <dsp:cNvSpPr/>
      </dsp:nvSpPr>
      <dsp:spPr>
        <a:xfrm>
          <a:off x="7528178" y="195"/>
          <a:ext cx="1974242" cy="1184545"/>
        </a:xfrm>
        <a:prstGeom prst="rect">
          <a:avLst/>
        </a:prstGeom>
        <a:solidFill>
          <a:schemeClr val="accent3">
            <a:hueOff val="1543936"/>
            <a:satOff val="9267"/>
            <a:lumOff val="7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4: The Core Engine — Security</a:t>
          </a:r>
        </a:p>
      </dsp:txBody>
      <dsp:txXfrm>
        <a:off x="7528178" y="195"/>
        <a:ext cx="1974242" cy="1184545"/>
      </dsp:txXfrm>
    </dsp:sp>
    <dsp:sp modelId="{1B1BBAAC-7C38-3348-9E7F-5E662798E834}">
      <dsp:nvSpPr>
        <dsp:cNvPr id="0" name=""/>
        <dsp:cNvSpPr/>
      </dsp:nvSpPr>
      <dsp:spPr>
        <a:xfrm>
          <a:off x="1013179" y="1382165"/>
          <a:ext cx="1974242" cy="1184545"/>
        </a:xfrm>
        <a:prstGeom prst="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5: The Core Engine — Performance &amp; Concurrency</a:t>
          </a:r>
        </a:p>
      </dsp:txBody>
      <dsp:txXfrm>
        <a:off x="1013179" y="1382165"/>
        <a:ext cx="1974242" cy="1184545"/>
      </dsp:txXfrm>
    </dsp:sp>
    <dsp:sp modelId="{B69208D8-29A5-F14A-AF4E-432978374C4D}">
      <dsp:nvSpPr>
        <dsp:cNvPr id="0" name=""/>
        <dsp:cNvSpPr/>
      </dsp:nvSpPr>
      <dsp:spPr>
        <a:xfrm>
          <a:off x="3184845" y="1382165"/>
          <a:ext cx="1974242" cy="1184545"/>
        </a:xfrm>
        <a:prstGeom prst="rect">
          <a:avLst/>
        </a:prstGeom>
        <a:solidFill>
          <a:schemeClr val="accent3">
            <a:hueOff val="2573227"/>
            <a:satOff val="15445"/>
            <a:lumOff val="117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6: The Core Engine — Availability Groups</a:t>
          </a:r>
        </a:p>
      </dsp:txBody>
      <dsp:txXfrm>
        <a:off x="3184845" y="1382165"/>
        <a:ext cx="1974242" cy="1184545"/>
      </dsp:txXfrm>
    </dsp:sp>
    <dsp:sp modelId="{0EF5CE48-B019-1649-8FD8-CCDEE889FAC5}">
      <dsp:nvSpPr>
        <dsp:cNvPr id="0" name=""/>
        <dsp:cNvSpPr/>
      </dsp:nvSpPr>
      <dsp:spPr>
        <a:xfrm>
          <a:off x="5356512" y="1382165"/>
          <a:ext cx="1974242" cy="1184545"/>
        </a:xfrm>
        <a:prstGeom prst="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7: Connected with Arc</a:t>
          </a:r>
        </a:p>
      </dsp:txBody>
      <dsp:txXfrm>
        <a:off x="5356512" y="1382165"/>
        <a:ext cx="1974242" cy="1184545"/>
      </dsp:txXfrm>
    </dsp:sp>
    <dsp:sp modelId="{90360AC2-3F11-2B44-BF2A-B37F76B6C33F}">
      <dsp:nvSpPr>
        <dsp:cNvPr id="0" name=""/>
        <dsp:cNvSpPr/>
      </dsp:nvSpPr>
      <dsp:spPr>
        <a:xfrm>
          <a:off x="7528178" y="1382165"/>
          <a:ext cx="1974242" cy="1184545"/>
        </a:xfrm>
        <a:prstGeom prst="rect">
          <a:avLst/>
        </a:prstGeom>
        <a:solidFill>
          <a:schemeClr val="accent3">
            <a:hueOff val="3602518"/>
            <a:satOff val="21623"/>
            <a:lumOff val="164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8: Fabric Integration &amp; Mirroring</a:t>
          </a:r>
        </a:p>
      </dsp:txBody>
      <dsp:txXfrm>
        <a:off x="7528178" y="1382165"/>
        <a:ext cx="1974242" cy="1184545"/>
      </dsp:txXfrm>
    </dsp:sp>
    <dsp:sp modelId="{0C10004B-FEA3-6C4C-B618-2EB1E333A668}">
      <dsp:nvSpPr>
        <dsp:cNvPr id="0" name=""/>
        <dsp:cNvSpPr/>
      </dsp:nvSpPr>
      <dsp:spPr>
        <a:xfrm>
          <a:off x="4270678" y="2764134"/>
          <a:ext cx="1974242" cy="1184545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Module 9: Wrap-Up &amp; Resources</a:t>
          </a:r>
        </a:p>
      </dsp:txBody>
      <dsp:txXfrm>
        <a:off x="4270678" y="2764134"/>
        <a:ext cx="1974242" cy="1184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FDE86-7AD3-4F5A-A6F4-F5E01B01D47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CC650-4357-4D21-930B-09CEC9BFADA3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1E007-EFE9-4AC5-94A6-AF864921AF5F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explosion of enterprise data and the need for AI integration at the data layer</a:t>
          </a:r>
        </a:p>
      </dsp:txBody>
      <dsp:txXfrm>
        <a:off x="1844034" y="682"/>
        <a:ext cx="4401230" cy="1596566"/>
      </dsp:txXfrm>
    </dsp:sp>
    <dsp:sp modelId="{55C251FC-91F1-4AE0-B1A7-CDA517F4962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74C84-AF2D-44C8-BB50-42E2A2BC81B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569CD-6922-495F-A61D-DC783B217378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Why the database — not a separate service — is the right place for AI building blocks</a:t>
          </a:r>
        </a:p>
      </dsp:txBody>
      <dsp:txXfrm>
        <a:off x="1844034" y="1996390"/>
        <a:ext cx="4401230" cy="1596566"/>
      </dsp:txXfrm>
    </dsp:sp>
    <dsp:sp modelId="{A96BD703-ED4C-4243-ABD7-258F8DDB422F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ED54F-62F5-4CB8-9823-7C0D3160C46C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B77AD-D0BF-4374-A5D9-B4F923663F5A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SQL Server's position: trusted engine meets modern AI workloads</a:t>
          </a:r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2CAF3-5006-4F50-A024-482A933EF53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B0B27-4A57-432E-8E31-210C3CEAC0E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01EA6-2FDA-485D-8AD2-574C482F4FD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"The AI-ready enterprise database from ground to cloud"</a:t>
          </a:r>
        </a:p>
      </dsp:txBody>
      <dsp:txXfrm>
        <a:off x="1435590" y="531"/>
        <a:ext cx="9080009" cy="1242935"/>
      </dsp:txXfrm>
    </dsp:sp>
    <dsp:sp modelId="{2D736029-CC01-481B-8941-0D3DA5369F2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E1574-071E-4C1C-8C2D-29228477EA5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BBF4E-938C-4635-B691-914EFD3B1E98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Five pillars: AI Built-In, Best-in-class Security &amp; Performance, Made for Developers, Cloud Agility through Azure, Fabric Integration</a:t>
          </a:r>
        </a:p>
      </dsp:txBody>
      <dsp:txXfrm>
        <a:off x="1435590" y="1554201"/>
        <a:ext cx="9080009" cy="1242935"/>
      </dsp:txXfrm>
    </dsp:sp>
    <dsp:sp modelId="{20254F22-8C9D-46C8-8D05-CA59FF414253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BA16F-AA6B-47EF-9121-E264603B52B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37679-09CA-4F81-A51E-5CEF5900CD0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aka.ms/sqlserver2025</a:t>
          </a:r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A31D1-B203-4C07-B9E7-B2DE708D79C5}">
      <dsp:nvSpPr>
        <dsp:cNvPr id="0" name=""/>
        <dsp:cNvSpPr/>
      </dsp:nvSpPr>
      <dsp:spPr>
        <a:xfrm>
          <a:off x="225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26E5D-359E-4171-AF13-5EDC5E4E1EA3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74082-F880-4E14-B6E9-A9405F717C76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Use Query Store</a:t>
          </a:r>
        </a:p>
      </dsp:txBody>
      <dsp:txXfrm>
        <a:off x="1548914" y="3176402"/>
        <a:ext cx="3600000" cy="720000"/>
      </dsp:txXfrm>
    </dsp:sp>
    <dsp:sp modelId="{3814C6BD-07DB-4EFF-ACE6-9C53B98D2A12}">
      <dsp:nvSpPr>
        <dsp:cNvPr id="0" name=""/>
        <dsp:cNvSpPr/>
      </dsp:nvSpPr>
      <dsp:spPr>
        <a:xfrm>
          <a:off x="648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61E3A-105D-4950-BAA7-76972C250E3F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8833C-541F-4D7B-9BD1-37C4295099DB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Use ADR</a:t>
          </a:r>
        </a:p>
      </dsp:txBody>
      <dsp:txXfrm>
        <a:off x="5778914" y="3176402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03894-39E5-9541-A0AD-C7EC0B6ABC5C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C3FB8-DBC4-3740-8A32-255808A3A09E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AI Built-In:</a:t>
          </a:r>
          <a:r>
            <a:rPr lang="en-US" sz="3600" kern="1200"/>
            <a:t> Vectors, embeddings, model management, RAG patterns</a:t>
          </a:r>
        </a:p>
      </dsp:txBody>
      <dsp:txXfrm>
        <a:off x="0" y="2703"/>
        <a:ext cx="6900512" cy="1843578"/>
      </dsp:txXfrm>
    </dsp:sp>
    <dsp:sp modelId="{7166742D-0043-6E4B-9979-D297102D5E02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4B9AA-0B61-E141-A1DD-E14E0D96A231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Develop Modern Data Applications:</a:t>
          </a:r>
          <a:r>
            <a:rPr lang="en-US" sz="3600" kern="1200"/>
            <a:t> JSON, RegEx, REST API, CES, GitHub Copilot for SQL</a:t>
          </a:r>
        </a:p>
      </dsp:txBody>
      <dsp:txXfrm>
        <a:off x="0" y="1846281"/>
        <a:ext cx="6900512" cy="1843578"/>
      </dsp:txXfrm>
    </dsp:sp>
    <dsp:sp modelId="{C7FA1C90-D114-6240-B776-44B7726A5636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7D283-AFFB-8D42-BE07-7AC68F281932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Integrate Your Data with Fabric:</a:t>
          </a:r>
          <a:r>
            <a:rPr lang="en-US" sz="3600" kern="1200"/>
            <a:t> Mirroring, near-real-time analytics</a:t>
          </a:r>
        </a:p>
      </dsp:txBody>
      <dsp:txXfrm>
        <a:off x="0" y="3689859"/>
        <a:ext cx="6900512" cy="1843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119D2-3646-4043-B648-49742D85F521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9F8C3-A275-4EFB-9B1B-E364A3BBDDDB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719CD-C287-497B-9E16-C4CA4706E4D5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Secure by Default:</a:t>
          </a:r>
          <a:r>
            <a:rPr lang="en-US" sz="2500" kern="1200"/>
            <a:t> Managed Identity, Entra, Defender integration</a:t>
          </a:r>
        </a:p>
      </dsp:txBody>
      <dsp:txXfrm>
        <a:off x="1761361" y="651"/>
        <a:ext cx="4889891" cy="1524988"/>
      </dsp:txXfrm>
    </dsp:sp>
    <dsp:sp modelId="{61B6D756-933C-4D63-B567-4F04E973F837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B3E01-6625-423C-AB1C-A4593BD71BBC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2E06D-42FA-4F28-8B82-F9D71FDB3491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Mission Critical Engine:</a:t>
          </a:r>
          <a:r>
            <a:rPr lang="en-US" sz="2500" kern="1200"/>
            <a:t> Optimized Locking, IQP enhancements, AG reliability</a:t>
          </a:r>
        </a:p>
      </dsp:txBody>
      <dsp:txXfrm>
        <a:off x="1761361" y="1906887"/>
        <a:ext cx="4889891" cy="1524988"/>
      </dsp:txXfrm>
    </dsp:sp>
    <dsp:sp modelId="{57FBA9F6-28CF-49C9-B435-B006C634C74B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AEA83-63F1-4B24-8AA7-5BA8590E1902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3CD58-7387-446D-9D90-589C9CB96E21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Connected with Arc</a:t>
          </a:r>
          <a:r>
            <a:rPr lang="en-US" sz="2500" kern="1200"/>
            <a:t> | </a:t>
          </a:r>
          <a:r>
            <a:rPr lang="en-US" sz="2500" b="1" kern="1200"/>
            <a:t>Assisted by Copilots</a:t>
          </a:r>
          <a:r>
            <a:rPr lang="en-US" sz="2500" kern="1200"/>
            <a:t> | </a:t>
          </a:r>
          <a:r>
            <a:rPr lang="en-US" sz="2500" b="1" kern="1200"/>
            <a:t>Built for All Platforms</a:t>
          </a:r>
          <a:endParaRPr lang="en-US" sz="2500" kern="1200"/>
        </a:p>
      </dsp:txBody>
      <dsp:txXfrm>
        <a:off x="1761361" y="3813123"/>
        <a:ext cx="4889891" cy="15249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FE3EE-3189-684E-9370-D305C67D78D0}">
      <dsp:nvSpPr>
        <dsp:cNvPr id="0" name=""/>
        <dsp:cNvSpPr/>
      </dsp:nvSpPr>
      <dsp:spPr>
        <a:xfrm>
          <a:off x="525962" y="3034"/>
          <a:ext cx="2666347" cy="1599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Query editor improvements</a:t>
          </a:r>
        </a:p>
      </dsp:txBody>
      <dsp:txXfrm>
        <a:off x="525962" y="3034"/>
        <a:ext cx="2666347" cy="1599808"/>
      </dsp:txXfrm>
    </dsp:sp>
    <dsp:sp modelId="{BFE2E493-2ADC-C94A-B7C6-3652D5BE3F95}">
      <dsp:nvSpPr>
        <dsp:cNvPr id="0" name=""/>
        <dsp:cNvSpPr/>
      </dsp:nvSpPr>
      <dsp:spPr>
        <a:xfrm>
          <a:off x="3458943" y="3034"/>
          <a:ext cx="2666347" cy="1599808"/>
        </a:xfrm>
        <a:prstGeom prst="rect">
          <a:avLst/>
        </a:prstGeom>
        <a:solidFill>
          <a:schemeClr val="accent3">
            <a:hueOff val="823433"/>
            <a:satOff val="4942"/>
            <a:lumOff val="3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JSON viewer</a:t>
          </a:r>
        </a:p>
      </dsp:txBody>
      <dsp:txXfrm>
        <a:off x="3458943" y="3034"/>
        <a:ext cx="2666347" cy="1599808"/>
      </dsp:txXfrm>
    </dsp:sp>
    <dsp:sp modelId="{5D30A7CA-7052-104A-8B5C-3A6082308E2C}">
      <dsp:nvSpPr>
        <dsp:cNvPr id="0" name=""/>
        <dsp:cNvSpPr/>
      </dsp:nvSpPr>
      <dsp:spPr>
        <a:xfrm>
          <a:off x="525962" y="1869477"/>
          <a:ext cx="2666347" cy="1599808"/>
        </a:xfrm>
        <a:prstGeom prst="rect">
          <a:avLst/>
        </a:prstGeom>
        <a:solidFill>
          <a:schemeClr val="accent3">
            <a:hueOff val="1646865"/>
            <a:satOff val="9885"/>
            <a:lumOff val="7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Query hints recommendation</a:t>
          </a:r>
        </a:p>
      </dsp:txBody>
      <dsp:txXfrm>
        <a:off x="525962" y="1869477"/>
        <a:ext cx="2666347" cy="1599808"/>
      </dsp:txXfrm>
    </dsp:sp>
    <dsp:sp modelId="{F3171985-93F0-AD4D-90D0-D2CAD99B9AE0}">
      <dsp:nvSpPr>
        <dsp:cNvPr id="0" name=""/>
        <dsp:cNvSpPr/>
      </dsp:nvSpPr>
      <dsp:spPr>
        <a:xfrm>
          <a:off x="3458943" y="1869477"/>
          <a:ext cx="2666347" cy="1599808"/>
        </a:xfrm>
        <a:prstGeom prst="rect">
          <a:avLst/>
        </a:prstGeom>
        <a:solidFill>
          <a:schemeClr val="accent3">
            <a:hueOff val="2470298"/>
            <a:satOff val="14827"/>
            <a:lumOff val="112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Zooming for grid results</a:t>
          </a:r>
        </a:p>
      </dsp:txBody>
      <dsp:txXfrm>
        <a:off x="3458943" y="1869477"/>
        <a:ext cx="2666347" cy="1599808"/>
      </dsp:txXfrm>
    </dsp:sp>
    <dsp:sp modelId="{3179234C-3147-6F4F-A43E-6319110E9642}">
      <dsp:nvSpPr>
        <dsp:cNvPr id="0" name=""/>
        <dsp:cNvSpPr/>
      </dsp:nvSpPr>
      <dsp:spPr>
        <a:xfrm>
          <a:off x="525962" y="3735920"/>
          <a:ext cx="2666347" cy="1599808"/>
        </a:xfrm>
        <a:prstGeom prst="rect">
          <a:avLst/>
        </a:prstGeom>
        <a:solidFill>
          <a:schemeClr val="accent3">
            <a:hueOff val="3293730"/>
            <a:satOff val="19770"/>
            <a:lumOff val="150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Always Encrypted assessment</a:t>
          </a:r>
        </a:p>
      </dsp:txBody>
      <dsp:txXfrm>
        <a:off x="525962" y="3735920"/>
        <a:ext cx="2666347" cy="1599808"/>
      </dsp:txXfrm>
    </dsp:sp>
    <dsp:sp modelId="{DE39AA80-0D70-7848-95EF-62A93AA409C2}">
      <dsp:nvSpPr>
        <dsp:cNvPr id="0" name=""/>
        <dsp:cNvSpPr/>
      </dsp:nvSpPr>
      <dsp:spPr>
        <a:xfrm>
          <a:off x="3458943" y="3735920"/>
          <a:ext cx="2666347" cy="1599808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VS Installer / update experience</a:t>
          </a:r>
        </a:p>
      </dsp:txBody>
      <dsp:txXfrm>
        <a:off x="3458943" y="3735920"/>
        <a:ext cx="2666347" cy="1599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B6F7E-ED7B-9049-B5F9-6696F4833B7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EDBEE-636D-3645-9F55-195A11107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6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882" b="0" i="0" u="none" strike="noStrike" kern="120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When we think about SQL, we think for the long term. We are building on a strong foundation of previous versions and continuous investment in key areas that our users need.</a:t>
            </a:r>
            <a:r>
              <a:rPr lang="en-US" sz="882" b="0" i="0" kern="120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882" b="0" i="0" kern="120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882" b="0" i="0" u="none" strike="noStrike" kern="120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With that let’s dig in a little deeper into SQL Server 2025. </a:t>
            </a:r>
            <a:endParaRPr lang="en-US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2/25/26 8:49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8230-2BD1-A675-0644-610373E09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6226A-C562-71CC-5BD7-46F103342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1832-AB1C-43FC-5903-2B139AB4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BCD6C-04BA-529C-CAF6-0B10693C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1C28-445F-C21A-A6B1-CBB2012B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1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ABCA-6639-600A-D900-553BD4EA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ADAEE-F7D6-9717-8D5A-8F1AB63F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A213-65A4-A1D9-E4C6-7C7D116B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B869-A396-4AB2-6A88-A503C058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C82C-AD2B-1638-0667-9C1D72AB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6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2563-0C84-2B1A-8D72-6D6AAF1E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AF325-BE19-97AC-390F-C702DAC55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FFD1-E2BE-7850-C8EF-2656017F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E85B-BC3E-3008-1AD8-C3A00DEE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5CFC-ABE2-50A4-8B29-82D0AFA7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FECB-51CA-CCB6-4663-7AB71D71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101B-1CDB-1D38-F5F8-2281DB324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AF0BE-0F8E-2EB0-E93F-151F35CC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8C86C-1AC1-9843-6793-B8020E8A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68A45-BB7C-EACE-6A68-8A1FFE42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53EE-2C09-1C18-F517-D562961D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BDEE-51A3-46B8-E262-A60035D53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AAC67-6DA8-46B2-747A-908014F26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E2AA-3E62-7324-A402-050557AC5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C30EA-BD55-627E-5877-116FDF1C4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F851C-E82C-FD45-D160-292DC31D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E23E0-3DDF-4197-F728-8212401F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6287C-4A84-10F1-6FDA-E9F0335D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3C62B-D418-DA14-52CC-728B5D5A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B135-22FD-924C-19C3-72255809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0918F-D08F-0135-DE03-318A02A4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01AED-A151-0DDC-9390-6CBAE6BB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B2013-EF0C-C10A-5F5C-295732BE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2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E3854-5B64-F61E-5080-0A618A92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87016-6E8B-6025-BC52-2AE1B34F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76739-D764-9117-0DB0-1F3E301B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7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F618-C3D0-302B-6D3E-307D4CD2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BD101-6F53-7BDF-CF4B-C127B586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D70BC-1E99-18B3-6BDC-07E9C5592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C47D6-E7A2-30D4-8320-5E830E5B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33122-AE50-E959-1039-A6C05EAC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8E098-44AB-9E49-E4D1-6AAD6CC2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C3AD-ED4D-5279-B7B8-C699BE0C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92E03-DA55-88EA-6235-E3EB786DB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DB1C1-835A-382B-7D91-08EF12657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30B7-18FF-85B4-551D-38B3E9D0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968B3-FE3D-CDB2-DF88-97F1A995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EA260-8125-DF3B-0F17-054AECE5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5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576B-F8F1-A589-DE08-F1D03C75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ED83D-6B1F-CB79-BA7F-7D860F907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BBD6B-54A4-5A2E-A859-4CB5C848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DD83-0FB8-370F-79FD-397B2D06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3BC7A-FD19-7B85-455C-CD4DF17A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9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B40E8-1D30-D47F-8857-334D1A837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D52AF-E6AD-041D-961B-0D8C40EF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8DD5-E262-30AD-B5C8-DB015E0D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E4CC-8245-61F6-DDE3-77798E0D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95E1-C6E6-D6D3-B644-5B461742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32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280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FA009-5C3B-19F6-BED0-19DF920B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42121-E659-DC62-BC5B-61D913A56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3A7A-35B6-FA88-ED15-2170C3690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32A7C-96C3-0446-836A-CE20189B973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F7CF-09FF-B102-F661-23669D0F0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F762E-C9FB-D4BB-26CF-14C00930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536B7-B83E-E141-ACA5-C820D1AF7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0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3A9A8-752C-2CE4-8030-9CA7AAE8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Agenda — What We'll Cover Today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1EC3011-5385-9B95-3B0B-0881B5126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40742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8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8B397-D42C-1702-FB52-976FFDB3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 dirty="0"/>
              <a:t>Data Is the Fuel That Powers AI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CB69EC-46D6-6507-5688-1ECFCFFCC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7885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29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B1EC-4EE3-611F-0FCB-7C34DB77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SQL Server 2025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CE9A577-E727-068B-04E2-9544E277D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2117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080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 19">
            <a:extLst>
              <a:ext uri="{FF2B5EF4-FFF2-40B4-BE49-F238E27FC236}">
                <a16:creationId xmlns:a16="http://schemas.microsoft.com/office/drawing/2014/main" id="{39EEBB1C-39FB-0334-A3B1-3E02DC649C15}"/>
              </a:ext>
            </a:extLst>
          </p:cNvPr>
          <p:cNvSpPr/>
          <p:nvPr/>
        </p:nvSpPr>
        <p:spPr bwMode="auto">
          <a:xfrm>
            <a:off x="8132716" y="1428961"/>
            <a:ext cx="3495930" cy="4840078"/>
          </a:xfrm>
          <a:prstGeom prst="roundRect">
            <a:avLst>
              <a:gd name="adj" fmla="val 4806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sz="2000">
              <a:solidFill>
                <a:srgbClr val="000000"/>
              </a:solidFill>
              <a:latin typeface="Cascadia Code" panose="020B0609020000020004" pitchFamily="49" charset="0"/>
            </a:endParaRPr>
          </a:p>
        </p:txBody>
      </p:sp>
      <p:sp>
        <p:nvSpPr>
          <p:cNvPr id="71" name="Rounded Rectangle 19">
            <a:extLst>
              <a:ext uri="{FF2B5EF4-FFF2-40B4-BE49-F238E27FC236}">
                <a16:creationId xmlns:a16="http://schemas.microsoft.com/office/drawing/2014/main" id="{FAD7FE87-6E7B-C56F-4DC0-BE2FEB1D3025}"/>
              </a:ext>
            </a:extLst>
          </p:cNvPr>
          <p:cNvSpPr/>
          <p:nvPr/>
        </p:nvSpPr>
        <p:spPr bwMode="auto">
          <a:xfrm>
            <a:off x="4271853" y="1428960"/>
            <a:ext cx="3495930" cy="4840078"/>
          </a:xfrm>
          <a:prstGeom prst="roundRect">
            <a:avLst>
              <a:gd name="adj" fmla="val 4898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sz="2000">
              <a:solidFill>
                <a:srgbClr val="000000"/>
              </a:solidFill>
              <a:latin typeface="Cascadia Code" panose="020B0609020000020004" pitchFamily="49" charset="0"/>
            </a:endParaRPr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3C479413-38A7-8F16-5E8E-94D530F5D00D}"/>
              </a:ext>
            </a:extLst>
          </p:cNvPr>
          <p:cNvSpPr/>
          <p:nvPr/>
        </p:nvSpPr>
        <p:spPr bwMode="auto">
          <a:xfrm>
            <a:off x="471748" y="1428961"/>
            <a:ext cx="3495930" cy="4840078"/>
          </a:xfrm>
          <a:prstGeom prst="roundRect">
            <a:avLst>
              <a:gd name="adj" fmla="val 4806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0" tIns="274320" rIns="274320" bIns="274320" rtlCol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C40DB7-642A-1331-0B4B-3125A714CE9E}"/>
              </a:ext>
            </a:extLst>
          </p:cNvPr>
          <p:cNvSpPr txBox="1">
            <a:spLocks/>
          </p:cNvSpPr>
          <p:nvPr/>
        </p:nvSpPr>
        <p:spPr>
          <a:xfrm>
            <a:off x="717659" y="471577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Building on a foundation of innovation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33BB73-E576-D7E3-C435-E3C07D5F6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20506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15" name="Group 4" descr="Linux">
            <a:extLst>
              <a:ext uri="{FF2B5EF4-FFF2-40B4-BE49-F238E27FC236}">
                <a16:creationId xmlns:a16="http://schemas.microsoft.com/office/drawing/2014/main" id="{7CA94DFB-81A4-0B7E-3CEC-5D884FBE32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4101" y="1875109"/>
            <a:ext cx="354240" cy="421152"/>
            <a:chOff x="3105" y="1027"/>
            <a:chExt cx="270" cy="32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029922D-D76A-2B65-A9F3-2136AA6D5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100"/>
              <a:ext cx="6" cy="3"/>
            </a:xfrm>
            <a:custGeom>
              <a:avLst/>
              <a:gdLst>
                <a:gd name="T0" fmla="*/ 9 w 24"/>
                <a:gd name="T1" fmla="*/ 8 h 12"/>
                <a:gd name="T2" fmla="*/ 16 w 24"/>
                <a:gd name="T3" fmla="*/ 12 h 12"/>
                <a:gd name="T4" fmla="*/ 23 w 24"/>
                <a:gd name="T5" fmla="*/ 8 h 12"/>
                <a:gd name="T6" fmla="*/ 15 w 24"/>
                <a:gd name="T7" fmla="*/ 1 h 12"/>
                <a:gd name="T8" fmla="*/ 7 w 24"/>
                <a:gd name="T9" fmla="*/ 0 h 12"/>
                <a:gd name="T10" fmla="*/ 2 w 24"/>
                <a:gd name="T11" fmla="*/ 1 h 12"/>
                <a:gd name="T12" fmla="*/ 0 w 24"/>
                <a:gd name="T13" fmla="*/ 4 h 12"/>
                <a:gd name="T14" fmla="*/ 9 w 24"/>
                <a:gd name="T15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12">
                  <a:moveTo>
                    <a:pt x="9" y="8"/>
                  </a:moveTo>
                  <a:cubicBezTo>
                    <a:pt x="11" y="9"/>
                    <a:pt x="13" y="12"/>
                    <a:pt x="16" y="12"/>
                  </a:cubicBezTo>
                  <a:cubicBezTo>
                    <a:pt x="19" y="12"/>
                    <a:pt x="23" y="11"/>
                    <a:pt x="23" y="8"/>
                  </a:cubicBezTo>
                  <a:cubicBezTo>
                    <a:pt x="24" y="5"/>
                    <a:pt x="19" y="3"/>
                    <a:pt x="15" y="1"/>
                  </a:cubicBezTo>
                  <a:cubicBezTo>
                    <a:pt x="13" y="0"/>
                    <a:pt x="10" y="0"/>
                    <a:pt x="7" y="0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1" y="7"/>
                    <a:pt x="6" y="6"/>
                    <a:pt x="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4D03FC2-7EEC-CD1F-6B8D-42813EFB5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100"/>
              <a:ext cx="3" cy="3"/>
            </a:xfrm>
            <a:custGeom>
              <a:avLst/>
              <a:gdLst>
                <a:gd name="T0" fmla="*/ 5 w 11"/>
                <a:gd name="T1" fmla="*/ 10 h 10"/>
                <a:gd name="T2" fmla="*/ 10 w 11"/>
                <a:gd name="T3" fmla="*/ 4 h 10"/>
                <a:gd name="T4" fmla="*/ 9 w 11"/>
                <a:gd name="T5" fmla="*/ 0 h 10"/>
                <a:gd name="T6" fmla="*/ 8 w 11"/>
                <a:gd name="T7" fmla="*/ 0 h 10"/>
                <a:gd name="T8" fmla="*/ 2 w 11"/>
                <a:gd name="T9" fmla="*/ 8 h 10"/>
                <a:gd name="T10" fmla="*/ 5 w 11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5" y="10"/>
                  </a:moveTo>
                  <a:cubicBezTo>
                    <a:pt x="7" y="9"/>
                    <a:pt x="8" y="6"/>
                    <a:pt x="10" y="4"/>
                  </a:cubicBezTo>
                  <a:cubicBezTo>
                    <a:pt x="11" y="4"/>
                    <a:pt x="11" y="1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5" y="0"/>
                    <a:pt x="0" y="6"/>
                    <a:pt x="2" y="8"/>
                  </a:cubicBezTo>
                  <a:cubicBezTo>
                    <a:pt x="2" y="9"/>
                    <a:pt x="4" y="10"/>
                    <a:pt x="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AFD503E-873A-2000-F271-54544018F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" y="1027"/>
              <a:ext cx="270" cy="321"/>
            </a:xfrm>
            <a:custGeom>
              <a:avLst/>
              <a:gdLst>
                <a:gd name="T0" fmla="*/ 956 w 1034"/>
                <a:gd name="T1" fmla="*/ 931 h 1208"/>
                <a:gd name="T2" fmla="*/ 903 w 1034"/>
                <a:gd name="T3" fmla="*/ 837 h 1208"/>
                <a:gd name="T4" fmla="*/ 762 w 1034"/>
                <a:gd name="T5" fmla="*/ 437 h 1208"/>
                <a:gd name="T6" fmla="*/ 623 w 1034"/>
                <a:gd name="T7" fmla="*/ 35 h 1208"/>
                <a:gd name="T8" fmla="*/ 356 w 1034"/>
                <a:gd name="T9" fmla="*/ 386 h 1208"/>
                <a:gd name="T10" fmla="*/ 221 w 1034"/>
                <a:gd name="T11" fmla="*/ 622 h 1208"/>
                <a:gd name="T12" fmla="*/ 151 w 1034"/>
                <a:gd name="T13" fmla="*/ 820 h 1208"/>
                <a:gd name="T14" fmla="*/ 85 w 1034"/>
                <a:gd name="T15" fmla="*/ 867 h 1208"/>
                <a:gd name="T16" fmla="*/ 18 w 1034"/>
                <a:gd name="T17" fmla="*/ 1031 h 1208"/>
                <a:gd name="T18" fmla="*/ 28 w 1034"/>
                <a:gd name="T19" fmla="*/ 1124 h 1208"/>
                <a:gd name="T20" fmla="*/ 313 w 1034"/>
                <a:gd name="T21" fmla="*/ 1207 h 1208"/>
                <a:gd name="T22" fmla="*/ 471 w 1034"/>
                <a:gd name="T23" fmla="*/ 1119 h 1208"/>
                <a:gd name="T24" fmla="*/ 664 w 1034"/>
                <a:gd name="T25" fmla="*/ 1167 h 1208"/>
                <a:gd name="T26" fmla="*/ 899 w 1034"/>
                <a:gd name="T27" fmla="*/ 1119 h 1208"/>
                <a:gd name="T28" fmla="*/ 773 w 1034"/>
                <a:gd name="T29" fmla="*/ 587 h 1208"/>
                <a:gd name="T30" fmla="*/ 856 w 1034"/>
                <a:gd name="T31" fmla="*/ 806 h 1208"/>
                <a:gd name="T32" fmla="*/ 783 w 1034"/>
                <a:gd name="T33" fmla="*/ 812 h 1208"/>
                <a:gd name="T34" fmla="*/ 815 w 1034"/>
                <a:gd name="T35" fmla="*/ 670 h 1208"/>
                <a:gd name="T36" fmla="*/ 617 w 1034"/>
                <a:gd name="T37" fmla="*/ 187 h 1208"/>
                <a:gd name="T38" fmla="*/ 566 w 1034"/>
                <a:gd name="T39" fmla="*/ 170 h 1208"/>
                <a:gd name="T40" fmla="*/ 569 w 1034"/>
                <a:gd name="T41" fmla="*/ 288 h 1208"/>
                <a:gd name="T42" fmla="*/ 547 w 1034"/>
                <a:gd name="T43" fmla="*/ 216 h 1208"/>
                <a:gd name="T44" fmla="*/ 512 w 1034"/>
                <a:gd name="T45" fmla="*/ 254 h 1208"/>
                <a:gd name="T46" fmla="*/ 584 w 1034"/>
                <a:gd name="T47" fmla="*/ 248 h 1208"/>
                <a:gd name="T48" fmla="*/ 424 w 1034"/>
                <a:gd name="T49" fmla="*/ 156 h 1208"/>
                <a:gd name="T50" fmla="*/ 407 w 1034"/>
                <a:gd name="T51" fmla="*/ 153 h 1208"/>
                <a:gd name="T52" fmla="*/ 457 w 1034"/>
                <a:gd name="T53" fmla="*/ 249 h 1208"/>
                <a:gd name="T54" fmla="*/ 393 w 1034"/>
                <a:gd name="T55" fmla="*/ 225 h 1208"/>
                <a:gd name="T56" fmla="*/ 391 w 1034"/>
                <a:gd name="T57" fmla="*/ 301 h 1208"/>
                <a:gd name="T58" fmla="*/ 413 w 1034"/>
                <a:gd name="T59" fmla="*/ 225 h 1208"/>
                <a:gd name="T60" fmla="*/ 374 w 1034"/>
                <a:gd name="T61" fmla="*/ 330 h 1208"/>
                <a:gd name="T62" fmla="*/ 589 w 1034"/>
                <a:gd name="T63" fmla="*/ 298 h 1208"/>
                <a:gd name="T64" fmla="*/ 613 w 1034"/>
                <a:gd name="T65" fmla="*/ 346 h 1208"/>
                <a:gd name="T66" fmla="*/ 435 w 1034"/>
                <a:gd name="T67" fmla="*/ 416 h 1208"/>
                <a:gd name="T68" fmla="*/ 486 w 1034"/>
                <a:gd name="T69" fmla="*/ 387 h 1208"/>
                <a:gd name="T70" fmla="*/ 593 w 1034"/>
                <a:gd name="T71" fmla="*/ 331 h 1208"/>
                <a:gd name="T72" fmla="*/ 584 w 1034"/>
                <a:gd name="T73" fmla="*/ 322 h 1208"/>
                <a:gd name="T74" fmla="*/ 410 w 1034"/>
                <a:gd name="T75" fmla="*/ 370 h 1208"/>
                <a:gd name="T76" fmla="*/ 372 w 1034"/>
                <a:gd name="T77" fmla="*/ 352 h 1208"/>
                <a:gd name="T78" fmla="*/ 245 w 1034"/>
                <a:gd name="T79" fmla="*/ 1165 h 1208"/>
                <a:gd name="T80" fmla="*/ 34 w 1034"/>
                <a:gd name="T81" fmla="*/ 1034 h 1208"/>
                <a:gd name="T82" fmla="*/ 108 w 1034"/>
                <a:gd name="T83" fmla="*/ 878 h 1208"/>
                <a:gd name="T84" fmla="*/ 220 w 1034"/>
                <a:gd name="T85" fmla="*/ 819 h 1208"/>
                <a:gd name="T86" fmla="*/ 584 w 1034"/>
                <a:gd name="T87" fmla="*/ 1049 h 1208"/>
                <a:gd name="T88" fmla="*/ 260 w 1034"/>
                <a:gd name="T89" fmla="*/ 845 h 1208"/>
                <a:gd name="T90" fmla="*/ 273 w 1034"/>
                <a:gd name="T91" fmla="*/ 598 h 1208"/>
                <a:gd name="T92" fmla="*/ 250 w 1034"/>
                <a:gd name="T93" fmla="*/ 769 h 1208"/>
                <a:gd name="T94" fmla="*/ 390 w 1034"/>
                <a:gd name="T95" fmla="*/ 382 h 1208"/>
                <a:gd name="T96" fmla="*/ 503 w 1034"/>
                <a:gd name="T97" fmla="*/ 431 h 1208"/>
                <a:gd name="T98" fmla="*/ 603 w 1034"/>
                <a:gd name="T99" fmla="*/ 381 h 1208"/>
                <a:gd name="T100" fmla="*/ 722 w 1034"/>
                <a:gd name="T101" fmla="*/ 607 h 1208"/>
                <a:gd name="T102" fmla="*/ 685 w 1034"/>
                <a:gd name="T103" fmla="*/ 830 h 1208"/>
                <a:gd name="T104" fmla="*/ 1003 w 1034"/>
                <a:gd name="T105" fmla="*/ 1035 h 1208"/>
                <a:gd name="T106" fmla="*/ 678 w 1034"/>
                <a:gd name="T107" fmla="*/ 1154 h 1208"/>
                <a:gd name="T108" fmla="*/ 712 w 1034"/>
                <a:gd name="T109" fmla="*/ 832 h 1208"/>
                <a:gd name="T110" fmla="*/ 914 w 1034"/>
                <a:gd name="T111" fmla="*/ 856 h 1208"/>
                <a:gd name="T112" fmla="*/ 1002 w 1034"/>
                <a:gd name="T113" fmla="*/ 986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34" h="1208">
                  <a:moveTo>
                    <a:pt x="1026" y="993"/>
                  </a:moveTo>
                  <a:cubicBezTo>
                    <a:pt x="1022" y="986"/>
                    <a:pt x="1016" y="981"/>
                    <a:pt x="1012" y="978"/>
                  </a:cubicBezTo>
                  <a:cubicBezTo>
                    <a:pt x="1009" y="975"/>
                    <a:pt x="1006" y="973"/>
                    <a:pt x="1003" y="972"/>
                  </a:cubicBezTo>
                  <a:cubicBezTo>
                    <a:pt x="1002" y="971"/>
                    <a:pt x="1001" y="970"/>
                    <a:pt x="1000" y="969"/>
                  </a:cubicBezTo>
                  <a:cubicBezTo>
                    <a:pt x="996" y="966"/>
                    <a:pt x="992" y="963"/>
                    <a:pt x="988" y="960"/>
                  </a:cubicBezTo>
                  <a:cubicBezTo>
                    <a:pt x="984" y="957"/>
                    <a:pt x="980" y="953"/>
                    <a:pt x="976" y="950"/>
                  </a:cubicBezTo>
                  <a:cubicBezTo>
                    <a:pt x="966" y="943"/>
                    <a:pt x="960" y="937"/>
                    <a:pt x="956" y="931"/>
                  </a:cubicBezTo>
                  <a:cubicBezTo>
                    <a:pt x="956" y="931"/>
                    <a:pt x="955" y="931"/>
                    <a:pt x="955" y="930"/>
                  </a:cubicBezTo>
                  <a:cubicBezTo>
                    <a:pt x="948" y="923"/>
                    <a:pt x="945" y="917"/>
                    <a:pt x="944" y="910"/>
                  </a:cubicBezTo>
                  <a:cubicBezTo>
                    <a:pt x="943" y="906"/>
                    <a:pt x="943" y="901"/>
                    <a:pt x="943" y="894"/>
                  </a:cubicBezTo>
                  <a:cubicBezTo>
                    <a:pt x="943" y="893"/>
                    <a:pt x="943" y="892"/>
                    <a:pt x="943" y="892"/>
                  </a:cubicBezTo>
                  <a:cubicBezTo>
                    <a:pt x="942" y="884"/>
                    <a:pt x="941" y="876"/>
                    <a:pt x="937" y="867"/>
                  </a:cubicBezTo>
                  <a:cubicBezTo>
                    <a:pt x="934" y="862"/>
                    <a:pt x="931" y="856"/>
                    <a:pt x="925" y="850"/>
                  </a:cubicBezTo>
                  <a:cubicBezTo>
                    <a:pt x="919" y="843"/>
                    <a:pt x="909" y="839"/>
                    <a:pt x="903" y="837"/>
                  </a:cubicBezTo>
                  <a:cubicBezTo>
                    <a:pt x="903" y="837"/>
                    <a:pt x="903" y="837"/>
                    <a:pt x="902" y="837"/>
                  </a:cubicBezTo>
                  <a:cubicBezTo>
                    <a:pt x="908" y="826"/>
                    <a:pt x="911" y="814"/>
                    <a:pt x="914" y="803"/>
                  </a:cubicBezTo>
                  <a:cubicBezTo>
                    <a:pt x="919" y="776"/>
                    <a:pt x="916" y="747"/>
                    <a:pt x="911" y="720"/>
                  </a:cubicBezTo>
                  <a:cubicBezTo>
                    <a:pt x="905" y="682"/>
                    <a:pt x="894" y="646"/>
                    <a:pt x="880" y="610"/>
                  </a:cubicBezTo>
                  <a:cubicBezTo>
                    <a:pt x="869" y="584"/>
                    <a:pt x="857" y="558"/>
                    <a:pt x="841" y="536"/>
                  </a:cubicBezTo>
                  <a:cubicBezTo>
                    <a:pt x="824" y="514"/>
                    <a:pt x="803" y="496"/>
                    <a:pt x="787" y="473"/>
                  </a:cubicBezTo>
                  <a:cubicBezTo>
                    <a:pt x="778" y="461"/>
                    <a:pt x="771" y="449"/>
                    <a:pt x="762" y="437"/>
                  </a:cubicBezTo>
                  <a:cubicBezTo>
                    <a:pt x="759" y="430"/>
                    <a:pt x="755" y="422"/>
                    <a:pt x="752" y="415"/>
                  </a:cubicBezTo>
                  <a:cubicBezTo>
                    <a:pt x="741" y="392"/>
                    <a:pt x="732" y="369"/>
                    <a:pt x="719" y="346"/>
                  </a:cubicBezTo>
                  <a:cubicBezTo>
                    <a:pt x="717" y="343"/>
                    <a:pt x="715" y="339"/>
                    <a:pt x="713" y="336"/>
                  </a:cubicBezTo>
                  <a:cubicBezTo>
                    <a:pt x="711" y="315"/>
                    <a:pt x="709" y="294"/>
                    <a:pt x="708" y="273"/>
                  </a:cubicBezTo>
                  <a:cubicBezTo>
                    <a:pt x="706" y="230"/>
                    <a:pt x="708" y="186"/>
                    <a:pt x="697" y="145"/>
                  </a:cubicBezTo>
                  <a:cubicBezTo>
                    <a:pt x="692" y="125"/>
                    <a:pt x="683" y="106"/>
                    <a:pt x="672" y="89"/>
                  </a:cubicBezTo>
                  <a:cubicBezTo>
                    <a:pt x="659" y="68"/>
                    <a:pt x="642" y="50"/>
                    <a:pt x="623" y="35"/>
                  </a:cubicBezTo>
                  <a:cubicBezTo>
                    <a:pt x="591" y="12"/>
                    <a:pt x="552" y="1"/>
                    <a:pt x="513" y="0"/>
                  </a:cubicBezTo>
                  <a:cubicBezTo>
                    <a:pt x="485" y="0"/>
                    <a:pt x="456" y="6"/>
                    <a:pt x="430" y="19"/>
                  </a:cubicBezTo>
                  <a:cubicBezTo>
                    <a:pt x="403" y="34"/>
                    <a:pt x="382" y="57"/>
                    <a:pt x="368" y="84"/>
                  </a:cubicBezTo>
                  <a:cubicBezTo>
                    <a:pt x="354" y="112"/>
                    <a:pt x="349" y="142"/>
                    <a:pt x="348" y="173"/>
                  </a:cubicBezTo>
                  <a:cubicBezTo>
                    <a:pt x="347" y="203"/>
                    <a:pt x="350" y="233"/>
                    <a:pt x="351" y="262"/>
                  </a:cubicBezTo>
                  <a:cubicBezTo>
                    <a:pt x="352" y="294"/>
                    <a:pt x="352" y="325"/>
                    <a:pt x="354" y="356"/>
                  </a:cubicBezTo>
                  <a:cubicBezTo>
                    <a:pt x="355" y="366"/>
                    <a:pt x="356" y="376"/>
                    <a:pt x="356" y="386"/>
                  </a:cubicBezTo>
                  <a:cubicBezTo>
                    <a:pt x="356" y="391"/>
                    <a:pt x="356" y="395"/>
                    <a:pt x="356" y="400"/>
                  </a:cubicBezTo>
                  <a:cubicBezTo>
                    <a:pt x="356" y="401"/>
                    <a:pt x="355" y="401"/>
                    <a:pt x="355" y="402"/>
                  </a:cubicBezTo>
                  <a:cubicBezTo>
                    <a:pt x="351" y="412"/>
                    <a:pt x="346" y="421"/>
                    <a:pt x="341" y="430"/>
                  </a:cubicBezTo>
                  <a:cubicBezTo>
                    <a:pt x="331" y="443"/>
                    <a:pt x="321" y="455"/>
                    <a:pt x="311" y="468"/>
                  </a:cubicBezTo>
                  <a:cubicBezTo>
                    <a:pt x="299" y="482"/>
                    <a:pt x="288" y="497"/>
                    <a:pt x="276" y="511"/>
                  </a:cubicBezTo>
                  <a:cubicBezTo>
                    <a:pt x="262" y="529"/>
                    <a:pt x="248" y="546"/>
                    <a:pt x="239" y="567"/>
                  </a:cubicBezTo>
                  <a:cubicBezTo>
                    <a:pt x="231" y="584"/>
                    <a:pt x="227" y="604"/>
                    <a:pt x="221" y="622"/>
                  </a:cubicBezTo>
                  <a:cubicBezTo>
                    <a:pt x="215" y="643"/>
                    <a:pt x="207" y="664"/>
                    <a:pt x="198" y="683"/>
                  </a:cubicBezTo>
                  <a:cubicBezTo>
                    <a:pt x="189" y="702"/>
                    <a:pt x="179" y="720"/>
                    <a:pt x="170" y="738"/>
                  </a:cubicBezTo>
                  <a:cubicBezTo>
                    <a:pt x="163" y="751"/>
                    <a:pt x="156" y="764"/>
                    <a:pt x="153" y="778"/>
                  </a:cubicBezTo>
                  <a:cubicBezTo>
                    <a:pt x="151" y="790"/>
                    <a:pt x="153" y="802"/>
                    <a:pt x="156" y="813"/>
                  </a:cubicBezTo>
                  <a:cubicBezTo>
                    <a:pt x="156" y="813"/>
                    <a:pt x="156" y="814"/>
                    <a:pt x="156" y="814"/>
                  </a:cubicBezTo>
                  <a:cubicBezTo>
                    <a:pt x="155" y="816"/>
                    <a:pt x="153" y="817"/>
                    <a:pt x="152" y="819"/>
                  </a:cubicBezTo>
                  <a:cubicBezTo>
                    <a:pt x="151" y="819"/>
                    <a:pt x="151" y="820"/>
                    <a:pt x="151" y="820"/>
                  </a:cubicBezTo>
                  <a:cubicBezTo>
                    <a:pt x="147" y="824"/>
                    <a:pt x="142" y="831"/>
                    <a:pt x="138" y="840"/>
                  </a:cubicBezTo>
                  <a:cubicBezTo>
                    <a:pt x="135" y="845"/>
                    <a:pt x="132" y="850"/>
                    <a:pt x="130" y="854"/>
                  </a:cubicBezTo>
                  <a:cubicBezTo>
                    <a:pt x="126" y="858"/>
                    <a:pt x="123" y="861"/>
                    <a:pt x="119" y="864"/>
                  </a:cubicBezTo>
                  <a:cubicBezTo>
                    <a:pt x="115" y="866"/>
                    <a:pt x="111" y="867"/>
                    <a:pt x="107" y="867"/>
                  </a:cubicBezTo>
                  <a:cubicBezTo>
                    <a:pt x="106" y="867"/>
                    <a:pt x="106" y="867"/>
                    <a:pt x="105" y="867"/>
                  </a:cubicBezTo>
                  <a:cubicBezTo>
                    <a:pt x="101" y="868"/>
                    <a:pt x="97" y="867"/>
                    <a:pt x="93" y="867"/>
                  </a:cubicBezTo>
                  <a:cubicBezTo>
                    <a:pt x="90" y="867"/>
                    <a:pt x="88" y="867"/>
                    <a:pt x="85" y="867"/>
                  </a:cubicBezTo>
                  <a:cubicBezTo>
                    <a:pt x="78" y="867"/>
                    <a:pt x="69" y="867"/>
                    <a:pt x="61" y="869"/>
                  </a:cubicBezTo>
                  <a:cubicBezTo>
                    <a:pt x="50" y="871"/>
                    <a:pt x="41" y="876"/>
                    <a:pt x="34" y="883"/>
                  </a:cubicBezTo>
                  <a:cubicBezTo>
                    <a:pt x="26" y="890"/>
                    <a:pt x="21" y="900"/>
                    <a:pt x="19" y="911"/>
                  </a:cubicBezTo>
                  <a:cubicBezTo>
                    <a:pt x="17" y="919"/>
                    <a:pt x="17" y="928"/>
                    <a:pt x="18" y="938"/>
                  </a:cubicBezTo>
                  <a:cubicBezTo>
                    <a:pt x="19" y="947"/>
                    <a:pt x="20" y="956"/>
                    <a:pt x="21" y="964"/>
                  </a:cubicBezTo>
                  <a:cubicBezTo>
                    <a:pt x="22" y="973"/>
                    <a:pt x="23" y="981"/>
                    <a:pt x="23" y="989"/>
                  </a:cubicBezTo>
                  <a:cubicBezTo>
                    <a:pt x="24" y="1007"/>
                    <a:pt x="22" y="1021"/>
                    <a:pt x="18" y="1031"/>
                  </a:cubicBezTo>
                  <a:cubicBezTo>
                    <a:pt x="17" y="1032"/>
                    <a:pt x="17" y="1032"/>
                    <a:pt x="17" y="1032"/>
                  </a:cubicBezTo>
                  <a:cubicBezTo>
                    <a:pt x="16" y="1036"/>
                    <a:pt x="14" y="1039"/>
                    <a:pt x="12" y="1043"/>
                  </a:cubicBezTo>
                  <a:cubicBezTo>
                    <a:pt x="9" y="1049"/>
                    <a:pt x="6" y="1055"/>
                    <a:pt x="4" y="1062"/>
                  </a:cubicBezTo>
                  <a:cubicBezTo>
                    <a:pt x="1" y="1068"/>
                    <a:pt x="0" y="1075"/>
                    <a:pt x="0" y="1082"/>
                  </a:cubicBezTo>
                  <a:cubicBezTo>
                    <a:pt x="0" y="1086"/>
                    <a:pt x="0" y="1096"/>
                    <a:pt x="5" y="1104"/>
                  </a:cubicBezTo>
                  <a:cubicBezTo>
                    <a:pt x="5" y="1105"/>
                    <a:pt x="5" y="1105"/>
                    <a:pt x="6" y="1106"/>
                  </a:cubicBezTo>
                  <a:cubicBezTo>
                    <a:pt x="11" y="1113"/>
                    <a:pt x="18" y="1119"/>
                    <a:pt x="28" y="1124"/>
                  </a:cubicBezTo>
                  <a:cubicBezTo>
                    <a:pt x="35" y="1128"/>
                    <a:pt x="43" y="1130"/>
                    <a:pt x="52" y="1132"/>
                  </a:cubicBezTo>
                  <a:cubicBezTo>
                    <a:pt x="57" y="1133"/>
                    <a:pt x="63" y="1135"/>
                    <a:pt x="69" y="1137"/>
                  </a:cubicBezTo>
                  <a:cubicBezTo>
                    <a:pt x="78" y="1140"/>
                    <a:pt x="86" y="1143"/>
                    <a:pt x="95" y="1145"/>
                  </a:cubicBezTo>
                  <a:cubicBezTo>
                    <a:pt x="114" y="1151"/>
                    <a:pt x="134" y="1156"/>
                    <a:pt x="154" y="1160"/>
                  </a:cubicBezTo>
                  <a:cubicBezTo>
                    <a:pt x="183" y="1166"/>
                    <a:pt x="211" y="1173"/>
                    <a:pt x="238" y="1183"/>
                  </a:cubicBezTo>
                  <a:cubicBezTo>
                    <a:pt x="244" y="1185"/>
                    <a:pt x="249" y="1187"/>
                    <a:pt x="255" y="1190"/>
                  </a:cubicBezTo>
                  <a:cubicBezTo>
                    <a:pt x="273" y="1198"/>
                    <a:pt x="292" y="1206"/>
                    <a:pt x="313" y="1207"/>
                  </a:cubicBezTo>
                  <a:cubicBezTo>
                    <a:pt x="314" y="1207"/>
                    <a:pt x="314" y="1207"/>
                    <a:pt x="314" y="1207"/>
                  </a:cubicBezTo>
                  <a:cubicBezTo>
                    <a:pt x="333" y="1207"/>
                    <a:pt x="351" y="1202"/>
                    <a:pt x="366" y="1193"/>
                  </a:cubicBezTo>
                  <a:cubicBezTo>
                    <a:pt x="382" y="1183"/>
                    <a:pt x="395" y="1170"/>
                    <a:pt x="404" y="1154"/>
                  </a:cubicBezTo>
                  <a:cubicBezTo>
                    <a:pt x="404" y="1154"/>
                    <a:pt x="404" y="1154"/>
                    <a:pt x="404" y="1153"/>
                  </a:cubicBezTo>
                  <a:cubicBezTo>
                    <a:pt x="409" y="1145"/>
                    <a:pt x="412" y="1135"/>
                    <a:pt x="414" y="1125"/>
                  </a:cubicBezTo>
                  <a:cubicBezTo>
                    <a:pt x="428" y="1122"/>
                    <a:pt x="442" y="1120"/>
                    <a:pt x="457" y="1119"/>
                  </a:cubicBezTo>
                  <a:cubicBezTo>
                    <a:pt x="461" y="1119"/>
                    <a:pt x="466" y="1119"/>
                    <a:pt x="471" y="1119"/>
                  </a:cubicBezTo>
                  <a:cubicBezTo>
                    <a:pt x="483" y="1120"/>
                    <a:pt x="496" y="1120"/>
                    <a:pt x="508" y="1120"/>
                  </a:cubicBezTo>
                  <a:cubicBezTo>
                    <a:pt x="509" y="1120"/>
                    <a:pt x="510" y="1120"/>
                    <a:pt x="511" y="1120"/>
                  </a:cubicBezTo>
                  <a:cubicBezTo>
                    <a:pt x="515" y="1120"/>
                    <a:pt x="518" y="1120"/>
                    <a:pt x="522" y="1121"/>
                  </a:cubicBezTo>
                  <a:cubicBezTo>
                    <a:pt x="544" y="1122"/>
                    <a:pt x="566" y="1124"/>
                    <a:pt x="588" y="1127"/>
                  </a:cubicBezTo>
                  <a:cubicBezTo>
                    <a:pt x="607" y="1130"/>
                    <a:pt x="626" y="1134"/>
                    <a:pt x="645" y="1139"/>
                  </a:cubicBezTo>
                  <a:cubicBezTo>
                    <a:pt x="648" y="1140"/>
                    <a:pt x="651" y="1140"/>
                    <a:pt x="654" y="1141"/>
                  </a:cubicBezTo>
                  <a:cubicBezTo>
                    <a:pt x="655" y="1150"/>
                    <a:pt x="658" y="1159"/>
                    <a:pt x="664" y="1167"/>
                  </a:cubicBezTo>
                  <a:cubicBezTo>
                    <a:pt x="674" y="1183"/>
                    <a:pt x="691" y="1192"/>
                    <a:pt x="703" y="1197"/>
                  </a:cubicBezTo>
                  <a:cubicBezTo>
                    <a:pt x="720" y="1204"/>
                    <a:pt x="737" y="1208"/>
                    <a:pt x="753" y="1208"/>
                  </a:cubicBezTo>
                  <a:cubicBezTo>
                    <a:pt x="758" y="1208"/>
                    <a:pt x="763" y="1208"/>
                    <a:pt x="768" y="1207"/>
                  </a:cubicBezTo>
                  <a:cubicBezTo>
                    <a:pt x="786" y="1205"/>
                    <a:pt x="803" y="1197"/>
                    <a:pt x="821" y="1185"/>
                  </a:cubicBezTo>
                  <a:cubicBezTo>
                    <a:pt x="830" y="1177"/>
                    <a:pt x="840" y="1169"/>
                    <a:pt x="848" y="1161"/>
                  </a:cubicBezTo>
                  <a:cubicBezTo>
                    <a:pt x="851" y="1158"/>
                    <a:pt x="854" y="1155"/>
                    <a:pt x="857" y="1153"/>
                  </a:cubicBezTo>
                  <a:cubicBezTo>
                    <a:pt x="869" y="1142"/>
                    <a:pt x="883" y="1129"/>
                    <a:pt x="899" y="1119"/>
                  </a:cubicBezTo>
                  <a:cubicBezTo>
                    <a:pt x="914" y="1110"/>
                    <a:pt x="930" y="1102"/>
                    <a:pt x="947" y="1093"/>
                  </a:cubicBezTo>
                  <a:cubicBezTo>
                    <a:pt x="955" y="1089"/>
                    <a:pt x="963" y="1085"/>
                    <a:pt x="971" y="1081"/>
                  </a:cubicBezTo>
                  <a:cubicBezTo>
                    <a:pt x="986" y="1074"/>
                    <a:pt x="1003" y="1065"/>
                    <a:pt x="1016" y="1049"/>
                  </a:cubicBezTo>
                  <a:cubicBezTo>
                    <a:pt x="1022" y="1042"/>
                    <a:pt x="1026" y="1035"/>
                    <a:pt x="1030" y="1026"/>
                  </a:cubicBezTo>
                  <a:cubicBezTo>
                    <a:pt x="1030" y="1026"/>
                    <a:pt x="1030" y="1025"/>
                    <a:pt x="1030" y="1025"/>
                  </a:cubicBezTo>
                  <a:cubicBezTo>
                    <a:pt x="1034" y="1014"/>
                    <a:pt x="1032" y="1003"/>
                    <a:pt x="1026" y="993"/>
                  </a:cubicBezTo>
                  <a:close/>
                  <a:moveTo>
                    <a:pt x="773" y="587"/>
                  </a:moveTo>
                  <a:cubicBezTo>
                    <a:pt x="799" y="606"/>
                    <a:pt x="817" y="635"/>
                    <a:pt x="822" y="667"/>
                  </a:cubicBezTo>
                  <a:cubicBezTo>
                    <a:pt x="827" y="692"/>
                    <a:pt x="827" y="713"/>
                    <a:pt x="820" y="742"/>
                  </a:cubicBezTo>
                  <a:cubicBezTo>
                    <a:pt x="815" y="761"/>
                    <a:pt x="808" y="779"/>
                    <a:pt x="801" y="798"/>
                  </a:cubicBezTo>
                  <a:cubicBezTo>
                    <a:pt x="808" y="798"/>
                    <a:pt x="814" y="798"/>
                    <a:pt x="821" y="799"/>
                  </a:cubicBezTo>
                  <a:cubicBezTo>
                    <a:pt x="828" y="801"/>
                    <a:pt x="835" y="802"/>
                    <a:pt x="842" y="803"/>
                  </a:cubicBezTo>
                  <a:cubicBezTo>
                    <a:pt x="844" y="803"/>
                    <a:pt x="846" y="804"/>
                    <a:pt x="848" y="804"/>
                  </a:cubicBezTo>
                  <a:cubicBezTo>
                    <a:pt x="851" y="805"/>
                    <a:pt x="853" y="805"/>
                    <a:pt x="856" y="806"/>
                  </a:cubicBezTo>
                  <a:cubicBezTo>
                    <a:pt x="851" y="805"/>
                    <a:pt x="846" y="805"/>
                    <a:pt x="842" y="805"/>
                  </a:cubicBezTo>
                  <a:cubicBezTo>
                    <a:pt x="836" y="805"/>
                    <a:pt x="831" y="805"/>
                    <a:pt x="826" y="805"/>
                  </a:cubicBezTo>
                  <a:cubicBezTo>
                    <a:pt x="820" y="805"/>
                    <a:pt x="814" y="805"/>
                    <a:pt x="808" y="806"/>
                  </a:cubicBezTo>
                  <a:cubicBezTo>
                    <a:pt x="804" y="806"/>
                    <a:pt x="801" y="807"/>
                    <a:pt x="797" y="807"/>
                  </a:cubicBezTo>
                  <a:cubicBezTo>
                    <a:pt x="795" y="808"/>
                    <a:pt x="792" y="808"/>
                    <a:pt x="790" y="809"/>
                  </a:cubicBezTo>
                  <a:cubicBezTo>
                    <a:pt x="790" y="810"/>
                    <a:pt x="790" y="810"/>
                    <a:pt x="790" y="809"/>
                  </a:cubicBezTo>
                  <a:cubicBezTo>
                    <a:pt x="788" y="810"/>
                    <a:pt x="785" y="811"/>
                    <a:pt x="783" y="812"/>
                  </a:cubicBezTo>
                  <a:cubicBezTo>
                    <a:pt x="776" y="815"/>
                    <a:pt x="771" y="819"/>
                    <a:pt x="765" y="823"/>
                  </a:cubicBezTo>
                  <a:cubicBezTo>
                    <a:pt x="764" y="824"/>
                    <a:pt x="762" y="824"/>
                    <a:pt x="761" y="825"/>
                  </a:cubicBezTo>
                  <a:cubicBezTo>
                    <a:pt x="764" y="820"/>
                    <a:pt x="768" y="814"/>
                    <a:pt x="773" y="810"/>
                  </a:cubicBezTo>
                  <a:cubicBezTo>
                    <a:pt x="779" y="804"/>
                    <a:pt x="786" y="800"/>
                    <a:pt x="794" y="799"/>
                  </a:cubicBezTo>
                  <a:cubicBezTo>
                    <a:pt x="794" y="799"/>
                    <a:pt x="794" y="799"/>
                    <a:pt x="794" y="799"/>
                  </a:cubicBezTo>
                  <a:cubicBezTo>
                    <a:pt x="800" y="781"/>
                    <a:pt x="806" y="762"/>
                    <a:pt x="811" y="743"/>
                  </a:cubicBezTo>
                  <a:cubicBezTo>
                    <a:pt x="816" y="719"/>
                    <a:pt x="819" y="694"/>
                    <a:pt x="815" y="670"/>
                  </a:cubicBezTo>
                  <a:cubicBezTo>
                    <a:pt x="810" y="640"/>
                    <a:pt x="795" y="610"/>
                    <a:pt x="770" y="590"/>
                  </a:cubicBezTo>
                  <a:cubicBezTo>
                    <a:pt x="757" y="579"/>
                    <a:pt x="740" y="571"/>
                    <a:pt x="726" y="560"/>
                  </a:cubicBezTo>
                  <a:cubicBezTo>
                    <a:pt x="742" y="569"/>
                    <a:pt x="758" y="576"/>
                    <a:pt x="773" y="587"/>
                  </a:cubicBezTo>
                  <a:close/>
                  <a:moveTo>
                    <a:pt x="575" y="143"/>
                  </a:moveTo>
                  <a:cubicBezTo>
                    <a:pt x="581" y="143"/>
                    <a:pt x="586" y="143"/>
                    <a:pt x="592" y="147"/>
                  </a:cubicBezTo>
                  <a:cubicBezTo>
                    <a:pt x="605" y="156"/>
                    <a:pt x="611" y="165"/>
                    <a:pt x="616" y="177"/>
                  </a:cubicBezTo>
                  <a:cubicBezTo>
                    <a:pt x="617" y="180"/>
                    <a:pt x="618" y="185"/>
                    <a:pt x="617" y="187"/>
                  </a:cubicBezTo>
                  <a:cubicBezTo>
                    <a:pt x="610" y="174"/>
                    <a:pt x="601" y="162"/>
                    <a:pt x="589" y="154"/>
                  </a:cubicBezTo>
                  <a:cubicBezTo>
                    <a:pt x="583" y="150"/>
                    <a:pt x="576" y="147"/>
                    <a:pt x="569" y="146"/>
                  </a:cubicBezTo>
                  <a:cubicBezTo>
                    <a:pt x="570" y="143"/>
                    <a:pt x="573" y="143"/>
                    <a:pt x="575" y="143"/>
                  </a:cubicBezTo>
                  <a:close/>
                  <a:moveTo>
                    <a:pt x="508" y="209"/>
                  </a:moveTo>
                  <a:cubicBezTo>
                    <a:pt x="513" y="196"/>
                    <a:pt x="522" y="186"/>
                    <a:pt x="533" y="178"/>
                  </a:cubicBezTo>
                  <a:cubicBezTo>
                    <a:pt x="536" y="176"/>
                    <a:pt x="540" y="174"/>
                    <a:pt x="544" y="172"/>
                  </a:cubicBezTo>
                  <a:cubicBezTo>
                    <a:pt x="551" y="169"/>
                    <a:pt x="558" y="169"/>
                    <a:pt x="566" y="170"/>
                  </a:cubicBezTo>
                  <a:cubicBezTo>
                    <a:pt x="573" y="171"/>
                    <a:pt x="580" y="173"/>
                    <a:pt x="586" y="177"/>
                  </a:cubicBezTo>
                  <a:cubicBezTo>
                    <a:pt x="598" y="185"/>
                    <a:pt x="607" y="198"/>
                    <a:pt x="612" y="212"/>
                  </a:cubicBezTo>
                  <a:cubicBezTo>
                    <a:pt x="616" y="225"/>
                    <a:pt x="618" y="238"/>
                    <a:pt x="617" y="252"/>
                  </a:cubicBezTo>
                  <a:cubicBezTo>
                    <a:pt x="616" y="263"/>
                    <a:pt x="615" y="273"/>
                    <a:pt x="610" y="283"/>
                  </a:cubicBezTo>
                  <a:cubicBezTo>
                    <a:pt x="608" y="288"/>
                    <a:pt x="605" y="293"/>
                    <a:pt x="601" y="297"/>
                  </a:cubicBezTo>
                  <a:cubicBezTo>
                    <a:pt x="596" y="296"/>
                    <a:pt x="592" y="295"/>
                    <a:pt x="589" y="294"/>
                  </a:cubicBezTo>
                  <a:cubicBezTo>
                    <a:pt x="582" y="292"/>
                    <a:pt x="575" y="290"/>
                    <a:pt x="569" y="288"/>
                  </a:cubicBezTo>
                  <a:cubicBezTo>
                    <a:pt x="573" y="287"/>
                    <a:pt x="576" y="286"/>
                    <a:pt x="580" y="284"/>
                  </a:cubicBezTo>
                  <a:cubicBezTo>
                    <a:pt x="584" y="281"/>
                    <a:pt x="587" y="277"/>
                    <a:pt x="590" y="272"/>
                  </a:cubicBezTo>
                  <a:cubicBezTo>
                    <a:pt x="592" y="268"/>
                    <a:pt x="594" y="263"/>
                    <a:pt x="594" y="258"/>
                  </a:cubicBezTo>
                  <a:cubicBezTo>
                    <a:pt x="595" y="249"/>
                    <a:pt x="594" y="239"/>
                    <a:pt x="590" y="231"/>
                  </a:cubicBezTo>
                  <a:cubicBezTo>
                    <a:pt x="586" y="223"/>
                    <a:pt x="579" y="216"/>
                    <a:pt x="570" y="213"/>
                  </a:cubicBezTo>
                  <a:cubicBezTo>
                    <a:pt x="567" y="212"/>
                    <a:pt x="563" y="211"/>
                    <a:pt x="559" y="212"/>
                  </a:cubicBezTo>
                  <a:cubicBezTo>
                    <a:pt x="554" y="212"/>
                    <a:pt x="550" y="213"/>
                    <a:pt x="547" y="216"/>
                  </a:cubicBezTo>
                  <a:cubicBezTo>
                    <a:pt x="543" y="218"/>
                    <a:pt x="540" y="221"/>
                    <a:pt x="538" y="224"/>
                  </a:cubicBezTo>
                  <a:cubicBezTo>
                    <a:pt x="533" y="231"/>
                    <a:pt x="531" y="240"/>
                    <a:pt x="531" y="248"/>
                  </a:cubicBezTo>
                  <a:cubicBezTo>
                    <a:pt x="530" y="254"/>
                    <a:pt x="531" y="261"/>
                    <a:pt x="533" y="267"/>
                  </a:cubicBezTo>
                  <a:cubicBezTo>
                    <a:pt x="534" y="269"/>
                    <a:pt x="535" y="272"/>
                    <a:pt x="536" y="274"/>
                  </a:cubicBezTo>
                  <a:cubicBezTo>
                    <a:pt x="532" y="272"/>
                    <a:pt x="529" y="269"/>
                    <a:pt x="525" y="267"/>
                  </a:cubicBezTo>
                  <a:cubicBezTo>
                    <a:pt x="522" y="266"/>
                    <a:pt x="519" y="264"/>
                    <a:pt x="516" y="263"/>
                  </a:cubicBezTo>
                  <a:cubicBezTo>
                    <a:pt x="515" y="260"/>
                    <a:pt x="514" y="257"/>
                    <a:pt x="512" y="254"/>
                  </a:cubicBezTo>
                  <a:cubicBezTo>
                    <a:pt x="511" y="251"/>
                    <a:pt x="508" y="247"/>
                    <a:pt x="506" y="244"/>
                  </a:cubicBezTo>
                  <a:cubicBezTo>
                    <a:pt x="504" y="232"/>
                    <a:pt x="504" y="220"/>
                    <a:pt x="508" y="209"/>
                  </a:cubicBezTo>
                  <a:close/>
                  <a:moveTo>
                    <a:pt x="562" y="229"/>
                  </a:moveTo>
                  <a:cubicBezTo>
                    <a:pt x="561" y="227"/>
                    <a:pt x="560" y="225"/>
                    <a:pt x="561" y="224"/>
                  </a:cubicBezTo>
                  <a:cubicBezTo>
                    <a:pt x="562" y="222"/>
                    <a:pt x="565" y="221"/>
                    <a:pt x="568" y="222"/>
                  </a:cubicBezTo>
                  <a:cubicBezTo>
                    <a:pt x="572" y="222"/>
                    <a:pt x="577" y="226"/>
                    <a:pt x="580" y="230"/>
                  </a:cubicBezTo>
                  <a:cubicBezTo>
                    <a:pt x="583" y="235"/>
                    <a:pt x="587" y="242"/>
                    <a:pt x="584" y="248"/>
                  </a:cubicBezTo>
                  <a:cubicBezTo>
                    <a:pt x="584" y="249"/>
                    <a:pt x="582" y="250"/>
                    <a:pt x="580" y="249"/>
                  </a:cubicBezTo>
                  <a:cubicBezTo>
                    <a:pt x="576" y="247"/>
                    <a:pt x="577" y="240"/>
                    <a:pt x="574" y="236"/>
                  </a:cubicBezTo>
                  <a:cubicBezTo>
                    <a:pt x="573" y="234"/>
                    <a:pt x="571" y="233"/>
                    <a:pt x="569" y="232"/>
                  </a:cubicBezTo>
                  <a:cubicBezTo>
                    <a:pt x="567" y="230"/>
                    <a:pt x="564" y="231"/>
                    <a:pt x="562" y="229"/>
                  </a:cubicBezTo>
                  <a:close/>
                  <a:moveTo>
                    <a:pt x="407" y="153"/>
                  </a:moveTo>
                  <a:cubicBezTo>
                    <a:pt x="408" y="153"/>
                    <a:pt x="409" y="152"/>
                    <a:pt x="409" y="153"/>
                  </a:cubicBezTo>
                  <a:cubicBezTo>
                    <a:pt x="415" y="153"/>
                    <a:pt x="420" y="154"/>
                    <a:pt x="424" y="156"/>
                  </a:cubicBezTo>
                  <a:cubicBezTo>
                    <a:pt x="430" y="158"/>
                    <a:pt x="435" y="162"/>
                    <a:pt x="440" y="165"/>
                  </a:cubicBezTo>
                  <a:cubicBezTo>
                    <a:pt x="442" y="167"/>
                    <a:pt x="444" y="168"/>
                    <a:pt x="445" y="170"/>
                  </a:cubicBezTo>
                  <a:cubicBezTo>
                    <a:pt x="449" y="176"/>
                    <a:pt x="451" y="182"/>
                    <a:pt x="452" y="189"/>
                  </a:cubicBezTo>
                  <a:cubicBezTo>
                    <a:pt x="448" y="180"/>
                    <a:pt x="442" y="172"/>
                    <a:pt x="433" y="165"/>
                  </a:cubicBezTo>
                  <a:cubicBezTo>
                    <a:pt x="429" y="161"/>
                    <a:pt x="424" y="158"/>
                    <a:pt x="418" y="156"/>
                  </a:cubicBezTo>
                  <a:cubicBezTo>
                    <a:pt x="414" y="154"/>
                    <a:pt x="410" y="153"/>
                    <a:pt x="406" y="153"/>
                  </a:cubicBezTo>
                  <a:lnTo>
                    <a:pt x="407" y="153"/>
                  </a:lnTo>
                  <a:close/>
                  <a:moveTo>
                    <a:pt x="377" y="205"/>
                  </a:moveTo>
                  <a:cubicBezTo>
                    <a:pt x="379" y="198"/>
                    <a:pt x="383" y="191"/>
                    <a:pt x="388" y="187"/>
                  </a:cubicBezTo>
                  <a:cubicBezTo>
                    <a:pt x="393" y="182"/>
                    <a:pt x="400" y="178"/>
                    <a:pt x="407" y="178"/>
                  </a:cubicBezTo>
                  <a:cubicBezTo>
                    <a:pt x="412" y="178"/>
                    <a:pt x="418" y="179"/>
                    <a:pt x="422" y="181"/>
                  </a:cubicBezTo>
                  <a:cubicBezTo>
                    <a:pt x="427" y="184"/>
                    <a:pt x="432" y="187"/>
                    <a:pt x="435" y="191"/>
                  </a:cubicBezTo>
                  <a:cubicBezTo>
                    <a:pt x="443" y="199"/>
                    <a:pt x="448" y="209"/>
                    <a:pt x="452" y="219"/>
                  </a:cubicBezTo>
                  <a:cubicBezTo>
                    <a:pt x="455" y="229"/>
                    <a:pt x="457" y="239"/>
                    <a:pt x="457" y="249"/>
                  </a:cubicBezTo>
                  <a:cubicBezTo>
                    <a:pt x="454" y="253"/>
                    <a:pt x="451" y="257"/>
                    <a:pt x="448" y="261"/>
                  </a:cubicBezTo>
                  <a:cubicBezTo>
                    <a:pt x="444" y="262"/>
                    <a:pt x="440" y="264"/>
                    <a:pt x="436" y="266"/>
                  </a:cubicBezTo>
                  <a:cubicBezTo>
                    <a:pt x="438" y="258"/>
                    <a:pt x="437" y="249"/>
                    <a:pt x="435" y="240"/>
                  </a:cubicBezTo>
                  <a:cubicBezTo>
                    <a:pt x="432" y="233"/>
                    <a:pt x="429" y="226"/>
                    <a:pt x="423" y="221"/>
                  </a:cubicBezTo>
                  <a:cubicBezTo>
                    <a:pt x="420" y="218"/>
                    <a:pt x="416" y="216"/>
                    <a:pt x="413" y="216"/>
                  </a:cubicBezTo>
                  <a:cubicBezTo>
                    <a:pt x="409" y="215"/>
                    <a:pt x="405" y="215"/>
                    <a:pt x="402" y="217"/>
                  </a:cubicBezTo>
                  <a:cubicBezTo>
                    <a:pt x="398" y="218"/>
                    <a:pt x="395" y="221"/>
                    <a:pt x="393" y="225"/>
                  </a:cubicBezTo>
                  <a:cubicBezTo>
                    <a:pt x="391" y="229"/>
                    <a:pt x="390" y="233"/>
                    <a:pt x="390" y="237"/>
                  </a:cubicBezTo>
                  <a:cubicBezTo>
                    <a:pt x="388" y="246"/>
                    <a:pt x="388" y="255"/>
                    <a:pt x="391" y="264"/>
                  </a:cubicBezTo>
                  <a:cubicBezTo>
                    <a:pt x="393" y="270"/>
                    <a:pt x="397" y="275"/>
                    <a:pt x="401" y="279"/>
                  </a:cubicBezTo>
                  <a:cubicBezTo>
                    <a:pt x="403" y="282"/>
                    <a:pt x="406" y="284"/>
                    <a:pt x="409" y="286"/>
                  </a:cubicBezTo>
                  <a:cubicBezTo>
                    <a:pt x="407" y="288"/>
                    <a:pt x="404" y="290"/>
                    <a:pt x="402" y="293"/>
                  </a:cubicBezTo>
                  <a:cubicBezTo>
                    <a:pt x="399" y="296"/>
                    <a:pt x="395" y="299"/>
                    <a:pt x="392" y="302"/>
                  </a:cubicBezTo>
                  <a:cubicBezTo>
                    <a:pt x="392" y="302"/>
                    <a:pt x="391" y="301"/>
                    <a:pt x="391" y="301"/>
                  </a:cubicBezTo>
                  <a:cubicBezTo>
                    <a:pt x="387" y="297"/>
                    <a:pt x="383" y="291"/>
                    <a:pt x="381" y="285"/>
                  </a:cubicBezTo>
                  <a:cubicBezTo>
                    <a:pt x="376" y="273"/>
                    <a:pt x="375" y="260"/>
                    <a:pt x="374" y="247"/>
                  </a:cubicBezTo>
                  <a:cubicBezTo>
                    <a:pt x="373" y="233"/>
                    <a:pt x="372" y="218"/>
                    <a:pt x="377" y="205"/>
                  </a:cubicBezTo>
                  <a:close/>
                  <a:moveTo>
                    <a:pt x="421" y="239"/>
                  </a:moveTo>
                  <a:cubicBezTo>
                    <a:pt x="421" y="237"/>
                    <a:pt x="419" y="236"/>
                    <a:pt x="418" y="234"/>
                  </a:cubicBezTo>
                  <a:cubicBezTo>
                    <a:pt x="416" y="232"/>
                    <a:pt x="414" y="232"/>
                    <a:pt x="413" y="229"/>
                  </a:cubicBezTo>
                  <a:cubicBezTo>
                    <a:pt x="413" y="228"/>
                    <a:pt x="412" y="226"/>
                    <a:pt x="413" y="225"/>
                  </a:cubicBezTo>
                  <a:cubicBezTo>
                    <a:pt x="415" y="224"/>
                    <a:pt x="418" y="225"/>
                    <a:pt x="420" y="226"/>
                  </a:cubicBezTo>
                  <a:cubicBezTo>
                    <a:pt x="424" y="228"/>
                    <a:pt x="427" y="232"/>
                    <a:pt x="428" y="236"/>
                  </a:cubicBezTo>
                  <a:cubicBezTo>
                    <a:pt x="430" y="241"/>
                    <a:pt x="430" y="248"/>
                    <a:pt x="427" y="252"/>
                  </a:cubicBezTo>
                  <a:cubicBezTo>
                    <a:pt x="426" y="253"/>
                    <a:pt x="424" y="253"/>
                    <a:pt x="423" y="252"/>
                  </a:cubicBezTo>
                  <a:cubicBezTo>
                    <a:pt x="420" y="249"/>
                    <a:pt x="423" y="243"/>
                    <a:pt x="421" y="239"/>
                  </a:cubicBezTo>
                  <a:close/>
                  <a:moveTo>
                    <a:pt x="371" y="342"/>
                  </a:moveTo>
                  <a:cubicBezTo>
                    <a:pt x="372" y="338"/>
                    <a:pt x="372" y="334"/>
                    <a:pt x="374" y="330"/>
                  </a:cubicBezTo>
                  <a:cubicBezTo>
                    <a:pt x="375" y="324"/>
                    <a:pt x="378" y="320"/>
                    <a:pt x="382" y="316"/>
                  </a:cubicBezTo>
                  <a:cubicBezTo>
                    <a:pt x="388" y="309"/>
                    <a:pt x="395" y="302"/>
                    <a:pt x="402" y="297"/>
                  </a:cubicBezTo>
                  <a:cubicBezTo>
                    <a:pt x="415" y="282"/>
                    <a:pt x="432" y="270"/>
                    <a:pt x="451" y="264"/>
                  </a:cubicBezTo>
                  <a:cubicBezTo>
                    <a:pt x="467" y="258"/>
                    <a:pt x="486" y="257"/>
                    <a:pt x="503" y="262"/>
                  </a:cubicBezTo>
                  <a:cubicBezTo>
                    <a:pt x="510" y="264"/>
                    <a:pt x="518" y="268"/>
                    <a:pt x="525" y="271"/>
                  </a:cubicBezTo>
                  <a:cubicBezTo>
                    <a:pt x="531" y="275"/>
                    <a:pt x="538" y="279"/>
                    <a:pt x="545" y="282"/>
                  </a:cubicBezTo>
                  <a:cubicBezTo>
                    <a:pt x="559" y="289"/>
                    <a:pt x="573" y="294"/>
                    <a:pt x="589" y="298"/>
                  </a:cubicBezTo>
                  <a:cubicBezTo>
                    <a:pt x="593" y="299"/>
                    <a:pt x="598" y="300"/>
                    <a:pt x="603" y="302"/>
                  </a:cubicBezTo>
                  <a:cubicBezTo>
                    <a:pt x="606" y="304"/>
                    <a:pt x="610" y="306"/>
                    <a:pt x="612" y="309"/>
                  </a:cubicBezTo>
                  <a:cubicBezTo>
                    <a:pt x="612" y="309"/>
                    <a:pt x="612" y="310"/>
                    <a:pt x="612" y="310"/>
                  </a:cubicBezTo>
                  <a:cubicBezTo>
                    <a:pt x="612" y="310"/>
                    <a:pt x="613" y="311"/>
                    <a:pt x="613" y="311"/>
                  </a:cubicBezTo>
                  <a:cubicBezTo>
                    <a:pt x="614" y="314"/>
                    <a:pt x="615" y="317"/>
                    <a:pt x="616" y="319"/>
                  </a:cubicBezTo>
                  <a:cubicBezTo>
                    <a:pt x="616" y="322"/>
                    <a:pt x="616" y="325"/>
                    <a:pt x="616" y="328"/>
                  </a:cubicBezTo>
                  <a:cubicBezTo>
                    <a:pt x="615" y="334"/>
                    <a:pt x="613" y="340"/>
                    <a:pt x="613" y="346"/>
                  </a:cubicBezTo>
                  <a:cubicBezTo>
                    <a:pt x="612" y="350"/>
                    <a:pt x="612" y="355"/>
                    <a:pt x="610" y="359"/>
                  </a:cubicBezTo>
                  <a:cubicBezTo>
                    <a:pt x="608" y="363"/>
                    <a:pt x="604" y="366"/>
                    <a:pt x="600" y="368"/>
                  </a:cubicBezTo>
                  <a:cubicBezTo>
                    <a:pt x="596" y="370"/>
                    <a:pt x="591" y="372"/>
                    <a:pt x="586" y="373"/>
                  </a:cubicBezTo>
                  <a:cubicBezTo>
                    <a:pt x="566" y="381"/>
                    <a:pt x="551" y="397"/>
                    <a:pt x="532" y="409"/>
                  </a:cubicBezTo>
                  <a:cubicBezTo>
                    <a:pt x="522" y="415"/>
                    <a:pt x="512" y="419"/>
                    <a:pt x="501" y="423"/>
                  </a:cubicBezTo>
                  <a:cubicBezTo>
                    <a:pt x="489" y="426"/>
                    <a:pt x="476" y="428"/>
                    <a:pt x="464" y="427"/>
                  </a:cubicBezTo>
                  <a:cubicBezTo>
                    <a:pt x="454" y="426"/>
                    <a:pt x="443" y="422"/>
                    <a:pt x="435" y="416"/>
                  </a:cubicBezTo>
                  <a:cubicBezTo>
                    <a:pt x="423" y="408"/>
                    <a:pt x="415" y="395"/>
                    <a:pt x="405" y="383"/>
                  </a:cubicBezTo>
                  <a:cubicBezTo>
                    <a:pt x="400" y="376"/>
                    <a:pt x="394" y="369"/>
                    <a:pt x="387" y="363"/>
                  </a:cubicBezTo>
                  <a:cubicBezTo>
                    <a:pt x="389" y="364"/>
                    <a:pt x="392" y="366"/>
                    <a:pt x="395" y="369"/>
                  </a:cubicBezTo>
                  <a:cubicBezTo>
                    <a:pt x="399" y="372"/>
                    <a:pt x="402" y="376"/>
                    <a:pt x="406" y="379"/>
                  </a:cubicBezTo>
                  <a:cubicBezTo>
                    <a:pt x="416" y="387"/>
                    <a:pt x="429" y="392"/>
                    <a:pt x="446" y="392"/>
                  </a:cubicBezTo>
                  <a:cubicBezTo>
                    <a:pt x="448" y="392"/>
                    <a:pt x="450" y="392"/>
                    <a:pt x="452" y="392"/>
                  </a:cubicBezTo>
                  <a:cubicBezTo>
                    <a:pt x="464" y="392"/>
                    <a:pt x="475" y="390"/>
                    <a:pt x="486" y="387"/>
                  </a:cubicBezTo>
                  <a:cubicBezTo>
                    <a:pt x="498" y="385"/>
                    <a:pt x="509" y="381"/>
                    <a:pt x="517" y="379"/>
                  </a:cubicBezTo>
                  <a:cubicBezTo>
                    <a:pt x="534" y="372"/>
                    <a:pt x="548" y="363"/>
                    <a:pt x="560" y="353"/>
                  </a:cubicBezTo>
                  <a:cubicBezTo>
                    <a:pt x="562" y="351"/>
                    <a:pt x="562" y="351"/>
                    <a:pt x="562" y="351"/>
                  </a:cubicBezTo>
                  <a:cubicBezTo>
                    <a:pt x="567" y="347"/>
                    <a:pt x="572" y="343"/>
                    <a:pt x="576" y="340"/>
                  </a:cubicBezTo>
                  <a:cubicBezTo>
                    <a:pt x="576" y="340"/>
                    <a:pt x="577" y="340"/>
                    <a:pt x="577" y="340"/>
                  </a:cubicBezTo>
                  <a:cubicBezTo>
                    <a:pt x="580" y="337"/>
                    <a:pt x="583" y="336"/>
                    <a:pt x="587" y="334"/>
                  </a:cubicBezTo>
                  <a:cubicBezTo>
                    <a:pt x="589" y="333"/>
                    <a:pt x="591" y="332"/>
                    <a:pt x="593" y="331"/>
                  </a:cubicBezTo>
                  <a:cubicBezTo>
                    <a:pt x="593" y="331"/>
                    <a:pt x="594" y="331"/>
                    <a:pt x="594" y="330"/>
                  </a:cubicBezTo>
                  <a:cubicBezTo>
                    <a:pt x="595" y="329"/>
                    <a:pt x="595" y="329"/>
                    <a:pt x="595" y="329"/>
                  </a:cubicBezTo>
                  <a:cubicBezTo>
                    <a:pt x="595" y="329"/>
                    <a:pt x="596" y="329"/>
                    <a:pt x="596" y="329"/>
                  </a:cubicBezTo>
                  <a:cubicBezTo>
                    <a:pt x="596" y="329"/>
                    <a:pt x="596" y="328"/>
                    <a:pt x="596" y="328"/>
                  </a:cubicBezTo>
                  <a:cubicBezTo>
                    <a:pt x="598" y="327"/>
                    <a:pt x="599" y="324"/>
                    <a:pt x="599" y="322"/>
                  </a:cubicBezTo>
                  <a:cubicBezTo>
                    <a:pt x="597" y="322"/>
                    <a:pt x="596" y="322"/>
                    <a:pt x="595" y="322"/>
                  </a:cubicBezTo>
                  <a:cubicBezTo>
                    <a:pt x="592" y="321"/>
                    <a:pt x="588" y="321"/>
                    <a:pt x="584" y="322"/>
                  </a:cubicBezTo>
                  <a:cubicBezTo>
                    <a:pt x="582" y="323"/>
                    <a:pt x="580" y="324"/>
                    <a:pt x="578" y="326"/>
                  </a:cubicBezTo>
                  <a:cubicBezTo>
                    <a:pt x="576" y="327"/>
                    <a:pt x="574" y="329"/>
                    <a:pt x="573" y="331"/>
                  </a:cubicBezTo>
                  <a:cubicBezTo>
                    <a:pt x="568" y="336"/>
                    <a:pt x="562" y="340"/>
                    <a:pt x="556" y="344"/>
                  </a:cubicBezTo>
                  <a:cubicBezTo>
                    <a:pt x="543" y="354"/>
                    <a:pt x="530" y="363"/>
                    <a:pt x="515" y="369"/>
                  </a:cubicBezTo>
                  <a:cubicBezTo>
                    <a:pt x="506" y="372"/>
                    <a:pt x="496" y="375"/>
                    <a:pt x="485" y="377"/>
                  </a:cubicBezTo>
                  <a:cubicBezTo>
                    <a:pt x="473" y="379"/>
                    <a:pt x="460" y="381"/>
                    <a:pt x="447" y="381"/>
                  </a:cubicBezTo>
                  <a:cubicBezTo>
                    <a:pt x="434" y="380"/>
                    <a:pt x="421" y="377"/>
                    <a:pt x="410" y="370"/>
                  </a:cubicBezTo>
                  <a:cubicBezTo>
                    <a:pt x="405" y="367"/>
                    <a:pt x="400" y="363"/>
                    <a:pt x="395" y="360"/>
                  </a:cubicBezTo>
                  <a:cubicBezTo>
                    <a:pt x="390" y="357"/>
                    <a:pt x="385" y="354"/>
                    <a:pt x="379" y="353"/>
                  </a:cubicBezTo>
                  <a:cubicBezTo>
                    <a:pt x="378" y="353"/>
                    <a:pt x="377" y="353"/>
                    <a:pt x="375" y="353"/>
                  </a:cubicBezTo>
                  <a:cubicBezTo>
                    <a:pt x="375" y="353"/>
                    <a:pt x="374" y="352"/>
                    <a:pt x="374" y="352"/>
                  </a:cubicBezTo>
                  <a:cubicBezTo>
                    <a:pt x="374" y="353"/>
                    <a:pt x="374" y="353"/>
                    <a:pt x="374" y="353"/>
                  </a:cubicBezTo>
                  <a:cubicBezTo>
                    <a:pt x="374" y="354"/>
                    <a:pt x="374" y="354"/>
                    <a:pt x="374" y="355"/>
                  </a:cubicBezTo>
                  <a:cubicBezTo>
                    <a:pt x="373" y="354"/>
                    <a:pt x="373" y="353"/>
                    <a:pt x="372" y="352"/>
                  </a:cubicBezTo>
                  <a:cubicBezTo>
                    <a:pt x="371" y="351"/>
                    <a:pt x="371" y="350"/>
                    <a:pt x="371" y="349"/>
                  </a:cubicBezTo>
                  <a:cubicBezTo>
                    <a:pt x="370" y="348"/>
                    <a:pt x="370" y="347"/>
                    <a:pt x="370" y="347"/>
                  </a:cubicBezTo>
                  <a:cubicBezTo>
                    <a:pt x="370" y="345"/>
                    <a:pt x="371" y="343"/>
                    <a:pt x="371" y="342"/>
                  </a:cubicBezTo>
                  <a:close/>
                  <a:moveTo>
                    <a:pt x="390" y="1142"/>
                  </a:moveTo>
                  <a:cubicBezTo>
                    <a:pt x="382" y="1156"/>
                    <a:pt x="372" y="1168"/>
                    <a:pt x="358" y="1176"/>
                  </a:cubicBezTo>
                  <a:cubicBezTo>
                    <a:pt x="345" y="1184"/>
                    <a:pt x="330" y="1188"/>
                    <a:pt x="314" y="1187"/>
                  </a:cubicBezTo>
                  <a:cubicBezTo>
                    <a:pt x="290" y="1186"/>
                    <a:pt x="268" y="1174"/>
                    <a:pt x="245" y="1165"/>
                  </a:cubicBezTo>
                  <a:cubicBezTo>
                    <a:pt x="198" y="1146"/>
                    <a:pt x="148" y="1141"/>
                    <a:pt x="100" y="1126"/>
                  </a:cubicBezTo>
                  <a:cubicBezTo>
                    <a:pt x="86" y="1122"/>
                    <a:pt x="71" y="1117"/>
                    <a:pt x="57" y="1113"/>
                  </a:cubicBezTo>
                  <a:cubicBezTo>
                    <a:pt x="50" y="1111"/>
                    <a:pt x="43" y="1109"/>
                    <a:pt x="37" y="1106"/>
                  </a:cubicBezTo>
                  <a:cubicBezTo>
                    <a:pt x="31" y="1104"/>
                    <a:pt x="25" y="1099"/>
                    <a:pt x="22" y="1094"/>
                  </a:cubicBezTo>
                  <a:cubicBezTo>
                    <a:pt x="19" y="1089"/>
                    <a:pt x="18" y="1084"/>
                    <a:pt x="18" y="1078"/>
                  </a:cubicBezTo>
                  <a:cubicBezTo>
                    <a:pt x="18" y="1073"/>
                    <a:pt x="19" y="1068"/>
                    <a:pt x="21" y="1063"/>
                  </a:cubicBezTo>
                  <a:cubicBezTo>
                    <a:pt x="25" y="1053"/>
                    <a:pt x="30" y="1044"/>
                    <a:pt x="34" y="1034"/>
                  </a:cubicBezTo>
                  <a:cubicBezTo>
                    <a:pt x="41" y="1018"/>
                    <a:pt x="42" y="1001"/>
                    <a:pt x="41" y="984"/>
                  </a:cubicBezTo>
                  <a:cubicBezTo>
                    <a:pt x="40" y="966"/>
                    <a:pt x="37" y="949"/>
                    <a:pt x="36" y="932"/>
                  </a:cubicBezTo>
                  <a:cubicBezTo>
                    <a:pt x="36" y="925"/>
                    <a:pt x="35" y="917"/>
                    <a:pt x="37" y="909"/>
                  </a:cubicBezTo>
                  <a:cubicBezTo>
                    <a:pt x="38" y="902"/>
                    <a:pt x="42" y="894"/>
                    <a:pt x="47" y="889"/>
                  </a:cubicBezTo>
                  <a:cubicBezTo>
                    <a:pt x="52" y="884"/>
                    <a:pt x="59" y="881"/>
                    <a:pt x="66" y="880"/>
                  </a:cubicBezTo>
                  <a:cubicBezTo>
                    <a:pt x="73" y="878"/>
                    <a:pt x="80" y="878"/>
                    <a:pt x="87" y="879"/>
                  </a:cubicBezTo>
                  <a:cubicBezTo>
                    <a:pt x="94" y="879"/>
                    <a:pt x="101" y="879"/>
                    <a:pt x="108" y="878"/>
                  </a:cubicBezTo>
                  <a:cubicBezTo>
                    <a:pt x="115" y="878"/>
                    <a:pt x="122" y="876"/>
                    <a:pt x="129" y="873"/>
                  </a:cubicBezTo>
                  <a:cubicBezTo>
                    <a:pt x="134" y="869"/>
                    <a:pt x="139" y="864"/>
                    <a:pt x="143" y="859"/>
                  </a:cubicBezTo>
                  <a:cubicBezTo>
                    <a:pt x="147" y="854"/>
                    <a:pt x="150" y="848"/>
                    <a:pt x="154" y="842"/>
                  </a:cubicBezTo>
                  <a:cubicBezTo>
                    <a:pt x="157" y="836"/>
                    <a:pt x="160" y="830"/>
                    <a:pt x="165" y="825"/>
                  </a:cubicBezTo>
                  <a:cubicBezTo>
                    <a:pt x="169" y="820"/>
                    <a:pt x="174" y="815"/>
                    <a:pt x="180" y="813"/>
                  </a:cubicBezTo>
                  <a:cubicBezTo>
                    <a:pt x="187" y="810"/>
                    <a:pt x="194" y="809"/>
                    <a:pt x="201" y="811"/>
                  </a:cubicBezTo>
                  <a:cubicBezTo>
                    <a:pt x="208" y="812"/>
                    <a:pt x="214" y="815"/>
                    <a:pt x="220" y="819"/>
                  </a:cubicBezTo>
                  <a:cubicBezTo>
                    <a:pt x="231" y="827"/>
                    <a:pt x="240" y="838"/>
                    <a:pt x="248" y="849"/>
                  </a:cubicBezTo>
                  <a:cubicBezTo>
                    <a:pt x="266" y="875"/>
                    <a:pt x="284" y="901"/>
                    <a:pt x="301" y="928"/>
                  </a:cubicBezTo>
                  <a:cubicBezTo>
                    <a:pt x="314" y="951"/>
                    <a:pt x="326" y="974"/>
                    <a:pt x="341" y="994"/>
                  </a:cubicBezTo>
                  <a:cubicBezTo>
                    <a:pt x="351" y="1008"/>
                    <a:pt x="363" y="1020"/>
                    <a:pt x="373" y="1034"/>
                  </a:cubicBezTo>
                  <a:cubicBezTo>
                    <a:pt x="383" y="1048"/>
                    <a:pt x="392" y="1062"/>
                    <a:pt x="396" y="1078"/>
                  </a:cubicBezTo>
                  <a:cubicBezTo>
                    <a:pt x="402" y="1100"/>
                    <a:pt x="400" y="1123"/>
                    <a:pt x="390" y="1142"/>
                  </a:cubicBezTo>
                  <a:close/>
                  <a:moveTo>
                    <a:pt x="584" y="1049"/>
                  </a:moveTo>
                  <a:cubicBezTo>
                    <a:pt x="529" y="1078"/>
                    <a:pt x="462" y="1081"/>
                    <a:pt x="404" y="1058"/>
                  </a:cubicBezTo>
                  <a:cubicBezTo>
                    <a:pt x="400" y="1048"/>
                    <a:pt x="394" y="1038"/>
                    <a:pt x="386" y="1028"/>
                  </a:cubicBezTo>
                  <a:cubicBezTo>
                    <a:pt x="380" y="1021"/>
                    <a:pt x="375" y="1015"/>
                    <a:pt x="369" y="1008"/>
                  </a:cubicBezTo>
                  <a:cubicBezTo>
                    <a:pt x="364" y="1002"/>
                    <a:pt x="359" y="996"/>
                    <a:pt x="354" y="989"/>
                  </a:cubicBezTo>
                  <a:cubicBezTo>
                    <a:pt x="345" y="977"/>
                    <a:pt x="337" y="964"/>
                    <a:pt x="329" y="950"/>
                  </a:cubicBezTo>
                  <a:cubicBezTo>
                    <a:pt x="324" y="942"/>
                    <a:pt x="319" y="933"/>
                    <a:pt x="314" y="925"/>
                  </a:cubicBezTo>
                  <a:cubicBezTo>
                    <a:pt x="299" y="901"/>
                    <a:pt x="283" y="876"/>
                    <a:pt x="260" y="845"/>
                  </a:cubicBezTo>
                  <a:cubicBezTo>
                    <a:pt x="257" y="841"/>
                    <a:pt x="254" y="836"/>
                    <a:pt x="250" y="832"/>
                  </a:cubicBezTo>
                  <a:cubicBezTo>
                    <a:pt x="249" y="828"/>
                    <a:pt x="249" y="824"/>
                    <a:pt x="249" y="820"/>
                  </a:cubicBezTo>
                  <a:cubicBezTo>
                    <a:pt x="244" y="815"/>
                    <a:pt x="239" y="809"/>
                    <a:pt x="236" y="803"/>
                  </a:cubicBezTo>
                  <a:cubicBezTo>
                    <a:pt x="230" y="794"/>
                    <a:pt x="227" y="783"/>
                    <a:pt x="225" y="772"/>
                  </a:cubicBezTo>
                  <a:cubicBezTo>
                    <a:pt x="219" y="743"/>
                    <a:pt x="221" y="712"/>
                    <a:pt x="231" y="684"/>
                  </a:cubicBezTo>
                  <a:cubicBezTo>
                    <a:pt x="235" y="673"/>
                    <a:pt x="240" y="662"/>
                    <a:pt x="245" y="652"/>
                  </a:cubicBezTo>
                  <a:cubicBezTo>
                    <a:pt x="254" y="633"/>
                    <a:pt x="262" y="615"/>
                    <a:pt x="273" y="598"/>
                  </a:cubicBezTo>
                  <a:cubicBezTo>
                    <a:pt x="274" y="597"/>
                    <a:pt x="275" y="595"/>
                    <a:pt x="276" y="594"/>
                  </a:cubicBezTo>
                  <a:cubicBezTo>
                    <a:pt x="269" y="614"/>
                    <a:pt x="262" y="634"/>
                    <a:pt x="254" y="653"/>
                  </a:cubicBezTo>
                  <a:cubicBezTo>
                    <a:pt x="249" y="665"/>
                    <a:pt x="243" y="676"/>
                    <a:pt x="239" y="688"/>
                  </a:cubicBezTo>
                  <a:cubicBezTo>
                    <a:pt x="229" y="715"/>
                    <a:pt x="226" y="746"/>
                    <a:pt x="234" y="774"/>
                  </a:cubicBezTo>
                  <a:cubicBezTo>
                    <a:pt x="237" y="785"/>
                    <a:pt x="241" y="796"/>
                    <a:pt x="247" y="806"/>
                  </a:cubicBezTo>
                  <a:cubicBezTo>
                    <a:pt x="248" y="807"/>
                    <a:pt x="248" y="808"/>
                    <a:pt x="249" y="808"/>
                  </a:cubicBezTo>
                  <a:cubicBezTo>
                    <a:pt x="248" y="795"/>
                    <a:pt x="249" y="782"/>
                    <a:pt x="250" y="769"/>
                  </a:cubicBezTo>
                  <a:cubicBezTo>
                    <a:pt x="254" y="726"/>
                    <a:pt x="266" y="684"/>
                    <a:pt x="284" y="644"/>
                  </a:cubicBezTo>
                  <a:cubicBezTo>
                    <a:pt x="295" y="618"/>
                    <a:pt x="309" y="593"/>
                    <a:pt x="326" y="569"/>
                  </a:cubicBezTo>
                  <a:cubicBezTo>
                    <a:pt x="324" y="554"/>
                    <a:pt x="325" y="539"/>
                    <a:pt x="330" y="524"/>
                  </a:cubicBezTo>
                  <a:cubicBezTo>
                    <a:pt x="337" y="500"/>
                    <a:pt x="351" y="480"/>
                    <a:pt x="366" y="459"/>
                  </a:cubicBezTo>
                  <a:cubicBezTo>
                    <a:pt x="374" y="448"/>
                    <a:pt x="383" y="436"/>
                    <a:pt x="387" y="422"/>
                  </a:cubicBezTo>
                  <a:cubicBezTo>
                    <a:pt x="390" y="409"/>
                    <a:pt x="389" y="395"/>
                    <a:pt x="390" y="382"/>
                  </a:cubicBezTo>
                  <a:cubicBezTo>
                    <a:pt x="390" y="382"/>
                    <a:pt x="390" y="382"/>
                    <a:pt x="390" y="382"/>
                  </a:cubicBezTo>
                  <a:cubicBezTo>
                    <a:pt x="394" y="385"/>
                    <a:pt x="397" y="389"/>
                    <a:pt x="400" y="393"/>
                  </a:cubicBezTo>
                  <a:cubicBezTo>
                    <a:pt x="401" y="393"/>
                    <a:pt x="401" y="393"/>
                    <a:pt x="401" y="393"/>
                  </a:cubicBezTo>
                  <a:cubicBezTo>
                    <a:pt x="404" y="396"/>
                    <a:pt x="407" y="400"/>
                    <a:pt x="410" y="404"/>
                  </a:cubicBezTo>
                  <a:cubicBezTo>
                    <a:pt x="416" y="411"/>
                    <a:pt x="423" y="419"/>
                    <a:pt x="432" y="424"/>
                  </a:cubicBezTo>
                  <a:cubicBezTo>
                    <a:pt x="441" y="430"/>
                    <a:pt x="451" y="434"/>
                    <a:pt x="464" y="435"/>
                  </a:cubicBezTo>
                  <a:cubicBezTo>
                    <a:pt x="466" y="435"/>
                    <a:pt x="468" y="435"/>
                    <a:pt x="470" y="435"/>
                  </a:cubicBezTo>
                  <a:cubicBezTo>
                    <a:pt x="480" y="435"/>
                    <a:pt x="491" y="434"/>
                    <a:pt x="503" y="431"/>
                  </a:cubicBezTo>
                  <a:cubicBezTo>
                    <a:pt x="513" y="428"/>
                    <a:pt x="524" y="424"/>
                    <a:pt x="535" y="418"/>
                  </a:cubicBezTo>
                  <a:cubicBezTo>
                    <a:pt x="535" y="418"/>
                    <a:pt x="535" y="418"/>
                    <a:pt x="535" y="418"/>
                  </a:cubicBezTo>
                  <a:cubicBezTo>
                    <a:pt x="541" y="414"/>
                    <a:pt x="547" y="410"/>
                    <a:pt x="553" y="406"/>
                  </a:cubicBezTo>
                  <a:cubicBezTo>
                    <a:pt x="565" y="397"/>
                    <a:pt x="575" y="389"/>
                    <a:pt x="588" y="386"/>
                  </a:cubicBezTo>
                  <a:cubicBezTo>
                    <a:pt x="588" y="386"/>
                    <a:pt x="588" y="386"/>
                    <a:pt x="588" y="386"/>
                  </a:cubicBezTo>
                  <a:cubicBezTo>
                    <a:pt x="593" y="384"/>
                    <a:pt x="596" y="383"/>
                    <a:pt x="601" y="382"/>
                  </a:cubicBezTo>
                  <a:cubicBezTo>
                    <a:pt x="602" y="382"/>
                    <a:pt x="602" y="382"/>
                    <a:pt x="603" y="381"/>
                  </a:cubicBezTo>
                  <a:cubicBezTo>
                    <a:pt x="604" y="381"/>
                    <a:pt x="605" y="380"/>
                    <a:pt x="607" y="379"/>
                  </a:cubicBezTo>
                  <a:cubicBezTo>
                    <a:pt x="607" y="378"/>
                    <a:pt x="608" y="378"/>
                    <a:pt x="609" y="377"/>
                  </a:cubicBezTo>
                  <a:cubicBezTo>
                    <a:pt x="611" y="376"/>
                    <a:pt x="612" y="375"/>
                    <a:pt x="613" y="373"/>
                  </a:cubicBezTo>
                  <a:cubicBezTo>
                    <a:pt x="617" y="380"/>
                    <a:pt x="620" y="388"/>
                    <a:pt x="623" y="395"/>
                  </a:cubicBezTo>
                  <a:cubicBezTo>
                    <a:pt x="632" y="416"/>
                    <a:pt x="644" y="436"/>
                    <a:pt x="653" y="457"/>
                  </a:cubicBezTo>
                  <a:cubicBezTo>
                    <a:pt x="666" y="485"/>
                    <a:pt x="675" y="516"/>
                    <a:pt x="680" y="547"/>
                  </a:cubicBezTo>
                  <a:cubicBezTo>
                    <a:pt x="697" y="564"/>
                    <a:pt x="711" y="585"/>
                    <a:pt x="722" y="607"/>
                  </a:cubicBezTo>
                  <a:cubicBezTo>
                    <a:pt x="753" y="672"/>
                    <a:pt x="753" y="747"/>
                    <a:pt x="745" y="819"/>
                  </a:cubicBezTo>
                  <a:cubicBezTo>
                    <a:pt x="745" y="821"/>
                    <a:pt x="745" y="823"/>
                    <a:pt x="744" y="824"/>
                  </a:cubicBezTo>
                  <a:cubicBezTo>
                    <a:pt x="741" y="824"/>
                    <a:pt x="738" y="823"/>
                    <a:pt x="735" y="823"/>
                  </a:cubicBezTo>
                  <a:cubicBezTo>
                    <a:pt x="729" y="822"/>
                    <a:pt x="729" y="822"/>
                    <a:pt x="729" y="822"/>
                  </a:cubicBezTo>
                  <a:cubicBezTo>
                    <a:pt x="724" y="821"/>
                    <a:pt x="717" y="820"/>
                    <a:pt x="710" y="821"/>
                  </a:cubicBezTo>
                  <a:cubicBezTo>
                    <a:pt x="701" y="821"/>
                    <a:pt x="692" y="824"/>
                    <a:pt x="685" y="829"/>
                  </a:cubicBezTo>
                  <a:cubicBezTo>
                    <a:pt x="685" y="829"/>
                    <a:pt x="685" y="829"/>
                    <a:pt x="685" y="830"/>
                  </a:cubicBezTo>
                  <a:cubicBezTo>
                    <a:pt x="675" y="838"/>
                    <a:pt x="672" y="849"/>
                    <a:pt x="671" y="856"/>
                  </a:cubicBezTo>
                  <a:cubicBezTo>
                    <a:pt x="670" y="864"/>
                    <a:pt x="670" y="871"/>
                    <a:pt x="671" y="879"/>
                  </a:cubicBezTo>
                  <a:cubicBezTo>
                    <a:pt x="673" y="914"/>
                    <a:pt x="673" y="948"/>
                    <a:pt x="670" y="980"/>
                  </a:cubicBezTo>
                  <a:cubicBezTo>
                    <a:pt x="669" y="981"/>
                    <a:pt x="668" y="982"/>
                    <a:pt x="667" y="983"/>
                  </a:cubicBezTo>
                  <a:cubicBezTo>
                    <a:pt x="642" y="1008"/>
                    <a:pt x="615" y="1032"/>
                    <a:pt x="584" y="1049"/>
                  </a:cubicBezTo>
                  <a:close/>
                  <a:moveTo>
                    <a:pt x="1014" y="1016"/>
                  </a:moveTo>
                  <a:cubicBezTo>
                    <a:pt x="1011" y="1023"/>
                    <a:pt x="1008" y="1029"/>
                    <a:pt x="1003" y="1035"/>
                  </a:cubicBezTo>
                  <a:cubicBezTo>
                    <a:pt x="992" y="1047"/>
                    <a:pt x="978" y="1056"/>
                    <a:pt x="963" y="1063"/>
                  </a:cubicBezTo>
                  <a:cubicBezTo>
                    <a:pt x="938" y="1076"/>
                    <a:pt x="913" y="1087"/>
                    <a:pt x="889" y="1102"/>
                  </a:cubicBezTo>
                  <a:cubicBezTo>
                    <a:pt x="874" y="1112"/>
                    <a:pt x="860" y="1124"/>
                    <a:pt x="846" y="1137"/>
                  </a:cubicBezTo>
                  <a:cubicBezTo>
                    <a:pt x="835" y="1148"/>
                    <a:pt x="824" y="1160"/>
                    <a:pt x="811" y="1169"/>
                  </a:cubicBezTo>
                  <a:cubicBezTo>
                    <a:pt x="798" y="1178"/>
                    <a:pt x="783" y="1185"/>
                    <a:pt x="767" y="1188"/>
                  </a:cubicBezTo>
                  <a:cubicBezTo>
                    <a:pt x="747" y="1190"/>
                    <a:pt x="727" y="1187"/>
                    <a:pt x="710" y="1179"/>
                  </a:cubicBezTo>
                  <a:cubicBezTo>
                    <a:pt x="697" y="1173"/>
                    <a:pt x="685" y="1166"/>
                    <a:pt x="678" y="1154"/>
                  </a:cubicBezTo>
                  <a:cubicBezTo>
                    <a:pt x="670" y="1142"/>
                    <a:pt x="669" y="1128"/>
                    <a:pt x="669" y="1114"/>
                  </a:cubicBezTo>
                  <a:cubicBezTo>
                    <a:pt x="669" y="1090"/>
                    <a:pt x="673" y="1066"/>
                    <a:pt x="677" y="1042"/>
                  </a:cubicBezTo>
                  <a:cubicBezTo>
                    <a:pt x="681" y="1022"/>
                    <a:pt x="684" y="1002"/>
                    <a:pt x="687" y="982"/>
                  </a:cubicBezTo>
                  <a:cubicBezTo>
                    <a:pt x="690" y="946"/>
                    <a:pt x="690" y="909"/>
                    <a:pt x="688" y="872"/>
                  </a:cubicBezTo>
                  <a:cubicBezTo>
                    <a:pt x="687" y="866"/>
                    <a:pt x="687" y="860"/>
                    <a:pt x="688" y="854"/>
                  </a:cubicBezTo>
                  <a:cubicBezTo>
                    <a:pt x="689" y="848"/>
                    <a:pt x="691" y="842"/>
                    <a:pt x="696" y="838"/>
                  </a:cubicBezTo>
                  <a:cubicBezTo>
                    <a:pt x="700" y="834"/>
                    <a:pt x="706" y="832"/>
                    <a:pt x="712" y="832"/>
                  </a:cubicBezTo>
                  <a:cubicBezTo>
                    <a:pt x="717" y="832"/>
                    <a:pt x="723" y="832"/>
                    <a:pt x="729" y="833"/>
                  </a:cubicBezTo>
                  <a:cubicBezTo>
                    <a:pt x="742" y="835"/>
                    <a:pt x="755" y="837"/>
                    <a:pt x="768" y="840"/>
                  </a:cubicBezTo>
                  <a:cubicBezTo>
                    <a:pt x="776" y="842"/>
                    <a:pt x="784" y="845"/>
                    <a:pt x="792" y="847"/>
                  </a:cubicBezTo>
                  <a:cubicBezTo>
                    <a:pt x="806" y="851"/>
                    <a:pt x="820" y="853"/>
                    <a:pt x="834" y="851"/>
                  </a:cubicBezTo>
                  <a:cubicBezTo>
                    <a:pt x="849" y="849"/>
                    <a:pt x="864" y="844"/>
                    <a:pt x="879" y="844"/>
                  </a:cubicBezTo>
                  <a:cubicBezTo>
                    <a:pt x="885" y="844"/>
                    <a:pt x="892" y="845"/>
                    <a:pt x="898" y="847"/>
                  </a:cubicBezTo>
                  <a:cubicBezTo>
                    <a:pt x="904" y="849"/>
                    <a:pt x="910" y="852"/>
                    <a:pt x="914" y="856"/>
                  </a:cubicBezTo>
                  <a:cubicBezTo>
                    <a:pt x="917" y="860"/>
                    <a:pt x="920" y="864"/>
                    <a:pt x="922" y="869"/>
                  </a:cubicBezTo>
                  <a:cubicBezTo>
                    <a:pt x="924" y="875"/>
                    <a:pt x="926" y="883"/>
                    <a:pt x="926" y="890"/>
                  </a:cubicBezTo>
                  <a:cubicBezTo>
                    <a:pt x="927" y="896"/>
                    <a:pt x="927" y="903"/>
                    <a:pt x="928" y="909"/>
                  </a:cubicBezTo>
                  <a:cubicBezTo>
                    <a:pt x="930" y="919"/>
                    <a:pt x="935" y="928"/>
                    <a:pt x="942" y="937"/>
                  </a:cubicBezTo>
                  <a:cubicBezTo>
                    <a:pt x="949" y="945"/>
                    <a:pt x="957" y="951"/>
                    <a:pt x="965" y="958"/>
                  </a:cubicBezTo>
                  <a:cubicBezTo>
                    <a:pt x="973" y="965"/>
                    <a:pt x="981" y="972"/>
                    <a:pt x="989" y="977"/>
                  </a:cubicBezTo>
                  <a:cubicBezTo>
                    <a:pt x="993" y="980"/>
                    <a:pt x="998" y="983"/>
                    <a:pt x="1002" y="986"/>
                  </a:cubicBezTo>
                  <a:cubicBezTo>
                    <a:pt x="1005" y="989"/>
                    <a:pt x="1009" y="992"/>
                    <a:pt x="1011" y="997"/>
                  </a:cubicBezTo>
                  <a:cubicBezTo>
                    <a:pt x="1015" y="1003"/>
                    <a:pt x="1016" y="1010"/>
                    <a:pt x="1014" y="10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0861DA69-A598-D6A4-4A92-BC5242979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827767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19" name="Freeform: Shape 18" descr="Database icon">
            <a:extLst>
              <a:ext uri="{FF2B5EF4-FFF2-40B4-BE49-F238E27FC236}">
                <a16:creationId xmlns:a16="http://schemas.microsoft.com/office/drawing/2014/main" id="{16ABDE2F-C261-7516-A009-C84B028912A9}"/>
              </a:ext>
            </a:extLst>
          </p:cNvPr>
          <p:cNvSpPr/>
          <p:nvPr/>
        </p:nvSpPr>
        <p:spPr>
          <a:xfrm>
            <a:off x="2019833" y="1911261"/>
            <a:ext cx="337177" cy="348805"/>
          </a:xfrm>
          <a:custGeom>
            <a:avLst/>
            <a:gdLst>
              <a:gd name="connsiteX0" fmla="*/ 102137 w 493661"/>
              <a:gd name="connsiteY0" fmla="*/ 286477 h 510684"/>
              <a:gd name="connsiteX1" fmla="*/ 17023 w 493661"/>
              <a:gd name="connsiteY1" fmla="*/ 314497 h 510684"/>
              <a:gd name="connsiteX2" fmla="*/ 17023 w 493661"/>
              <a:gd name="connsiteY2" fmla="*/ 425570 h 510684"/>
              <a:gd name="connsiteX3" fmla="*/ 42557 w 493661"/>
              <a:gd name="connsiteY3" fmla="*/ 438286 h 510684"/>
              <a:gd name="connsiteX4" fmla="*/ 42557 w 493661"/>
              <a:gd name="connsiteY4" fmla="*/ 323111 h 510684"/>
              <a:gd name="connsiteX5" fmla="*/ 76603 w 493661"/>
              <a:gd name="connsiteY5" fmla="*/ 311909 h 510684"/>
              <a:gd name="connsiteX6" fmla="*/ 76603 w 493661"/>
              <a:gd name="connsiteY6" fmla="*/ 455360 h 510684"/>
              <a:gd name="connsiteX7" fmla="*/ 102137 w 493661"/>
              <a:gd name="connsiteY7" fmla="*/ 468127 h 510684"/>
              <a:gd name="connsiteX8" fmla="*/ 102137 w 493661"/>
              <a:gd name="connsiteY8" fmla="*/ 303500 h 510684"/>
              <a:gd name="connsiteX9" fmla="*/ 153205 w 493661"/>
              <a:gd name="connsiteY9" fmla="*/ 281217 h 510684"/>
              <a:gd name="connsiteX10" fmla="*/ 153205 w 493661"/>
              <a:gd name="connsiteY10" fmla="*/ 469676 h 510684"/>
              <a:gd name="connsiteX11" fmla="*/ 182909 w 493661"/>
              <a:gd name="connsiteY11" fmla="*/ 464536 h 510684"/>
              <a:gd name="connsiteX12" fmla="*/ 182995 w 493661"/>
              <a:gd name="connsiteY12" fmla="*/ 305049 h 510684"/>
              <a:gd name="connsiteX13" fmla="*/ 230590 w 493661"/>
              <a:gd name="connsiteY13" fmla="*/ 310548 h 510684"/>
              <a:gd name="connsiteX14" fmla="*/ 230590 w 493661"/>
              <a:gd name="connsiteY14" fmla="*/ 452943 h 510684"/>
              <a:gd name="connsiteX15" fmla="*/ 255341 w 493661"/>
              <a:gd name="connsiteY15" fmla="*/ 448789 h 510684"/>
              <a:gd name="connsiteX16" fmla="*/ 255341 w 493661"/>
              <a:gd name="connsiteY16" fmla="*/ 313731 h 510684"/>
              <a:gd name="connsiteX17" fmla="*/ 298681 w 493661"/>
              <a:gd name="connsiteY17" fmla="*/ 319434 h 510684"/>
              <a:gd name="connsiteX18" fmla="*/ 298681 w 493661"/>
              <a:gd name="connsiteY18" fmla="*/ 439002 h 510684"/>
              <a:gd name="connsiteX19" fmla="*/ 323433 w 493661"/>
              <a:gd name="connsiteY19" fmla="*/ 434848 h 510684"/>
              <a:gd name="connsiteX20" fmla="*/ 323433 w 493661"/>
              <a:gd name="connsiteY20" fmla="*/ 322634 h 510684"/>
              <a:gd name="connsiteX21" fmla="*/ 366772 w 493661"/>
              <a:gd name="connsiteY21" fmla="*/ 328370 h 510684"/>
              <a:gd name="connsiteX22" fmla="*/ 366772 w 493661"/>
              <a:gd name="connsiteY22" fmla="*/ 425094 h 510684"/>
              <a:gd name="connsiteX23" fmla="*/ 391524 w 493661"/>
              <a:gd name="connsiteY23" fmla="*/ 420940 h 510684"/>
              <a:gd name="connsiteX24" fmla="*/ 391524 w 493661"/>
              <a:gd name="connsiteY24" fmla="*/ 331554 h 510684"/>
              <a:gd name="connsiteX25" fmla="*/ 434863 w 493661"/>
              <a:gd name="connsiteY25" fmla="*/ 337257 h 510684"/>
              <a:gd name="connsiteX26" fmla="*/ 434863 w 493661"/>
              <a:gd name="connsiteY26" fmla="*/ 411152 h 510684"/>
              <a:gd name="connsiteX27" fmla="*/ 459615 w 493661"/>
              <a:gd name="connsiteY27" fmla="*/ 406999 h 510684"/>
              <a:gd name="connsiteX28" fmla="*/ 459615 w 493661"/>
              <a:gd name="connsiteY28" fmla="*/ 327690 h 510684"/>
              <a:gd name="connsiteX29" fmla="*/ 119160 w 493661"/>
              <a:gd name="connsiteY29" fmla="*/ 238320 h 510684"/>
              <a:gd name="connsiteX30" fmla="*/ 493660 w 493661"/>
              <a:gd name="connsiteY30" fmla="*/ 310667 h 510684"/>
              <a:gd name="connsiteX31" fmla="*/ 493660 w 493661"/>
              <a:gd name="connsiteY31" fmla="*/ 425570 h 510684"/>
              <a:gd name="connsiteX32" fmla="*/ 119160 w 493661"/>
              <a:gd name="connsiteY32" fmla="*/ 510684 h 510684"/>
              <a:gd name="connsiteX33" fmla="*/ 0 w 493661"/>
              <a:gd name="connsiteY33" fmla="*/ 442593 h 510684"/>
              <a:gd name="connsiteX34" fmla="*/ 0 w 493661"/>
              <a:gd name="connsiteY34" fmla="*/ 285133 h 510684"/>
              <a:gd name="connsiteX35" fmla="*/ 102137 w 493661"/>
              <a:gd name="connsiteY35" fmla="*/ 47528 h 510684"/>
              <a:gd name="connsiteX36" fmla="*/ 17023 w 493661"/>
              <a:gd name="connsiteY36" fmla="*/ 93626 h 510684"/>
              <a:gd name="connsiteX37" fmla="*/ 17023 w 493661"/>
              <a:gd name="connsiteY37" fmla="*/ 215220 h 510684"/>
              <a:gd name="connsiteX38" fmla="*/ 42557 w 493661"/>
              <a:gd name="connsiteY38" fmla="*/ 204887 h 510684"/>
              <a:gd name="connsiteX39" fmla="*/ 42557 w 493661"/>
              <a:gd name="connsiteY39" fmla="*/ 96826 h 510684"/>
              <a:gd name="connsiteX40" fmla="*/ 76603 w 493661"/>
              <a:gd name="connsiteY40" fmla="*/ 78390 h 510684"/>
              <a:gd name="connsiteX41" fmla="*/ 76603 w 493661"/>
              <a:gd name="connsiteY41" fmla="*/ 189089 h 510684"/>
              <a:gd name="connsiteX42" fmla="*/ 102137 w 493661"/>
              <a:gd name="connsiteY42" fmla="*/ 177531 h 510684"/>
              <a:gd name="connsiteX43" fmla="*/ 102137 w 493661"/>
              <a:gd name="connsiteY43" fmla="*/ 64551 h 510684"/>
              <a:gd name="connsiteX44" fmla="*/ 153206 w 493661"/>
              <a:gd name="connsiteY44" fmla="*/ 45961 h 510684"/>
              <a:gd name="connsiteX45" fmla="*/ 153206 w 493661"/>
              <a:gd name="connsiteY45" fmla="*/ 62984 h 510684"/>
              <a:gd name="connsiteX46" fmla="*/ 153206 w 493661"/>
              <a:gd name="connsiteY46" fmla="*/ 178739 h 510684"/>
              <a:gd name="connsiteX47" fmla="*/ 183012 w 493661"/>
              <a:gd name="connsiteY47" fmla="*/ 186280 h 510684"/>
              <a:gd name="connsiteX48" fmla="*/ 182927 w 493661"/>
              <a:gd name="connsiteY48" fmla="*/ 73300 h 510684"/>
              <a:gd name="connsiteX49" fmla="*/ 230574 w 493661"/>
              <a:gd name="connsiteY49" fmla="*/ 88501 h 510684"/>
              <a:gd name="connsiteX50" fmla="*/ 230574 w 493661"/>
              <a:gd name="connsiteY50" fmla="*/ 197447 h 510684"/>
              <a:gd name="connsiteX51" fmla="*/ 255342 w 493661"/>
              <a:gd name="connsiteY51" fmla="*/ 204273 h 510684"/>
              <a:gd name="connsiteX52" fmla="*/ 255342 w 493661"/>
              <a:gd name="connsiteY52" fmla="*/ 98732 h 510684"/>
              <a:gd name="connsiteX53" fmla="*/ 298665 w 493661"/>
              <a:gd name="connsiteY53" fmla="*/ 112333 h 510684"/>
              <a:gd name="connsiteX54" fmla="*/ 298665 w 493661"/>
              <a:gd name="connsiteY54" fmla="*/ 214470 h 510684"/>
              <a:gd name="connsiteX55" fmla="*/ 323434 w 493661"/>
              <a:gd name="connsiteY55" fmla="*/ 221296 h 510684"/>
              <a:gd name="connsiteX56" fmla="*/ 323434 w 493661"/>
              <a:gd name="connsiteY56" fmla="*/ 122564 h 510684"/>
              <a:gd name="connsiteX57" fmla="*/ 366756 w 493661"/>
              <a:gd name="connsiteY57" fmla="*/ 136165 h 510684"/>
              <a:gd name="connsiteX58" fmla="*/ 366756 w 493661"/>
              <a:gd name="connsiteY58" fmla="*/ 231492 h 510684"/>
              <a:gd name="connsiteX59" fmla="*/ 391525 w 493661"/>
              <a:gd name="connsiteY59" fmla="*/ 238319 h 510684"/>
              <a:gd name="connsiteX60" fmla="*/ 391525 w 493661"/>
              <a:gd name="connsiteY60" fmla="*/ 146396 h 510684"/>
              <a:gd name="connsiteX61" fmla="*/ 434847 w 493661"/>
              <a:gd name="connsiteY61" fmla="*/ 159997 h 510684"/>
              <a:gd name="connsiteX62" fmla="*/ 434847 w 493661"/>
              <a:gd name="connsiteY62" fmla="*/ 248515 h 510684"/>
              <a:gd name="connsiteX63" fmla="*/ 459616 w 493661"/>
              <a:gd name="connsiteY63" fmla="*/ 255342 h 510684"/>
              <a:gd name="connsiteX64" fmla="*/ 459616 w 493661"/>
              <a:gd name="connsiteY64" fmla="*/ 153205 h 510684"/>
              <a:gd name="connsiteX65" fmla="*/ 119160 w 493661"/>
              <a:gd name="connsiteY65" fmla="*/ 0 h 510684"/>
              <a:gd name="connsiteX66" fmla="*/ 493661 w 493661"/>
              <a:gd name="connsiteY66" fmla="*/ 136182 h 510684"/>
              <a:gd name="connsiteX67" fmla="*/ 493661 w 493661"/>
              <a:gd name="connsiteY67" fmla="*/ 285131 h 510684"/>
              <a:gd name="connsiteX68" fmla="*/ 119160 w 493661"/>
              <a:gd name="connsiteY68" fmla="*/ 204273 h 510684"/>
              <a:gd name="connsiteX69" fmla="*/ 0 w 493661"/>
              <a:gd name="connsiteY69" fmla="*/ 255342 h 510684"/>
              <a:gd name="connsiteX70" fmla="*/ 0 w 493661"/>
              <a:gd name="connsiteY70" fmla="*/ 68092 h 51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93661" h="510684">
                <a:moveTo>
                  <a:pt x="102137" y="286477"/>
                </a:moveTo>
                <a:lnTo>
                  <a:pt x="17023" y="314497"/>
                </a:lnTo>
                <a:lnTo>
                  <a:pt x="17023" y="425570"/>
                </a:lnTo>
                <a:lnTo>
                  <a:pt x="42557" y="438286"/>
                </a:lnTo>
                <a:lnTo>
                  <a:pt x="42557" y="323111"/>
                </a:lnTo>
                <a:lnTo>
                  <a:pt x="76603" y="311909"/>
                </a:lnTo>
                <a:lnTo>
                  <a:pt x="76603" y="455360"/>
                </a:lnTo>
                <a:lnTo>
                  <a:pt x="102137" y="468127"/>
                </a:lnTo>
                <a:lnTo>
                  <a:pt x="102137" y="303500"/>
                </a:lnTo>
                <a:close/>
                <a:moveTo>
                  <a:pt x="153205" y="281217"/>
                </a:moveTo>
                <a:lnTo>
                  <a:pt x="153205" y="469676"/>
                </a:lnTo>
                <a:lnTo>
                  <a:pt x="182909" y="464536"/>
                </a:lnTo>
                <a:cubicBezTo>
                  <a:pt x="182938" y="411374"/>
                  <a:pt x="182966" y="358211"/>
                  <a:pt x="182995" y="305049"/>
                </a:cubicBezTo>
                <a:lnTo>
                  <a:pt x="230590" y="310548"/>
                </a:lnTo>
                <a:lnTo>
                  <a:pt x="230590" y="452943"/>
                </a:lnTo>
                <a:lnTo>
                  <a:pt x="255341" y="448789"/>
                </a:lnTo>
                <a:lnTo>
                  <a:pt x="255341" y="313731"/>
                </a:lnTo>
                <a:lnTo>
                  <a:pt x="298681" y="319434"/>
                </a:lnTo>
                <a:lnTo>
                  <a:pt x="298681" y="439002"/>
                </a:lnTo>
                <a:lnTo>
                  <a:pt x="323433" y="434848"/>
                </a:lnTo>
                <a:lnTo>
                  <a:pt x="323433" y="322634"/>
                </a:lnTo>
                <a:lnTo>
                  <a:pt x="366772" y="328370"/>
                </a:lnTo>
                <a:lnTo>
                  <a:pt x="366772" y="425094"/>
                </a:lnTo>
                <a:lnTo>
                  <a:pt x="391524" y="420940"/>
                </a:lnTo>
                <a:lnTo>
                  <a:pt x="391524" y="331554"/>
                </a:lnTo>
                <a:lnTo>
                  <a:pt x="434863" y="337257"/>
                </a:lnTo>
                <a:lnTo>
                  <a:pt x="434863" y="411152"/>
                </a:lnTo>
                <a:lnTo>
                  <a:pt x="459615" y="406999"/>
                </a:lnTo>
                <a:lnTo>
                  <a:pt x="459615" y="327690"/>
                </a:lnTo>
                <a:close/>
                <a:moveTo>
                  <a:pt x="119160" y="238320"/>
                </a:moveTo>
                <a:lnTo>
                  <a:pt x="493660" y="310667"/>
                </a:lnTo>
                <a:lnTo>
                  <a:pt x="493660" y="425570"/>
                </a:lnTo>
                <a:lnTo>
                  <a:pt x="119160" y="510684"/>
                </a:lnTo>
                <a:lnTo>
                  <a:pt x="0" y="442593"/>
                </a:lnTo>
                <a:lnTo>
                  <a:pt x="0" y="285133"/>
                </a:lnTo>
                <a:close/>
                <a:moveTo>
                  <a:pt x="102137" y="47528"/>
                </a:moveTo>
                <a:lnTo>
                  <a:pt x="17023" y="93626"/>
                </a:lnTo>
                <a:lnTo>
                  <a:pt x="17023" y="215220"/>
                </a:lnTo>
                <a:lnTo>
                  <a:pt x="42557" y="204887"/>
                </a:lnTo>
                <a:lnTo>
                  <a:pt x="42557" y="96826"/>
                </a:lnTo>
                <a:lnTo>
                  <a:pt x="76603" y="78390"/>
                </a:lnTo>
                <a:lnTo>
                  <a:pt x="76603" y="189089"/>
                </a:lnTo>
                <a:lnTo>
                  <a:pt x="102137" y="177531"/>
                </a:lnTo>
                <a:lnTo>
                  <a:pt x="102137" y="64551"/>
                </a:lnTo>
                <a:close/>
                <a:moveTo>
                  <a:pt x="153206" y="45961"/>
                </a:moveTo>
                <a:lnTo>
                  <a:pt x="153206" y="62984"/>
                </a:lnTo>
                <a:lnTo>
                  <a:pt x="153206" y="178739"/>
                </a:lnTo>
                <a:lnTo>
                  <a:pt x="183012" y="186280"/>
                </a:lnTo>
                <a:cubicBezTo>
                  <a:pt x="182984" y="148620"/>
                  <a:pt x="182955" y="110960"/>
                  <a:pt x="182927" y="73300"/>
                </a:cubicBezTo>
                <a:lnTo>
                  <a:pt x="230574" y="88501"/>
                </a:lnTo>
                <a:lnTo>
                  <a:pt x="230574" y="197447"/>
                </a:lnTo>
                <a:lnTo>
                  <a:pt x="255342" y="204273"/>
                </a:lnTo>
                <a:lnTo>
                  <a:pt x="255342" y="98732"/>
                </a:lnTo>
                <a:lnTo>
                  <a:pt x="298665" y="112333"/>
                </a:lnTo>
                <a:lnTo>
                  <a:pt x="298665" y="214470"/>
                </a:lnTo>
                <a:lnTo>
                  <a:pt x="323434" y="221296"/>
                </a:lnTo>
                <a:lnTo>
                  <a:pt x="323434" y="122564"/>
                </a:lnTo>
                <a:lnTo>
                  <a:pt x="366756" y="136165"/>
                </a:lnTo>
                <a:lnTo>
                  <a:pt x="366756" y="231492"/>
                </a:lnTo>
                <a:lnTo>
                  <a:pt x="391525" y="238319"/>
                </a:lnTo>
                <a:lnTo>
                  <a:pt x="391525" y="146396"/>
                </a:lnTo>
                <a:lnTo>
                  <a:pt x="434847" y="159997"/>
                </a:lnTo>
                <a:lnTo>
                  <a:pt x="434847" y="248515"/>
                </a:lnTo>
                <a:lnTo>
                  <a:pt x="459616" y="255342"/>
                </a:lnTo>
                <a:lnTo>
                  <a:pt x="459616" y="153205"/>
                </a:lnTo>
                <a:close/>
                <a:moveTo>
                  <a:pt x="119160" y="0"/>
                </a:moveTo>
                <a:lnTo>
                  <a:pt x="493661" y="136182"/>
                </a:lnTo>
                <a:lnTo>
                  <a:pt x="493661" y="285131"/>
                </a:lnTo>
                <a:lnTo>
                  <a:pt x="119160" y="204273"/>
                </a:lnTo>
                <a:lnTo>
                  <a:pt x="0" y="255342"/>
                </a:lnTo>
                <a:lnTo>
                  <a:pt x="0" y="68092"/>
                </a:lnTo>
                <a:close/>
              </a:path>
            </a:pathLst>
          </a:custGeom>
          <a:solidFill>
            <a:schemeClr val="tx1"/>
          </a:solidFill>
          <a:ln w="5219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2B73661-9303-EAF8-09A7-B9AFAB97A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24012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0F938-1549-119C-B200-1A711311E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08387" y="1908610"/>
            <a:ext cx="352558" cy="354114"/>
            <a:chOff x="522" y="2880"/>
            <a:chExt cx="908" cy="912"/>
          </a:xfrm>
          <a:solidFill>
            <a:schemeClr val="tx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174D5839-54A3-9E26-FB57-0B026738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2" y="2880"/>
              <a:ext cx="668" cy="669"/>
            </a:xfrm>
            <a:custGeom>
              <a:avLst/>
              <a:gdLst>
                <a:gd name="T0" fmla="*/ 223 w 332"/>
                <a:gd name="T1" fmla="*/ 0 h 332"/>
                <a:gd name="T2" fmla="*/ 172 w 332"/>
                <a:gd name="T3" fmla="*/ 4 h 332"/>
                <a:gd name="T4" fmla="*/ 118 w 332"/>
                <a:gd name="T5" fmla="*/ 60 h 332"/>
                <a:gd name="T6" fmla="*/ 118 w 332"/>
                <a:gd name="T7" fmla="*/ 101 h 332"/>
                <a:gd name="T8" fmla="*/ 225 w 332"/>
                <a:gd name="T9" fmla="*/ 101 h 332"/>
                <a:gd name="T10" fmla="*/ 225 w 332"/>
                <a:gd name="T11" fmla="*/ 114 h 332"/>
                <a:gd name="T12" fmla="*/ 118 w 332"/>
                <a:gd name="T13" fmla="*/ 114 h 332"/>
                <a:gd name="T14" fmla="*/ 78 w 332"/>
                <a:gd name="T15" fmla="*/ 114 h 332"/>
                <a:gd name="T16" fmla="*/ 11 w 332"/>
                <a:gd name="T17" fmla="*/ 169 h 332"/>
                <a:gd name="T18" fmla="*/ 11 w 332"/>
                <a:gd name="T19" fmla="*/ 278 h 332"/>
                <a:gd name="T20" fmla="*/ 68 w 332"/>
                <a:gd name="T21" fmla="*/ 332 h 332"/>
                <a:gd name="T22" fmla="*/ 105 w 332"/>
                <a:gd name="T23" fmla="*/ 332 h 332"/>
                <a:gd name="T24" fmla="*/ 105 w 332"/>
                <a:gd name="T25" fmla="*/ 283 h 332"/>
                <a:gd name="T26" fmla="*/ 172 w 332"/>
                <a:gd name="T27" fmla="*/ 216 h 332"/>
                <a:gd name="T28" fmla="*/ 279 w 332"/>
                <a:gd name="T29" fmla="*/ 216 h 332"/>
                <a:gd name="T30" fmla="*/ 332 w 332"/>
                <a:gd name="T31" fmla="*/ 162 h 332"/>
                <a:gd name="T32" fmla="*/ 332 w 332"/>
                <a:gd name="T33" fmla="*/ 60 h 332"/>
                <a:gd name="T34" fmla="*/ 279 w 332"/>
                <a:gd name="T35" fmla="*/ 4 h 332"/>
                <a:gd name="T36" fmla="*/ 223 w 332"/>
                <a:gd name="T37" fmla="*/ 0 h 332"/>
                <a:gd name="T38" fmla="*/ 165 w 332"/>
                <a:gd name="T39" fmla="*/ 33 h 332"/>
                <a:gd name="T40" fmla="*/ 185 w 332"/>
                <a:gd name="T41" fmla="*/ 53 h 332"/>
                <a:gd name="T42" fmla="*/ 165 w 332"/>
                <a:gd name="T43" fmla="*/ 73 h 332"/>
                <a:gd name="T44" fmla="*/ 145 w 332"/>
                <a:gd name="T45" fmla="*/ 53 h 332"/>
                <a:gd name="T46" fmla="*/ 165 w 332"/>
                <a:gd name="T47" fmla="*/ 3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2" h="332">
                  <a:moveTo>
                    <a:pt x="223" y="0"/>
                  </a:moveTo>
                  <a:cubicBezTo>
                    <a:pt x="205" y="0"/>
                    <a:pt x="187" y="1"/>
                    <a:pt x="172" y="4"/>
                  </a:cubicBezTo>
                  <a:cubicBezTo>
                    <a:pt x="126" y="12"/>
                    <a:pt x="118" y="29"/>
                    <a:pt x="118" y="60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225" y="101"/>
                    <a:pt x="225" y="101"/>
                    <a:pt x="225" y="101"/>
                  </a:cubicBezTo>
                  <a:cubicBezTo>
                    <a:pt x="225" y="114"/>
                    <a:pt x="225" y="114"/>
                    <a:pt x="225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47" y="114"/>
                    <a:pt x="19" y="133"/>
                    <a:pt x="11" y="169"/>
                  </a:cubicBezTo>
                  <a:cubicBezTo>
                    <a:pt x="1" y="210"/>
                    <a:pt x="0" y="235"/>
                    <a:pt x="11" y="278"/>
                  </a:cubicBezTo>
                  <a:cubicBezTo>
                    <a:pt x="18" y="309"/>
                    <a:pt x="37" y="332"/>
                    <a:pt x="68" y="332"/>
                  </a:cubicBezTo>
                  <a:cubicBezTo>
                    <a:pt x="105" y="332"/>
                    <a:pt x="105" y="332"/>
                    <a:pt x="105" y="332"/>
                  </a:cubicBezTo>
                  <a:cubicBezTo>
                    <a:pt x="105" y="283"/>
                    <a:pt x="105" y="283"/>
                    <a:pt x="105" y="283"/>
                  </a:cubicBezTo>
                  <a:cubicBezTo>
                    <a:pt x="105" y="248"/>
                    <a:pt x="135" y="216"/>
                    <a:pt x="172" y="216"/>
                  </a:cubicBezTo>
                  <a:cubicBezTo>
                    <a:pt x="279" y="216"/>
                    <a:pt x="279" y="216"/>
                    <a:pt x="279" y="216"/>
                  </a:cubicBezTo>
                  <a:cubicBezTo>
                    <a:pt x="309" y="216"/>
                    <a:pt x="332" y="192"/>
                    <a:pt x="332" y="162"/>
                  </a:cubicBezTo>
                  <a:cubicBezTo>
                    <a:pt x="332" y="60"/>
                    <a:pt x="332" y="60"/>
                    <a:pt x="332" y="60"/>
                  </a:cubicBezTo>
                  <a:cubicBezTo>
                    <a:pt x="332" y="31"/>
                    <a:pt x="308" y="9"/>
                    <a:pt x="279" y="4"/>
                  </a:cubicBezTo>
                  <a:cubicBezTo>
                    <a:pt x="260" y="1"/>
                    <a:pt x="241" y="0"/>
                    <a:pt x="223" y="0"/>
                  </a:cubicBezTo>
                  <a:close/>
                  <a:moveTo>
                    <a:pt x="165" y="33"/>
                  </a:moveTo>
                  <a:cubicBezTo>
                    <a:pt x="176" y="33"/>
                    <a:pt x="185" y="42"/>
                    <a:pt x="185" y="53"/>
                  </a:cubicBezTo>
                  <a:cubicBezTo>
                    <a:pt x="185" y="64"/>
                    <a:pt x="176" y="73"/>
                    <a:pt x="165" y="73"/>
                  </a:cubicBezTo>
                  <a:cubicBezTo>
                    <a:pt x="154" y="73"/>
                    <a:pt x="145" y="64"/>
                    <a:pt x="145" y="53"/>
                  </a:cubicBezTo>
                  <a:cubicBezTo>
                    <a:pt x="145" y="42"/>
                    <a:pt x="154" y="33"/>
                    <a:pt x="16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77451707-1992-8756-E9AB-B6F37E2AA3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" y="3110"/>
              <a:ext cx="670" cy="682"/>
            </a:xfrm>
            <a:custGeom>
              <a:avLst/>
              <a:gdLst>
                <a:gd name="T0" fmla="*/ 228 w 333"/>
                <a:gd name="T1" fmla="*/ 0 h 339"/>
                <a:gd name="T2" fmla="*/ 228 w 333"/>
                <a:gd name="T3" fmla="*/ 48 h 339"/>
                <a:gd name="T4" fmla="*/ 161 w 333"/>
                <a:gd name="T5" fmla="*/ 116 h 339"/>
                <a:gd name="T6" fmla="*/ 54 w 333"/>
                <a:gd name="T7" fmla="*/ 116 h 339"/>
                <a:gd name="T8" fmla="*/ 0 w 333"/>
                <a:gd name="T9" fmla="*/ 170 h 339"/>
                <a:gd name="T10" fmla="*/ 0 w 333"/>
                <a:gd name="T11" fmla="*/ 273 h 339"/>
                <a:gd name="T12" fmla="*/ 54 w 333"/>
                <a:gd name="T13" fmla="*/ 327 h 339"/>
                <a:gd name="T14" fmla="*/ 161 w 333"/>
                <a:gd name="T15" fmla="*/ 327 h 339"/>
                <a:gd name="T16" fmla="*/ 214 w 333"/>
                <a:gd name="T17" fmla="*/ 273 h 339"/>
                <a:gd name="T18" fmla="*/ 214 w 333"/>
                <a:gd name="T19" fmla="*/ 232 h 339"/>
                <a:gd name="T20" fmla="*/ 107 w 333"/>
                <a:gd name="T21" fmla="*/ 232 h 339"/>
                <a:gd name="T22" fmla="*/ 107 w 333"/>
                <a:gd name="T23" fmla="*/ 218 h 339"/>
                <a:gd name="T24" fmla="*/ 214 w 333"/>
                <a:gd name="T25" fmla="*/ 218 h 339"/>
                <a:gd name="T26" fmla="*/ 268 w 333"/>
                <a:gd name="T27" fmla="*/ 218 h 339"/>
                <a:gd name="T28" fmla="*/ 322 w 333"/>
                <a:gd name="T29" fmla="*/ 164 h 339"/>
                <a:gd name="T30" fmla="*/ 322 w 333"/>
                <a:gd name="T31" fmla="*/ 55 h 339"/>
                <a:gd name="T32" fmla="*/ 268 w 333"/>
                <a:gd name="T33" fmla="*/ 0 h 339"/>
                <a:gd name="T34" fmla="*/ 228 w 333"/>
                <a:gd name="T35" fmla="*/ 0 h 339"/>
                <a:gd name="T36" fmla="*/ 167 w 333"/>
                <a:gd name="T37" fmla="*/ 259 h 339"/>
                <a:gd name="T38" fmla="*/ 188 w 333"/>
                <a:gd name="T39" fmla="*/ 279 h 339"/>
                <a:gd name="T40" fmla="*/ 167 w 333"/>
                <a:gd name="T41" fmla="*/ 300 h 339"/>
                <a:gd name="T42" fmla="*/ 147 w 333"/>
                <a:gd name="T43" fmla="*/ 279 h 339"/>
                <a:gd name="T44" fmla="*/ 167 w 333"/>
                <a:gd name="T45" fmla="*/ 25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3" h="339">
                  <a:moveTo>
                    <a:pt x="228" y="0"/>
                  </a:moveTo>
                  <a:cubicBezTo>
                    <a:pt x="228" y="48"/>
                    <a:pt x="228" y="48"/>
                    <a:pt x="228" y="48"/>
                  </a:cubicBezTo>
                  <a:cubicBezTo>
                    <a:pt x="228" y="85"/>
                    <a:pt x="196" y="116"/>
                    <a:pt x="161" y="116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24" y="116"/>
                    <a:pt x="0" y="141"/>
                    <a:pt x="0" y="170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0" y="302"/>
                    <a:pt x="25" y="319"/>
                    <a:pt x="54" y="327"/>
                  </a:cubicBezTo>
                  <a:cubicBezTo>
                    <a:pt x="88" y="337"/>
                    <a:pt x="120" y="339"/>
                    <a:pt x="161" y="327"/>
                  </a:cubicBezTo>
                  <a:cubicBezTo>
                    <a:pt x="188" y="319"/>
                    <a:pt x="214" y="304"/>
                    <a:pt x="214" y="273"/>
                  </a:cubicBezTo>
                  <a:cubicBezTo>
                    <a:pt x="214" y="232"/>
                    <a:pt x="214" y="232"/>
                    <a:pt x="214" y="232"/>
                  </a:cubicBezTo>
                  <a:cubicBezTo>
                    <a:pt x="107" y="232"/>
                    <a:pt x="107" y="232"/>
                    <a:pt x="107" y="232"/>
                  </a:cubicBezTo>
                  <a:cubicBezTo>
                    <a:pt x="107" y="218"/>
                    <a:pt x="107" y="218"/>
                    <a:pt x="107" y="218"/>
                  </a:cubicBezTo>
                  <a:cubicBezTo>
                    <a:pt x="214" y="218"/>
                    <a:pt x="214" y="218"/>
                    <a:pt x="214" y="218"/>
                  </a:cubicBezTo>
                  <a:cubicBezTo>
                    <a:pt x="268" y="218"/>
                    <a:pt x="268" y="218"/>
                    <a:pt x="268" y="218"/>
                  </a:cubicBezTo>
                  <a:cubicBezTo>
                    <a:pt x="299" y="218"/>
                    <a:pt x="311" y="196"/>
                    <a:pt x="322" y="164"/>
                  </a:cubicBezTo>
                  <a:cubicBezTo>
                    <a:pt x="333" y="130"/>
                    <a:pt x="332" y="98"/>
                    <a:pt x="322" y="55"/>
                  </a:cubicBezTo>
                  <a:cubicBezTo>
                    <a:pt x="314" y="24"/>
                    <a:pt x="299" y="0"/>
                    <a:pt x="268" y="0"/>
                  </a:cubicBezTo>
                  <a:lnTo>
                    <a:pt x="228" y="0"/>
                  </a:lnTo>
                  <a:close/>
                  <a:moveTo>
                    <a:pt x="167" y="259"/>
                  </a:moveTo>
                  <a:cubicBezTo>
                    <a:pt x="179" y="259"/>
                    <a:pt x="188" y="268"/>
                    <a:pt x="188" y="279"/>
                  </a:cubicBezTo>
                  <a:cubicBezTo>
                    <a:pt x="188" y="291"/>
                    <a:pt x="179" y="300"/>
                    <a:pt x="167" y="300"/>
                  </a:cubicBezTo>
                  <a:cubicBezTo>
                    <a:pt x="156" y="300"/>
                    <a:pt x="147" y="291"/>
                    <a:pt x="147" y="279"/>
                  </a:cubicBezTo>
                  <a:cubicBezTo>
                    <a:pt x="147" y="268"/>
                    <a:pt x="156" y="259"/>
                    <a:pt x="167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E00B54A-3C50-E2BF-1FE1-AEE25D19E408}"/>
              </a:ext>
            </a:extLst>
          </p:cNvPr>
          <p:cNvSpPr/>
          <p:nvPr/>
        </p:nvSpPr>
        <p:spPr>
          <a:xfrm>
            <a:off x="652026" y="2747467"/>
            <a:ext cx="3072790" cy="3339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2017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SQL Server on Linux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Containers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Adaptive query processing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Automatic Tuning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Graph database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Machine learning services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062C00B-4FCE-0278-314A-190EBED9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65471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33" name="Graphic 70" descr="Data">
            <a:extLst>
              <a:ext uri="{FF2B5EF4-FFF2-40B4-BE49-F238E27FC236}">
                <a16:creationId xmlns:a16="http://schemas.microsoft.com/office/drawing/2014/main" id="{EF7B0D5E-3F8C-814A-26A7-3792A2704458}"/>
              </a:ext>
            </a:extLst>
          </p:cNvPr>
          <p:cNvSpPr/>
          <p:nvPr/>
        </p:nvSpPr>
        <p:spPr>
          <a:xfrm>
            <a:off x="4843614" y="1903054"/>
            <a:ext cx="365023" cy="365218"/>
          </a:xfrm>
          <a:custGeom>
            <a:avLst/>
            <a:gdLst>
              <a:gd name="connsiteX0" fmla="*/ 161925 w 190500"/>
              <a:gd name="connsiteY0" fmla="*/ 23813 h 190602"/>
              <a:gd name="connsiteX1" fmla="*/ 138113 w 190500"/>
              <a:gd name="connsiteY1" fmla="*/ 47625 h 190602"/>
              <a:gd name="connsiteX2" fmla="*/ 133239 w 190500"/>
              <a:gd name="connsiteY2" fmla="*/ 47126 h 190602"/>
              <a:gd name="connsiteX3" fmla="*/ 121048 w 190500"/>
              <a:gd name="connsiteY3" fmla="*/ 67295 h 190602"/>
              <a:gd name="connsiteX4" fmla="*/ 133350 w 190500"/>
              <a:gd name="connsiteY4" fmla="*/ 95332 h 190602"/>
              <a:gd name="connsiteX5" fmla="*/ 133347 w 190500"/>
              <a:gd name="connsiteY5" fmla="*/ 95782 h 190602"/>
              <a:gd name="connsiteX6" fmla="*/ 133346 w 190500"/>
              <a:gd name="connsiteY6" fmla="*/ 95886 h 190602"/>
              <a:gd name="connsiteX7" fmla="*/ 145693 w 190500"/>
              <a:gd name="connsiteY7" fmla="*/ 98370 h 190602"/>
              <a:gd name="connsiteX8" fmla="*/ 166688 w 190500"/>
              <a:gd name="connsiteY8" fmla="*/ 85807 h 190602"/>
              <a:gd name="connsiteX9" fmla="*/ 190500 w 190500"/>
              <a:gd name="connsiteY9" fmla="*/ 109619 h 190602"/>
              <a:gd name="connsiteX10" fmla="*/ 166688 w 190500"/>
              <a:gd name="connsiteY10" fmla="*/ 133432 h 190602"/>
              <a:gd name="connsiteX11" fmla="*/ 143037 w 190500"/>
              <a:gd name="connsiteY11" fmla="*/ 112410 h 190602"/>
              <a:gd name="connsiteX12" fmla="*/ 130472 w 190500"/>
              <a:gd name="connsiteY12" fmla="*/ 109882 h 190602"/>
              <a:gd name="connsiteX13" fmla="*/ 113869 w 190500"/>
              <a:gd name="connsiteY13" fmla="*/ 128581 h 190602"/>
              <a:gd name="connsiteX14" fmla="*/ 118584 w 190500"/>
              <a:gd name="connsiteY14" fmla="*/ 142982 h 190602"/>
              <a:gd name="connsiteX15" fmla="*/ 118793 w 190500"/>
              <a:gd name="connsiteY15" fmla="*/ 142979 h 190602"/>
              <a:gd name="connsiteX16" fmla="*/ 119063 w 190500"/>
              <a:gd name="connsiteY16" fmla="*/ 142978 h 190602"/>
              <a:gd name="connsiteX17" fmla="*/ 142875 w 190500"/>
              <a:gd name="connsiteY17" fmla="*/ 166790 h 190602"/>
              <a:gd name="connsiteX18" fmla="*/ 119063 w 190500"/>
              <a:gd name="connsiteY18" fmla="*/ 190603 h 190602"/>
              <a:gd name="connsiteX19" fmla="*/ 95250 w 190500"/>
              <a:gd name="connsiteY19" fmla="*/ 166790 h 190602"/>
              <a:gd name="connsiteX20" fmla="*/ 105043 w 190500"/>
              <a:gd name="connsiteY20" fmla="*/ 147539 h 190602"/>
              <a:gd name="connsiteX21" fmla="*/ 100313 w 190500"/>
              <a:gd name="connsiteY21" fmla="*/ 133097 h 190602"/>
              <a:gd name="connsiteX22" fmla="*/ 95250 w 190500"/>
              <a:gd name="connsiteY22" fmla="*/ 133432 h 190602"/>
              <a:gd name="connsiteX23" fmla="*/ 64572 w 190500"/>
              <a:gd name="connsiteY23" fmla="*/ 117929 h 190602"/>
              <a:gd name="connsiteX24" fmla="*/ 47478 w 190500"/>
              <a:gd name="connsiteY24" fmla="*/ 126005 h 190602"/>
              <a:gd name="connsiteX25" fmla="*/ 47625 w 190500"/>
              <a:gd name="connsiteY25" fmla="*/ 128669 h 190602"/>
              <a:gd name="connsiteX26" fmla="*/ 23813 w 190500"/>
              <a:gd name="connsiteY26" fmla="*/ 152482 h 190602"/>
              <a:gd name="connsiteX27" fmla="*/ 0 w 190500"/>
              <a:gd name="connsiteY27" fmla="*/ 128669 h 190602"/>
              <a:gd name="connsiteX28" fmla="*/ 23813 w 190500"/>
              <a:gd name="connsiteY28" fmla="*/ 104857 h 190602"/>
              <a:gd name="connsiteX29" fmla="*/ 41689 w 190500"/>
              <a:gd name="connsiteY29" fmla="*/ 112938 h 190602"/>
              <a:gd name="connsiteX30" fmla="*/ 58399 w 190500"/>
              <a:gd name="connsiteY30" fmla="*/ 105044 h 190602"/>
              <a:gd name="connsiteX31" fmla="*/ 57150 w 190500"/>
              <a:gd name="connsiteY31" fmla="*/ 95332 h 190602"/>
              <a:gd name="connsiteX32" fmla="*/ 65870 w 190500"/>
              <a:gd name="connsiteY32" fmla="*/ 71072 h 190602"/>
              <a:gd name="connsiteX33" fmla="*/ 56424 w 190500"/>
              <a:gd name="connsiteY33" fmla="*/ 60315 h 190602"/>
              <a:gd name="connsiteX34" fmla="*/ 47625 w 190500"/>
              <a:gd name="connsiteY34" fmla="*/ 61994 h 190602"/>
              <a:gd name="connsiteX35" fmla="*/ 23813 w 190500"/>
              <a:gd name="connsiteY35" fmla="*/ 38181 h 190602"/>
              <a:gd name="connsiteX36" fmla="*/ 47625 w 190500"/>
              <a:gd name="connsiteY36" fmla="*/ 14369 h 190602"/>
              <a:gd name="connsiteX37" fmla="*/ 71438 w 190500"/>
              <a:gd name="connsiteY37" fmla="*/ 38181 h 190602"/>
              <a:gd name="connsiteX38" fmla="*/ 67510 w 190500"/>
              <a:gd name="connsiteY38" fmla="*/ 51286 h 190602"/>
              <a:gd name="connsiteX39" fmla="*/ 76872 w 190500"/>
              <a:gd name="connsiteY39" fmla="*/ 61948 h 190602"/>
              <a:gd name="connsiteX40" fmla="*/ 95250 w 190500"/>
              <a:gd name="connsiteY40" fmla="*/ 57231 h 190602"/>
              <a:gd name="connsiteX41" fmla="*/ 108912 w 190500"/>
              <a:gd name="connsiteY41" fmla="*/ 59754 h 190602"/>
              <a:gd name="connsiteX42" fmla="*/ 120771 w 190500"/>
              <a:gd name="connsiteY42" fmla="*/ 40132 h 190602"/>
              <a:gd name="connsiteX43" fmla="*/ 114300 w 190500"/>
              <a:gd name="connsiteY43" fmla="*/ 23813 h 190602"/>
              <a:gd name="connsiteX44" fmla="*/ 138113 w 190500"/>
              <a:gd name="connsiteY44" fmla="*/ 0 h 190602"/>
              <a:gd name="connsiteX45" fmla="*/ 161925 w 190500"/>
              <a:gd name="connsiteY45" fmla="*/ 23813 h 190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90500" h="190602">
                <a:moveTo>
                  <a:pt x="161925" y="23813"/>
                </a:moveTo>
                <a:cubicBezTo>
                  <a:pt x="161925" y="36964"/>
                  <a:pt x="151264" y="47625"/>
                  <a:pt x="138113" y="47625"/>
                </a:cubicBezTo>
                <a:cubicBezTo>
                  <a:pt x="136442" y="47625"/>
                  <a:pt x="134812" y="47453"/>
                  <a:pt x="133239" y="47126"/>
                </a:cubicBezTo>
                <a:lnTo>
                  <a:pt x="121048" y="67295"/>
                </a:lnTo>
                <a:cubicBezTo>
                  <a:pt x="128611" y="74257"/>
                  <a:pt x="133350" y="84241"/>
                  <a:pt x="133350" y="95332"/>
                </a:cubicBezTo>
                <a:lnTo>
                  <a:pt x="133347" y="95782"/>
                </a:lnTo>
                <a:lnTo>
                  <a:pt x="133346" y="95886"/>
                </a:lnTo>
                <a:lnTo>
                  <a:pt x="145693" y="98370"/>
                </a:lnTo>
                <a:cubicBezTo>
                  <a:pt x="149709" y="90892"/>
                  <a:pt x="157604" y="85807"/>
                  <a:pt x="166688" y="85807"/>
                </a:cubicBezTo>
                <a:cubicBezTo>
                  <a:pt x="179839" y="85807"/>
                  <a:pt x="190500" y="96467"/>
                  <a:pt x="190500" y="109619"/>
                </a:cubicBezTo>
                <a:cubicBezTo>
                  <a:pt x="190500" y="122770"/>
                  <a:pt x="179839" y="133432"/>
                  <a:pt x="166688" y="133432"/>
                </a:cubicBezTo>
                <a:cubicBezTo>
                  <a:pt x="154480" y="133432"/>
                  <a:pt x="144419" y="124246"/>
                  <a:pt x="143037" y="112410"/>
                </a:cubicBezTo>
                <a:lnTo>
                  <a:pt x="130472" y="109882"/>
                </a:lnTo>
                <a:cubicBezTo>
                  <a:pt x="127189" y="117822"/>
                  <a:pt x="121298" y="124411"/>
                  <a:pt x="113869" y="128581"/>
                </a:cubicBezTo>
                <a:lnTo>
                  <a:pt x="118584" y="142982"/>
                </a:lnTo>
                <a:lnTo>
                  <a:pt x="118793" y="142979"/>
                </a:lnTo>
                <a:lnTo>
                  <a:pt x="119063" y="142978"/>
                </a:lnTo>
                <a:cubicBezTo>
                  <a:pt x="132214" y="142978"/>
                  <a:pt x="142875" y="153638"/>
                  <a:pt x="142875" y="166790"/>
                </a:cubicBezTo>
                <a:cubicBezTo>
                  <a:pt x="142875" y="179941"/>
                  <a:pt x="132214" y="190603"/>
                  <a:pt x="119063" y="190603"/>
                </a:cubicBezTo>
                <a:cubicBezTo>
                  <a:pt x="105911" y="190603"/>
                  <a:pt x="95250" y="179941"/>
                  <a:pt x="95250" y="166790"/>
                </a:cubicBezTo>
                <a:cubicBezTo>
                  <a:pt x="95250" y="158880"/>
                  <a:pt x="99107" y="151870"/>
                  <a:pt x="105043" y="147539"/>
                </a:cubicBezTo>
                <a:lnTo>
                  <a:pt x="100313" y="133097"/>
                </a:lnTo>
                <a:cubicBezTo>
                  <a:pt x="98657" y="133318"/>
                  <a:pt x="96966" y="133432"/>
                  <a:pt x="95250" y="133432"/>
                </a:cubicBezTo>
                <a:cubicBezTo>
                  <a:pt x="82667" y="133432"/>
                  <a:pt x="71510" y="127332"/>
                  <a:pt x="64572" y="117929"/>
                </a:cubicBezTo>
                <a:lnTo>
                  <a:pt x="47478" y="126005"/>
                </a:lnTo>
                <a:cubicBezTo>
                  <a:pt x="47575" y="126880"/>
                  <a:pt x="47625" y="127768"/>
                  <a:pt x="47625" y="128669"/>
                </a:cubicBezTo>
                <a:cubicBezTo>
                  <a:pt x="47625" y="141821"/>
                  <a:pt x="36964" y="152482"/>
                  <a:pt x="23813" y="152482"/>
                </a:cubicBezTo>
                <a:cubicBezTo>
                  <a:pt x="10661" y="152482"/>
                  <a:pt x="0" y="141821"/>
                  <a:pt x="0" y="128669"/>
                </a:cubicBezTo>
                <a:cubicBezTo>
                  <a:pt x="0" y="115517"/>
                  <a:pt x="10661" y="104857"/>
                  <a:pt x="23813" y="104857"/>
                </a:cubicBezTo>
                <a:cubicBezTo>
                  <a:pt x="30934" y="104857"/>
                  <a:pt x="37326" y="107983"/>
                  <a:pt x="41689" y="112938"/>
                </a:cubicBezTo>
                <a:lnTo>
                  <a:pt x="58399" y="105044"/>
                </a:lnTo>
                <a:cubicBezTo>
                  <a:pt x="57584" y="101943"/>
                  <a:pt x="57150" y="98687"/>
                  <a:pt x="57150" y="95332"/>
                </a:cubicBezTo>
                <a:cubicBezTo>
                  <a:pt x="57150" y="86114"/>
                  <a:pt x="60423" y="77661"/>
                  <a:pt x="65870" y="71072"/>
                </a:cubicBezTo>
                <a:lnTo>
                  <a:pt x="56424" y="60315"/>
                </a:lnTo>
                <a:cubicBezTo>
                  <a:pt x="53702" y="61398"/>
                  <a:pt x="50733" y="61994"/>
                  <a:pt x="47625" y="61994"/>
                </a:cubicBezTo>
                <a:cubicBezTo>
                  <a:pt x="34474" y="61994"/>
                  <a:pt x="23813" y="51333"/>
                  <a:pt x="23813" y="38181"/>
                </a:cubicBezTo>
                <a:cubicBezTo>
                  <a:pt x="23813" y="25030"/>
                  <a:pt x="34474" y="14369"/>
                  <a:pt x="47625" y="14369"/>
                </a:cubicBezTo>
                <a:cubicBezTo>
                  <a:pt x="60776" y="14369"/>
                  <a:pt x="71438" y="25030"/>
                  <a:pt x="71438" y="38181"/>
                </a:cubicBezTo>
                <a:cubicBezTo>
                  <a:pt x="71438" y="43023"/>
                  <a:pt x="69992" y="47527"/>
                  <a:pt x="67510" y="51286"/>
                </a:cubicBezTo>
                <a:lnTo>
                  <a:pt x="76872" y="61948"/>
                </a:lnTo>
                <a:cubicBezTo>
                  <a:pt x="82322" y="58942"/>
                  <a:pt x="88586" y="57231"/>
                  <a:pt x="95250" y="57231"/>
                </a:cubicBezTo>
                <a:cubicBezTo>
                  <a:pt x="100065" y="57231"/>
                  <a:pt x="104671" y="58125"/>
                  <a:pt x="108912" y="59754"/>
                </a:cubicBezTo>
                <a:lnTo>
                  <a:pt x="120771" y="40132"/>
                </a:lnTo>
                <a:cubicBezTo>
                  <a:pt x="116758" y="35870"/>
                  <a:pt x="114300" y="30128"/>
                  <a:pt x="114300" y="23813"/>
                </a:cubicBezTo>
                <a:cubicBezTo>
                  <a:pt x="114300" y="10661"/>
                  <a:pt x="124961" y="0"/>
                  <a:pt x="138113" y="0"/>
                </a:cubicBezTo>
                <a:cubicBezTo>
                  <a:pt x="151264" y="0"/>
                  <a:pt x="161925" y="10661"/>
                  <a:pt x="161925" y="23813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9CB356-F202-FA59-3B2D-4A8BA7041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64538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37" name="Graphic 134" descr="Lightbulb">
            <a:extLst>
              <a:ext uri="{FF2B5EF4-FFF2-40B4-BE49-F238E27FC236}">
                <a16:creationId xmlns:a16="http://schemas.microsoft.com/office/drawing/2014/main" id="{9D894452-4632-8D0D-637D-0E39EFCDE395}"/>
              </a:ext>
            </a:extLst>
          </p:cNvPr>
          <p:cNvSpPr/>
          <p:nvPr/>
        </p:nvSpPr>
        <p:spPr>
          <a:xfrm>
            <a:off x="5879551" y="1884793"/>
            <a:ext cx="291282" cy="401740"/>
          </a:xfrm>
          <a:custGeom>
            <a:avLst/>
            <a:gdLst>
              <a:gd name="connsiteX0" fmla="*/ 102756 w 138112"/>
              <a:gd name="connsiteY0" fmla="*/ 161906 h 190486"/>
              <a:gd name="connsiteX1" fmla="*/ 99987 w 138112"/>
              <a:gd name="connsiteY1" fmla="*/ 173893 h 190486"/>
              <a:gd name="connsiteX2" fmla="*/ 80758 w 138112"/>
              <a:gd name="connsiteY2" fmla="*/ 190424 h 190486"/>
              <a:gd name="connsiteX3" fmla="*/ 79109 w 138112"/>
              <a:gd name="connsiteY3" fmla="*/ 190487 h 190486"/>
              <a:gd name="connsiteX4" fmla="*/ 58995 w 138112"/>
              <a:gd name="connsiteY4" fmla="*/ 190487 h 190486"/>
              <a:gd name="connsiteX5" fmla="*/ 38546 w 138112"/>
              <a:gd name="connsiteY5" fmla="*/ 175472 h 190486"/>
              <a:gd name="connsiteX6" fmla="*/ 38113 w 138112"/>
              <a:gd name="connsiteY6" fmla="*/ 173878 h 190486"/>
              <a:gd name="connsiteX7" fmla="*/ 35347 w 138112"/>
              <a:gd name="connsiteY7" fmla="*/ 161906 h 190486"/>
              <a:gd name="connsiteX8" fmla="*/ 102756 w 138112"/>
              <a:gd name="connsiteY8" fmla="*/ 161906 h 190486"/>
              <a:gd name="connsiteX9" fmla="*/ 69056 w 138112"/>
              <a:gd name="connsiteY9" fmla="*/ 0 h 190486"/>
              <a:gd name="connsiteX10" fmla="*/ 138113 w 138112"/>
              <a:gd name="connsiteY10" fmla="*/ 69056 h 190486"/>
              <a:gd name="connsiteX11" fmla="*/ 111772 w 138112"/>
              <a:gd name="connsiteY11" fmla="*/ 124689 h 190486"/>
              <a:gd name="connsiteX12" fmla="*/ 111097 w 138112"/>
              <a:gd name="connsiteY12" fmla="*/ 125875 h 190486"/>
              <a:gd name="connsiteX13" fmla="*/ 106070 w 138112"/>
              <a:gd name="connsiteY13" fmla="*/ 147619 h 190486"/>
              <a:gd name="connsiteX14" fmla="*/ 32042 w 138112"/>
              <a:gd name="connsiteY14" fmla="*/ 147619 h 190486"/>
              <a:gd name="connsiteX15" fmla="*/ 27032 w 138112"/>
              <a:gd name="connsiteY15" fmla="*/ 125877 h 190486"/>
              <a:gd name="connsiteX16" fmla="*/ 26356 w 138112"/>
              <a:gd name="connsiteY16" fmla="*/ 124689 h 190486"/>
              <a:gd name="connsiteX17" fmla="*/ 0 w 138112"/>
              <a:gd name="connsiteY17" fmla="*/ 69056 h 190486"/>
              <a:gd name="connsiteX18" fmla="*/ 69056 w 138112"/>
              <a:gd name="connsiteY18" fmla="*/ 0 h 19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112" h="190486">
                <a:moveTo>
                  <a:pt x="102756" y="161906"/>
                </a:moveTo>
                <a:lnTo>
                  <a:pt x="99987" y="173893"/>
                </a:lnTo>
                <a:cubicBezTo>
                  <a:pt x="97861" y="183069"/>
                  <a:pt x="90024" y="189713"/>
                  <a:pt x="80758" y="190424"/>
                </a:cubicBezTo>
                <a:lnTo>
                  <a:pt x="79109" y="190487"/>
                </a:lnTo>
                <a:lnTo>
                  <a:pt x="58995" y="190487"/>
                </a:lnTo>
                <a:cubicBezTo>
                  <a:pt x="49571" y="190487"/>
                  <a:pt x="41324" y="184344"/>
                  <a:pt x="38546" y="175472"/>
                </a:cubicBezTo>
                <a:lnTo>
                  <a:pt x="38113" y="173878"/>
                </a:lnTo>
                <a:lnTo>
                  <a:pt x="35347" y="161906"/>
                </a:lnTo>
                <a:lnTo>
                  <a:pt x="102756" y="161906"/>
                </a:lnTo>
                <a:close/>
                <a:moveTo>
                  <a:pt x="69056" y="0"/>
                </a:moveTo>
                <a:cubicBezTo>
                  <a:pt x="107195" y="0"/>
                  <a:pt x="138113" y="30917"/>
                  <a:pt x="138113" y="69056"/>
                </a:cubicBezTo>
                <a:cubicBezTo>
                  <a:pt x="138113" y="89407"/>
                  <a:pt x="129201" y="108045"/>
                  <a:pt x="111772" y="124689"/>
                </a:cubicBezTo>
                <a:cubicBezTo>
                  <a:pt x="111436" y="125010"/>
                  <a:pt x="111202" y="125423"/>
                  <a:pt x="111097" y="125875"/>
                </a:cubicBezTo>
                <a:lnTo>
                  <a:pt x="106070" y="147619"/>
                </a:lnTo>
                <a:lnTo>
                  <a:pt x="32042" y="147619"/>
                </a:lnTo>
                <a:lnTo>
                  <a:pt x="27032" y="125877"/>
                </a:lnTo>
                <a:cubicBezTo>
                  <a:pt x="26927" y="125423"/>
                  <a:pt x="26692" y="125011"/>
                  <a:pt x="26356" y="124689"/>
                </a:cubicBezTo>
                <a:cubicBezTo>
                  <a:pt x="8917" y="108045"/>
                  <a:pt x="0" y="89407"/>
                  <a:pt x="0" y="69056"/>
                </a:cubicBezTo>
                <a:cubicBezTo>
                  <a:pt x="0" y="30917"/>
                  <a:pt x="30917" y="0"/>
                  <a:pt x="69056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585F98-BBCE-5CC7-6CF8-844A31249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68977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41" name="Graphic 11" descr="Checkmark">
            <a:extLst>
              <a:ext uri="{FF2B5EF4-FFF2-40B4-BE49-F238E27FC236}">
                <a16:creationId xmlns:a16="http://schemas.microsoft.com/office/drawing/2014/main" id="{0C1569AE-E1AB-5860-18C4-A47F3288A561}"/>
              </a:ext>
            </a:extLst>
          </p:cNvPr>
          <p:cNvSpPr/>
          <p:nvPr/>
        </p:nvSpPr>
        <p:spPr>
          <a:xfrm>
            <a:off x="6863623" y="1919655"/>
            <a:ext cx="332017" cy="332017"/>
          </a:xfrm>
          <a:custGeom>
            <a:avLst/>
            <a:gdLst>
              <a:gd name="connsiteX0" fmla="*/ 30956 w 171450"/>
              <a:gd name="connsiteY0" fmla="*/ 0 h 171450"/>
              <a:gd name="connsiteX1" fmla="*/ 0 w 171450"/>
              <a:gd name="connsiteY1" fmla="*/ 30956 h 171450"/>
              <a:gd name="connsiteX2" fmla="*/ 0 w 171450"/>
              <a:gd name="connsiteY2" fmla="*/ 140494 h 171450"/>
              <a:gd name="connsiteX3" fmla="*/ 30956 w 171450"/>
              <a:gd name="connsiteY3" fmla="*/ 171450 h 171450"/>
              <a:gd name="connsiteX4" fmla="*/ 140494 w 171450"/>
              <a:gd name="connsiteY4" fmla="*/ 171450 h 171450"/>
              <a:gd name="connsiteX5" fmla="*/ 171450 w 171450"/>
              <a:gd name="connsiteY5" fmla="*/ 140494 h 171450"/>
              <a:gd name="connsiteX6" fmla="*/ 171450 w 171450"/>
              <a:gd name="connsiteY6" fmla="*/ 30956 h 171450"/>
              <a:gd name="connsiteX7" fmla="*/ 140494 w 171450"/>
              <a:gd name="connsiteY7" fmla="*/ 0 h 171450"/>
              <a:gd name="connsiteX8" fmla="*/ 30956 w 171450"/>
              <a:gd name="connsiteY8" fmla="*/ 0 h 171450"/>
              <a:gd name="connsiteX9" fmla="*/ 136017 w 171450"/>
              <a:gd name="connsiteY9" fmla="*/ 59823 h 171450"/>
              <a:gd name="connsiteX10" fmla="*/ 71688 w 171450"/>
              <a:gd name="connsiteY10" fmla="*/ 124078 h 171450"/>
              <a:gd name="connsiteX11" fmla="*/ 61588 w 171450"/>
              <a:gd name="connsiteY11" fmla="*/ 124075 h 171450"/>
              <a:gd name="connsiteX12" fmla="*/ 35434 w 171450"/>
              <a:gd name="connsiteY12" fmla="*/ 97920 h 171450"/>
              <a:gd name="connsiteX13" fmla="*/ 35435 w 171450"/>
              <a:gd name="connsiteY13" fmla="*/ 87817 h 171450"/>
              <a:gd name="connsiteX14" fmla="*/ 45538 w 171450"/>
              <a:gd name="connsiteY14" fmla="*/ 87818 h 171450"/>
              <a:gd name="connsiteX15" fmla="*/ 66642 w 171450"/>
              <a:gd name="connsiteY15" fmla="*/ 108924 h 171450"/>
              <a:gd name="connsiteX16" fmla="*/ 125920 w 171450"/>
              <a:gd name="connsiteY16" fmla="*/ 49714 h 171450"/>
              <a:gd name="connsiteX17" fmla="*/ 136023 w 171450"/>
              <a:gd name="connsiteY17" fmla="*/ 49720 h 171450"/>
              <a:gd name="connsiteX18" fmla="*/ 136017 w 171450"/>
              <a:gd name="connsiteY18" fmla="*/ 59823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1450" h="171450">
                <a:moveTo>
                  <a:pt x="30956" y="0"/>
                </a:moveTo>
                <a:cubicBezTo>
                  <a:pt x="13860" y="0"/>
                  <a:pt x="0" y="13860"/>
                  <a:pt x="0" y="30956"/>
                </a:cubicBezTo>
                <a:lnTo>
                  <a:pt x="0" y="140494"/>
                </a:lnTo>
                <a:cubicBezTo>
                  <a:pt x="0" y="157590"/>
                  <a:pt x="13860" y="171450"/>
                  <a:pt x="30956" y="171450"/>
                </a:cubicBezTo>
                <a:lnTo>
                  <a:pt x="140494" y="171450"/>
                </a:lnTo>
                <a:cubicBezTo>
                  <a:pt x="157590" y="171450"/>
                  <a:pt x="171450" y="157590"/>
                  <a:pt x="171450" y="140494"/>
                </a:cubicBezTo>
                <a:lnTo>
                  <a:pt x="171450" y="30956"/>
                </a:lnTo>
                <a:cubicBezTo>
                  <a:pt x="171450" y="13860"/>
                  <a:pt x="157590" y="0"/>
                  <a:pt x="140494" y="0"/>
                </a:cubicBezTo>
                <a:lnTo>
                  <a:pt x="30956" y="0"/>
                </a:lnTo>
                <a:close/>
                <a:moveTo>
                  <a:pt x="136017" y="59823"/>
                </a:moveTo>
                <a:lnTo>
                  <a:pt x="71688" y="124078"/>
                </a:lnTo>
                <a:cubicBezTo>
                  <a:pt x="68897" y="126865"/>
                  <a:pt x="64376" y="126863"/>
                  <a:pt x="61588" y="124075"/>
                </a:cubicBezTo>
                <a:lnTo>
                  <a:pt x="35434" y="97920"/>
                </a:lnTo>
                <a:cubicBezTo>
                  <a:pt x="32645" y="95130"/>
                  <a:pt x="32645" y="90607"/>
                  <a:pt x="35435" y="87817"/>
                </a:cubicBezTo>
                <a:cubicBezTo>
                  <a:pt x="38225" y="85028"/>
                  <a:pt x="42748" y="85028"/>
                  <a:pt x="45538" y="87818"/>
                </a:cubicBezTo>
                <a:lnTo>
                  <a:pt x="66642" y="108924"/>
                </a:lnTo>
                <a:lnTo>
                  <a:pt x="125920" y="49714"/>
                </a:lnTo>
                <a:cubicBezTo>
                  <a:pt x="128711" y="46926"/>
                  <a:pt x="133235" y="46929"/>
                  <a:pt x="136023" y="49720"/>
                </a:cubicBezTo>
                <a:cubicBezTo>
                  <a:pt x="138812" y="52512"/>
                  <a:pt x="138809" y="57035"/>
                  <a:pt x="136017" y="59823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A15C7F-18B7-2411-2550-856ABBA3295E}"/>
              </a:ext>
            </a:extLst>
          </p:cNvPr>
          <p:cNvSpPr/>
          <p:nvPr/>
        </p:nvSpPr>
        <p:spPr>
          <a:xfrm>
            <a:off x="4487386" y="2747467"/>
            <a:ext cx="3072790" cy="2754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2019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virtualization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Intelligent query processing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Accelerated database recovery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classification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52CF2F-C33B-F085-B60B-F9D86D38E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517219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49" name="Graphic 48" descr="Cloud with solid fill">
            <a:extLst>
              <a:ext uri="{FF2B5EF4-FFF2-40B4-BE49-F238E27FC236}">
                <a16:creationId xmlns:a16="http://schemas.microsoft.com/office/drawing/2014/main" id="{FBEBF914-C6EE-263F-01FE-A04C1F24C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2116" y="1789906"/>
            <a:ext cx="591514" cy="591514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605A054-BD9E-CCF7-33A3-E66C895A4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516286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FE82F5E-A05F-8241-C2E4-8C186048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22679" y="1845714"/>
            <a:ext cx="508522" cy="479889"/>
            <a:chOff x="9787831" y="1967541"/>
            <a:chExt cx="559374" cy="527879"/>
          </a:xfrm>
        </p:grpSpPr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21F840-EDE0-2FE3-9253-40BDE48F10B1}"/>
                </a:ext>
              </a:extLst>
            </p:cNvPr>
            <p:cNvSpPr>
              <a:spLocks/>
            </p:cNvSpPr>
            <p:nvPr/>
          </p:nvSpPr>
          <p:spPr bwMode="auto">
            <a:xfrm rot="2171515">
              <a:off x="9966694" y="2267560"/>
              <a:ext cx="247058" cy="227860"/>
            </a:xfrm>
            <a:custGeom>
              <a:avLst/>
              <a:gdLst>
                <a:gd name="T0" fmla="*/ 0 w 147"/>
                <a:gd name="T1" fmla="*/ 125 h 129"/>
                <a:gd name="T2" fmla="*/ 32 w 147"/>
                <a:gd name="T3" fmla="*/ 129 h 129"/>
                <a:gd name="T4" fmla="*/ 147 w 147"/>
                <a:gd name="T5" fmla="*/ 14 h 129"/>
                <a:gd name="T6" fmla="*/ 146 w 147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" h="129">
                  <a:moveTo>
                    <a:pt x="0" y="125"/>
                  </a:moveTo>
                  <a:cubicBezTo>
                    <a:pt x="10" y="127"/>
                    <a:pt x="21" y="129"/>
                    <a:pt x="32" y="129"/>
                  </a:cubicBezTo>
                  <a:cubicBezTo>
                    <a:pt x="96" y="129"/>
                    <a:pt x="147" y="77"/>
                    <a:pt x="147" y="14"/>
                  </a:cubicBezTo>
                  <a:cubicBezTo>
                    <a:pt x="147" y="9"/>
                    <a:pt x="147" y="4"/>
                    <a:pt x="146" y="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 lim="800000"/>
              <a:headEnd type="triangle"/>
              <a:tailEnd type="none"/>
            </a:ln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E8431241-5E8C-8CC5-EC74-173CC475D074}"/>
                </a:ext>
              </a:extLst>
            </p:cNvPr>
            <p:cNvSpPr>
              <a:spLocks/>
            </p:cNvSpPr>
            <p:nvPr/>
          </p:nvSpPr>
          <p:spPr bwMode="auto">
            <a:xfrm rot="2978489">
              <a:off x="9975650" y="1971426"/>
              <a:ext cx="229146" cy="221376"/>
            </a:xfrm>
            <a:custGeom>
              <a:avLst/>
              <a:gdLst>
                <a:gd name="T0" fmla="*/ 1 w 130"/>
                <a:gd name="T1" fmla="*/ 132 h 132"/>
                <a:gd name="T2" fmla="*/ 0 w 130"/>
                <a:gd name="T3" fmla="*/ 115 h 132"/>
                <a:gd name="T4" fmla="*/ 115 w 130"/>
                <a:gd name="T5" fmla="*/ 0 h 132"/>
                <a:gd name="T6" fmla="*/ 130 w 13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132">
                  <a:moveTo>
                    <a:pt x="1" y="132"/>
                  </a:moveTo>
                  <a:cubicBezTo>
                    <a:pt x="1" y="126"/>
                    <a:pt x="0" y="120"/>
                    <a:pt x="0" y="115"/>
                  </a:cubicBezTo>
                  <a:cubicBezTo>
                    <a:pt x="0" y="51"/>
                    <a:pt x="51" y="0"/>
                    <a:pt x="115" y="0"/>
                  </a:cubicBezTo>
                  <a:cubicBezTo>
                    <a:pt x="121" y="0"/>
                    <a:pt x="126" y="0"/>
                    <a:pt x="130" y="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 lim="800000"/>
              <a:headEnd/>
              <a:tailEnd type="triangle"/>
            </a:ln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 182">
              <a:extLst>
                <a:ext uri="{FF2B5EF4-FFF2-40B4-BE49-F238E27FC236}">
                  <a16:creationId xmlns:a16="http://schemas.microsoft.com/office/drawing/2014/main" id="{563D95B1-6363-53BF-C53F-56ECC767FCF6}"/>
                </a:ext>
              </a:extLst>
            </p:cNvPr>
            <p:cNvSpPr/>
            <p:nvPr/>
          </p:nvSpPr>
          <p:spPr bwMode="auto">
            <a:xfrm>
              <a:off x="9787831" y="2108714"/>
              <a:ext cx="174904" cy="236114"/>
            </a:xfrm>
            <a:custGeom>
              <a:avLst/>
              <a:gdLst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143359 h 1866625"/>
                <a:gd name="connsiteX30" fmla="*/ 21049 w 1455401"/>
                <a:gd name="connsiteY30" fmla="*/ 1033051 h 1866625"/>
                <a:gd name="connsiteX31" fmla="*/ 15633 w 1455401"/>
                <a:gd name="connsiteY31" fmla="*/ 1030526 h 1866625"/>
                <a:gd name="connsiteX32" fmla="*/ 0 w 1455401"/>
                <a:gd name="connsiteY32" fmla="*/ 1017423 h 1866625"/>
                <a:gd name="connsiteX33" fmla="*/ 1 w 1455401"/>
                <a:gd name="connsiteY33" fmla="*/ 296841 h 1866625"/>
                <a:gd name="connsiteX34" fmla="*/ 0 w 1455401"/>
                <a:gd name="connsiteY34" fmla="*/ 296838 h 1866625"/>
                <a:gd name="connsiteX35" fmla="*/ 1 w 1455401"/>
                <a:gd name="connsiteY35" fmla="*/ 296835 h 1866625"/>
                <a:gd name="connsiteX36" fmla="*/ 3758 w 1455401"/>
                <a:gd name="connsiteY36" fmla="*/ 266488 h 1866625"/>
                <a:gd name="connsiteX37" fmla="*/ 727700 w 1455401"/>
                <a:gd name="connsiteY3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033051 h 1866625"/>
                <a:gd name="connsiteX30" fmla="*/ 15633 w 1455401"/>
                <a:gd name="connsiteY30" fmla="*/ 1030526 h 1866625"/>
                <a:gd name="connsiteX31" fmla="*/ 0 w 1455401"/>
                <a:gd name="connsiteY31" fmla="*/ 1017423 h 1866625"/>
                <a:gd name="connsiteX32" fmla="*/ 1 w 1455401"/>
                <a:gd name="connsiteY32" fmla="*/ 296841 h 1866625"/>
                <a:gd name="connsiteX33" fmla="*/ 0 w 1455401"/>
                <a:gd name="connsiteY33" fmla="*/ 296838 h 1866625"/>
                <a:gd name="connsiteX34" fmla="*/ 1 w 1455401"/>
                <a:gd name="connsiteY34" fmla="*/ 296835 h 1866625"/>
                <a:gd name="connsiteX35" fmla="*/ 3758 w 1455401"/>
                <a:gd name="connsiteY35" fmla="*/ 266488 h 1866625"/>
                <a:gd name="connsiteX36" fmla="*/ 727700 w 1455401"/>
                <a:gd name="connsiteY3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15633 w 1455401"/>
                <a:gd name="connsiteY29" fmla="*/ 1030526 h 1866625"/>
                <a:gd name="connsiteX30" fmla="*/ 0 w 1455401"/>
                <a:gd name="connsiteY30" fmla="*/ 1017423 h 1866625"/>
                <a:gd name="connsiteX31" fmla="*/ 1 w 1455401"/>
                <a:gd name="connsiteY31" fmla="*/ 296841 h 1866625"/>
                <a:gd name="connsiteX32" fmla="*/ 0 w 1455401"/>
                <a:gd name="connsiteY32" fmla="*/ 296838 h 1866625"/>
                <a:gd name="connsiteX33" fmla="*/ 1 w 1455401"/>
                <a:gd name="connsiteY33" fmla="*/ 296835 h 1866625"/>
                <a:gd name="connsiteX34" fmla="*/ 3758 w 1455401"/>
                <a:gd name="connsiteY34" fmla="*/ 266488 h 1866625"/>
                <a:gd name="connsiteX35" fmla="*/ 727700 w 1455401"/>
                <a:gd name="connsiteY35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0 w 1455401"/>
                <a:gd name="connsiteY29" fmla="*/ 1017423 h 1866625"/>
                <a:gd name="connsiteX30" fmla="*/ 1 w 1455401"/>
                <a:gd name="connsiteY30" fmla="*/ 296841 h 1866625"/>
                <a:gd name="connsiteX31" fmla="*/ 0 w 1455401"/>
                <a:gd name="connsiteY31" fmla="*/ 296838 h 1866625"/>
                <a:gd name="connsiteX32" fmla="*/ 1 w 1455401"/>
                <a:gd name="connsiteY32" fmla="*/ 296835 h 1866625"/>
                <a:gd name="connsiteX33" fmla="*/ 3758 w 1455401"/>
                <a:gd name="connsiteY33" fmla="*/ 266488 h 1866625"/>
                <a:gd name="connsiteX34" fmla="*/ 727700 w 1455401"/>
                <a:gd name="connsiteY34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0 w 1455401"/>
                <a:gd name="connsiteY28" fmla="*/ 1017423 h 1866625"/>
                <a:gd name="connsiteX29" fmla="*/ 1 w 1455401"/>
                <a:gd name="connsiteY29" fmla="*/ 296841 h 1866625"/>
                <a:gd name="connsiteX30" fmla="*/ 0 w 1455401"/>
                <a:gd name="connsiteY30" fmla="*/ 296838 h 1866625"/>
                <a:gd name="connsiteX31" fmla="*/ 1 w 1455401"/>
                <a:gd name="connsiteY31" fmla="*/ 296835 h 1866625"/>
                <a:gd name="connsiteX32" fmla="*/ 3758 w 1455401"/>
                <a:gd name="connsiteY32" fmla="*/ 266488 h 1866625"/>
                <a:gd name="connsiteX33" fmla="*/ 727700 w 1455401"/>
                <a:gd name="connsiteY33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 w 1455401"/>
                <a:gd name="connsiteY28" fmla="*/ 296841 h 1866625"/>
                <a:gd name="connsiteX29" fmla="*/ 0 w 1455401"/>
                <a:gd name="connsiteY29" fmla="*/ 296838 h 1866625"/>
                <a:gd name="connsiteX30" fmla="*/ 1 w 1455401"/>
                <a:gd name="connsiteY30" fmla="*/ 296835 h 1866625"/>
                <a:gd name="connsiteX31" fmla="*/ 3758 w 1455401"/>
                <a:gd name="connsiteY31" fmla="*/ 266488 h 1866625"/>
                <a:gd name="connsiteX32" fmla="*/ 727700 w 1455401"/>
                <a:gd name="connsiteY32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296841 h 1866625"/>
                <a:gd name="connsiteX28" fmla="*/ 0 w 1455401"/>
                <a:gd name="connsiteY28" fmla="*/ 296838 h 1866625"/>
                <a:gd name="connsiteX29" fmla="*/ 1 w 1455401"/>
                <a:gd name="connsiteY29" fmla="*/ 296835 h 1866625"/>
                <a:gd name="connsiteX30" fmla="*/ 3758 w 1455401"/>
                <a:gd name="connsiteY30" fmla="*/ 266488 h 1866625"/>
                <a:gd name="connsiteX31" fmla="*/ 727700 w 1455401"/>
                <a:gd name="connsiteY31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143359 h 1866625"/>
                <a:gd name="connsiteX13" fmla="*/ 1439768 w 1455401"/>
                <a:gd name="connsiteY13" fmla="*/ 1140834 h 1866625"/>
                <a:gd name="connsiteX14" fmla="*/ 1455401 w 1455401"/>
                <a:gd name="connsiteY14" fmla="*/ 1127732 h 1866625"/>
                <a:gd name="connsiteX15" fmla="*/ 1455401 w 1455401"/>
                <a:gd name="connsiteY15" fmla="*/ 1569784 h 1866625"/>
                <a:gd name="connsiteX16" fmla="*/ 1455401 w 1455401"/>
                <a:gd name="connsiteY16" fmla="*/ 1569787 h 1866625"/>
                <a:gd name="connsiteX17" fmla="*/ 1455401 w 1455401"/>
                <a:gd name="connsiteY17" fmla="*/ 1569790 h 1866625"/>
                <a:gd name="connsiteX18" fmla="*/ 1455401 w 1455401"/>
                <a:gd name="connsiteY18" fmla="*/ 1578767 h 1866625"/>
                <a:gd name="connsiteX19" fmla="*/ 1454289 w 1455401"/>
                <a:gd name="connsiteY19" fmla="*/ 1578767 h 1866625"/>
                <a:gd name="connsiteX20" fmla="*/ 1451644 w 1455401"/>
                <a:gd name="connsiteY20" fmla="*/ 1600137 h 1866625"/>
                <a:gd name="connsiteX21" fmla="*/ 727701 w 1455401"/>
                <a:gd name="connsiteY21" fmla="*/ 1866625 h 1866625"/>
                <a:gd name="connsiteX22" fmla="*/ 3758 w 1455401"/>
                <a:gd name="connsiteY22" fmla="*/ 1600137 h 1866625"/>
                <a:gd name="connsiteX23" fmla="*/ 1113 w 1455401"/>
                <a:gd name="connsiteY23" fmla="*/ 1578767 h 1866625"/>
                <a:gd name="connsiteX24" fmla="*/ 1 w 1455401"/>
                <a:gd name="connsiteY24" fmla="*/ 1578767 h 1866625"/>
                <a:gd name="connsiteX25" fmla="*/ 1 w 1455401"/>
                <a:gd name="connsiteY25" fmla="*/ 1569787 h 1866625"/>
                <a:gd name="connsiteX26" fmla="*/ 1 w 1455401"/>
                <a:gd name="connsiteY26" fmla="*/ 296841 h 1866625"/>
                <a:gd name="connsiteX27" fmla="*/ 0 w 1455401"/>
                <a:gd name="connsiteY27" fmla="*/ 296838 h 1866625"/>
                <a:gd name="connsiteX28" fmla="*/ 1 w 1455401"/>
                <a:gd name="connsiteY28" fmla="*/ 296835 h 1866625"/>
                <a:gd name="connsiteX29" fmla="*/ 3758 w 1455401"/>
                <a:gd name="connsiteY29" fmla="*/ 266488 h 1866625"/>
                <a:gd name="connsiteX30" fmla="*/ 727700 w 1455401"/>
                <a:gd name="connsiteY30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4352 w 1455401"/>
                <a:gd name="connsiteY11" fmla="*/ 1143359 h 1866625"/>
                <a:gd name="connsiteX12" fmla="*/ 1439768 w 1455401"/>
                <a:gd name="connsiteY12" fmla="*/ 1140834 h 1866625"/>
                <a:gd name="connsiteX13" fmla="*/ 1455401 w 1455401"/>
                <a:gd name="connsiteY13" fmla="*/ 1127732 h 1866625"/>
                <a:gd name="connsiteX14" fmla="*/ 1455401 w 1455401"/>
                <a:gd name="connsiteY14" fmla="*/ 1569784 h 1866625"/>
                <a:gd name="connsiteX15" fmla="*/ 1455401 w 1455401"/>
                <a:gd name="connsiteY15" fmla="*/ 1569787 h 1866625"/>
                <a:gd name="connsiteX16" fmla="*/ 1455401 w 1455401"/>
                <a:gd name="connsiteY16" fmla="*/ 1569790 h 1866625"/>
                <a:gd name="connsiteX17" fmla="*/ 1455401 w 1455401"/>
                <a:gd name="connsiteY17" fmla="*/ 1578767 h 1866625"/>
                <a:gd name="connsiteX18" fmla="*/ 1454289 w 1455401"/>
                <a:gd name="connsiteY18" fmla="*/ 1578767 h 1866625"/>
                <a:gd name="connsiteX19" fmla="*/ 1451644 w 1455401"/>
                <a:gd name="connsiteY19" fmla="*/ 1600137 h 1866625"/>
                <a:gd name="connsiteX20" fmla="*/ 727701 w 1455401"/>
                <a:gd name="connsiteY20" fmla="*/ 1866625 h 1866625"/>
                <a:gd name="connsiteX21" fmla="*/ 3758 w 1455401"/>
                <a:gd name="connsiteY21" fmla="*/ 1600137 h 1866625"/>
                <a:gd name="connsiteX22" fmla="*/ 1113 w 1455401"/>
                <a:gd name="connsiteY22" fmla="*/ 1578767 h 1866625"/>
                <a:gd name="connsiteX23" fmla="*/ 1 w 1455401"/>
                <a:gd name="connsiteY23" fmla="*/ 1578767 h 1866625"/>
                <a:gd name="connsiteX24" fmla="*/ 1 w 1455401"/>
                <a:gd name="connsiteY24" fmla="*/ 1569787 h 1866625"/>
                <a:gd name="connsiteX25" fmla="*/ 1 w 1455401"/>
                <a:gd name="connsiteY25" fmla="*/ 296841 h 1866625"/>
                <a:gd name="connsiteX26" fmla="*/ 0 w 1455401"/>
                <a:gd name="connsiteY26" fmla="*/ 296838 h 1866625"/>
                <a:gd name="connsiteX27" fmla="*/ 1 w 1455401"/>
                <a:gd name="connsiteY27" fmla="*/ 296835 h 1866625"/>
                <a:gd name="connsiteX28" fmla="*/ 3758 w 1455401"/>
                <a:gd name="connsiteY28" fmla="*/ 266488 h 1866625"/>
                <a:gd name="connsiteX29" fmla="*/ 727700 w 1455401"/>
                <a:gd name="connsiteY29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127732 h 1866625"/>
                <a:gd name="connsiteX13" fmla="*/ 1455401 w 1455401"/>
                <a:gd name="connsiteY13" fmla="*/ 1569784 h 1866625"/>
                <a:gd name="connsiteX14" fmla="*/ 1455401 w 1455401"/>
                <a:gd name="connsiteY14" fmla="*/ 1569787 h 1866625"/>
                <a:gd name="connsiteX15" fmla="*/ 1455401 w 1455401"/>
                <a:gd name="connsiteY15" fmla="*/ 1569790 h 1866625"/>
                <a:gd name="connsiteX16" fmla="*/ 1455401 w 1455401"/>
                <a:gd name="connsiteY16" fmla="*/ 1578767 h 1866625"/>
                <a:gd name="connsiteX17" fmla="*/ 1454289 w 1455401"/>
                <a:gd name="connsiteY17" fmla="*/ 1578767 h 1866625"/>
                <a:gd name="connsiteX18" fmla="*/ 1451644 w 1455401"/>
                <a:gd name="connsiteY18" fmla="*/ 1600137 h 1866625"/>
                <a:gd name="connsiteX19" fmla="*/ 727701 w 1455401"/>
                <a:gd name="connsiteY19" fmla="*/ 1866625 h 1866625"/>
                <a:gd name="connsiteX20" fmla="*/ 3758 w 1455401"/>
                <a:gd name="connsiteY20" fmla="*/ 1600137 h 1866625"/>
                <a:gd name="connsiteX21" fmla="*/ 1113 w 1455401"/>
                <a:gd name="connsiteY21" fmla="*/ 1578767 h 1866625"/>
                <a:gd name="connsiteX22" fmla="*/ 1 w 1455401"/>
                <a:gd name="connsiteY22" fmla="*/ 1578767 h 1866625"/>
                <a:gd name="connsiteX23" fmla="*/ 1 w 1455401"/>
                <a:gd name="connsiteY23" fmla="*/ 1569787 h 1866625"/>
                <a:gd name="connsiteX24" fmla="*/ 1 w 1455401"/>
                <a:gd name="connsiteY24" fmla="*/ 296841 h 1866625"/>
                <a:gd name="connsiteX25" fmla="*/ 0 w 1455401"/>
                <a:gd name="connsiteY25" fmla="*/ 296838 h 1866625"/>
                <a:gd name="connsiteX26" fmla="*/ 1 w 1455401"/>
                <a:gd name="connsiteY26" fmla="*/ 296835 h 1866625"/>
                <a:gd name="connsiteX27" fmla="*/ 3758 w 1455401"/>
                <a:gd name="connsiteY27" fmla="*/ 266488 h 1866625"/>
                <a:gd name="connsiteX28" fmla="*/ 727700 w 1455401"/>
                <a:gd name="connsiteY28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569784 h 1866625"/>
                <a:gd name="connsiteX13" fmla="*/ 1455401 w 1455401"/>
                <a:gd name="connsiteY13" fmla="*/ 1569787 h 1866625"/>
                <a:gd name="connsiteX14" fmla="*/ 1455401 w 1455401"/>
                <a:gd name="connsiteY14" fmla="*/ 1569790 h 1866625"/>
                <a:gd name="connsiteX15" fmla="*/ 1455401 w 1455401"/>
                <a:gd name="connsiteY15" fmla="*/ 1578767 h 1866625"/>
                <a:gd name="connsiteX16" fmla="*/ 1454289 w 1455401"/>
                <a:gd name="connsiteY16" fmla="*/ 1578767 h 1866625"/>
                <a:gd name="connsiteX17" fmla="*/ 1451644 w 1455401"/>
                <a:gd name="connsiteY17" fmla="*/ 1600137 h 1866625"/>
                <a:gd name="connsiteX18" fmla="*/ 727701 w 1455401"/>
                <a:gd name="connsiteY18" fmla="*/ 1866625 h 1866625"/>
                <a:gd name="connsiteX19" fmla="*/ 3758 w 1455401"/>
                <a:gd name="connsiteY19" fmla="*/ 1600137 h 1866625"/>
                <a:gd name="connsiteX20" fmla="*/ 1113 w 1455401"/>
                <a:gd name="connsiteY20" fmla="*/ 1578767 h 1866625"/>
                <a:gd name="connsiteX21" fmla="*/ 1 w 1455401"/>
                <a:gd name="connsiteY21" fmla="*/ 1578767 h 1866625"/>
                <a:gd name="connsiteX22" fmla="*/ 1 w 1455401"/>
                <a:gd name="connsiteY22" fmla="*/ 1569787 h 1866625"/>
                <a:gd name="connsiteX23" fmla="*/ 1 w 1455401"/>
                <a:gd name="connsiteY23" fmla="*/ 296841 h 1866625"/>
                <a:gd name="connsiteX24" fmla="*/ 0 w 1455401"/>
                <a:gd name="connsiteY24" fmla="*/ 296838 h 1866625"/>
                <a:gd name="connsiteX25" fmla="*/ 1 w 1455401"/>
                <a:gd name="connsiteY25" fmla="*/ 296835 h 1866625"/>
                <a:gd name="connsiteX26" fmla="*/ 3758 w 1455401"/>
                <a:gd name="connsiteY26" fmla="*/ 266488 h 1866625"/>
                <a:gd name="connsiteX27" fmla="*/ 727700 w 1455401"/>
                <a:gd name="connsiteY2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55401 w 1455401"/>
                <a:gd name="connsiteY11" fmla="*/ 1569784 h 1866625"/>
                <a:gd name="connsiteX12" fmla="*/ 1455401 w 1455401"/>
                <a:gd name="connsiteY12" fmla="*/ 1569787 h 1866625"/>
                <a:gd name="connsiteX13" fmla="*/ 1455401 w 1455401"/>
                <a:gd name="connsiteY13" fmla="*/ 1569790 h 1866625"/>
                <a:gd name="connsiteX14" fmla="*/ 1455401 w 1455401"/>
                <a:gd name="connsiteY14" fmla="*/ 1578767 h 1866625"/>
                <a:gd name="connsiteX15" fmla="*/ 1454289 w 1455401"/>
                <a:gd name="connsiteY15" fmla="*/ 1578767 h 1866625"/>
                <a:gd name="connsiteX16" fmla="*/ 1451644 w 1455401"/>
                <a:gd name="connsiteY16" fmla="*/ 1600137 h 1866625"/>
                <a:gd name="connsiteX17" fmla="*/ 727701 w 1455401"/>
                <a:gd name="connsiteY17" fmla="*/ 1866625 h 1866625"/>
                <a:gd name="connsiteX18" fmla="*/ 3758 w 1455401"/>
                <a:gd name="connsiteY18" fmla="*/ 1600137 h 1866625"/>
                <a:gd name="connsiteX19" fmla="*/ 1113 w 1455401"/>
                <a:gd name="connsiteY19" fmla="*/ 1578767 h 1866625"/>
                <a:gd name="connsiteX20" fmla="*/ 1 w 1455401"/>
                <a:gd name="connsiteY20" fmla="*/ 1578767 h 1866625"/>
                <a:gd name="connsiteX21" fmla="*/ 1 w 1455401"/>
                <a:gd name="connsiteY21" fmla="*/ 1569787 h 1866625"/>
                <a:gd name="connsiteX22" fmla="*/ 1 w 1455401"/>
                <a:gd name="connsiteY22" fmla="*/ 296841 h 1866625"/>
                <a:gd name="connsiteX23" fmla="*/ 0 w 1455401"/>
                <a:gd name="connsiteY23" fmla="*/ 296838 h 1866625"/>
                <a:gd name="connsiteX24" fmla="*/ 1 w 1455401"/>
                <a:gd name="connsiteY24" fmla="*/ 296835 h 1866625"/>
                <a:gd name="connsiteX25" fmla="*/ 3758 w 1455401"/>
                <a:gd name="connsiteY25" fmla="*/ 266488 h 1866625"/>
                <a:gd name="connsiteX26" fmla="*/ 727700 w 1455401"/>
                <a:gd name="connsiteY2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569784 h 1866625"/>
                <a:gd name="connsiteX11" fmla="*/ 1455401 w 1455401"/>
                <a:gd name="connsiteY11" fmla="*/ 1569787 h 1866625"/>
                <a:gd name="connsiteX12" fmla="*/ 1455401 w 1455401"/>
                <a:gd name="connsiteY12" fmla="*/ 1569790 h 1866625"/>
                <a:gd name="connsiteX13" fmla="*/ 1455401 w 1455401"/>
                <a:gd name="connsiteY13" fmla="*/ 1578767 h 1866625"/>
                <a:gd name="connsiteX14" fmla="*/ 1454289 w 1455401"/>
                <a:gd name="connsiteY14" fmla="*/ 1578767 h 1866625"/>
                <a:gd name="connsiteX15" fmla="*/ 1451644 w 1455401"/>
                <a:gd name="connsiteY15" fmla="*/ 1600137 h 1866625"/>
                <a:gd name="connsiteX16" fmla="*/ 727701 w 1455401"/>
                <a:gd name="connsiteY16" fmla="*/ 1866625 h 1866625"/>
                <a:gd name="connsiteX17" fmla="*/ 3758 w 1455401"/>
                <a:gd name="connsiteY17" fmla="*/ 1600137 h 1866625"/>
                <a:gd name="connsiteX18" fmla="*/ 1113 w 1455401"/>
                <a:gd name="connsiteY18" fmla="*/ 1578767 h 1866625"/>
                <a:gd name="connsiteX19" fmla="*/ 1 w 1455401"/>
                <a:gd name="connsiteY19" fmla="*/ 1578767 h 1866625"/>
                <a:gd name="connsiteX20" fmla="*/ 1 w 1455401"/>
                <a:gd name="connsiteY20" fmla="*/ 1569787 h 1866625"/>
                <a:gd name="connsiteX21" fmla="*/ 1 w 1455401"/>
                <a:gd name="connsiteY21" fmla="*/ 296841 h 1866625"/>
                <a:gd name="connsiteX22" fmla="*/ 0 w 1455401"/>
                <a:gd name="connsiteY22" fmla="*/ 296838 h 1866625"/>
                <a:gd name="connsiteX23" fmla="*/ 1 w 1455401"/>
                <a:gd name="connsiteY23" fmla="*/ 296835 h 1866625"/>
                <a:gd name="connsiteX24" fmla="*/ 3758 w 1455401"/>
                <a:gd name="connsiteY24" fmla="*/ 266488 h 1866625"/>
                <a:gd name="connsiteX25" fmla="*/ 727700 w 1455401"/>
                <a:gd name="connsiteY25" fmla="*/ 0 h 186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5401" h="1866625">
                  <a:moveTo>
                    <a:pt x="727701" y="107085"/>
                  </a:moveTo>
                  <a:cubicBezTo>
                    <a:pt x="450294" y="107085"/>
                    <a:pt x="225411" y="173087"/>
                    <a:pt x="225411" y="254506"/>
                  </a:cubicBezTo>
                  <a:cubicBezTo>
                    <a:pt x="225411" y="335924"/>
                    <a:pt x="450294" y="401926"/>
                    <a:pt x="727701" y="401926"/>
                  </a:cubicBezTo>
                  <a:cubicBezTo>
                    <a:pt x="1005108" y="401926"/>
                    <a:pt x="1229991" y="335924"/>
                    <a:pt x="1229991" y="254506"/>
                  </a:cubicBezTo>
                  <a:cubicBezTo>
                    <a:pt x="1229991" y="173087"/>
                    <a:pt x="1005108" y="107085"/>
                    <a:pt x="727701" y="107085"/>
                  </a:cubicBezTo>
                  <a:close/>
                  <a:moveTo>
                    <a:pt x="727700" y="0"/>
                  </a:moveTo>
                  <a:cubicBezTo>
                    <a:pt x="1104479" y="0"/>
                    <a:pt x="1414378" y="116806"/>
                    <a:pt x="1451644" y="266488"/>
                  </a:cubicBezTo>
                  <a:lnTo>
                    <a:pt x="1454289" y="287858"/>
                  </a:lnTo>
                  <a:lnTo>
                    <a:pt x="1455400" y="287858"/>
                  </a:lnTo>
                  <a:lnTo>
                    <a:pt x="1455400" y="296838"/>
                  </a:lnTo>
                  <a:cubicBezTo>
                    <a:pt x="1455400" y="510492"/>
                    <a:pt x="1455401" y="1357626"/>
                    <a:pt x="1455401" y="1569784"/>
                  </a:cubicBezTo>
                  <a:lnTo>
                    <a:pt x="1455401" y="1569787"/>
                  </a:lnTo>
                  <a:lnTo>
                    <a:pt x="1455401" y="1569790"/>
                  </a:lnTo>
                  <a:lnTo>
                    <a:pt x="1455401" y="1578767"/>
                  </a:lnTo>
                  <a:lnTo>
                    <a:pt x="1454289" y="1578767"/>
                  </a:lnTo>
                  <a:lnTo>
                    <a:pt x="1451644" y="1600137"/>
                  </a:lnTo>
                  <a:cubicBezTo>
                    <a:pt x="1414379" y="1749819"/>
                    <a:pt x="1104480" y="1866625"/>
                    <a:pt x="727701" y="1866625"/>
                  </a:cubicBezTo>
                  <a:cubicBezTo>
                    <a:pt x="350922" y="1866625"/>
                    <a:pt x="41024" y="1749819"/>
                    <a:pt x="3758" y="1600137"/>
                  </a:cubicBezTo>
                  <a:lnTo>
                    <a:pt x="1113" y="1578767"/>
                  </a:lnTo>
                  <a:lnTo>
                    <a:pt x="1" y="1578767"/>
                  </a:lnTo>
                  <a:lnTo>
                    <a:pt x="1" y="1569787"/>
                  </a:lnTo>
                  <a:lnTo>
                    <a:pt x="1" y="296841"/>
                  </a:lnTo>
                  <a:cubicBezTo>
                    <a:pt x="1" y="158359"/>
                    <a:pt x="0" y="296839"/>
                    <a:pt x="0" y="296838"/>
                  </a:cubicBezTo>
                  <a:cubicBezTo>
                    <a:pt x="0" y="296837"/>
                    <a:pt x="1" y="296836"/>
                    <a:pt x="1" y="296835"/>
                  </a:cubicBezTo>
                  <a:lnTo>
                    <a:pt x="3758" y="266488"/>
                  </a:lnTo>
                  <a:cubicBezTo>
                    <a:pt x="41023" y="116806"/>
                    <a:pt x="350921" y="0"/>
                    <a:pt x="7277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F84FCB6-D697-B582-D9A9-01A2AC31E111}"/>
                </a:ext>
              </a:extLst>
            </p:cNvPr>
            <p:cNvGrpSpPr/>
            <p:nvPr/>
          </p:nvGrpSpPr>
          <p:grpSpPr>
            <a:xfrm>
              <a:off x="9838759" y="2185706"/>
              <a:ext cx="69932" cy="113568"/>
              <a:chOff x="6675672" y="2470169"/>
              <a:chExt cx="284918" cy="439588"/>
            </a:xfrm>
            <a:gradFill flip="none" rotWithShape="1">
              <a:gsLst>
                <a:gs pos="71000">
                  <a:schemeClr val="accent1"/>
                </a:gs>
                <a:gs pos="4023">
                  <a:srgbClr val="F65567"/>
                </a:gs>
                <a:gs pos="35000">
                  <a:srgbClr val="AC35AF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F935454-B22D-0473-0AD7-A54DE55B1C0A}"/>
                  </a:ext>
                </a:extLst>
              </p:cNvPr>
              <p:cNvSpPr/>
              <p:nvPr/>
            </p:nvSpPr>
            <p:spPr>
              <a:xfrm>
                <a:off x="6675672" y="2470169"/>
                <a:ext cx="284918" cy="345972"/>
              </a:xfrm>
              <a:custGeom>
                <a:avLst/>
                <a:gdLst>
                  <a:gd name="connsiteX0" fmla="*/ 190284 w 284917"/>
                  <a:gd name="connsiteY0" fmla="*/ 346311 h 345971"/>
                  <a:gd name="connsiteX1" fmla="*/ 206565 w 284917"/>
                  <a:gd name="connsiteY1" fmla="*/ 289327 h 345971"/>
                  <a:gd name="connsiteX2" fmla="*/ 241162 w 284917"/>
                  <a:gd name="connsiteY2" fmla="*/ 241841 h 345971"/>
                  <a:gd name="connsiteX3" fmla="*/ 272368 w 284917"/>
                  <a:gd name="connsiteY3" fmla="*/ 197068 h 345971"/>
                  <a:gd name="connsiteX4" fmla="*/ 283222 w 284917"/>
                  <a:gd name="connsiteY4" fmla="*/ 144155 h 345971"/>
                  <a:gd name="connsiteX5" fmla="*/ 272368 w 284917"/>
                  <a:gd name="connsiteY5" fmla="*/ 89885 h 345971"/>
                  <a:gd name="connsiteX6" fmla="*/ 242519 w 284917"/>
                  <a:gd name="connsiteY6" fmla="*/ 45790 h 345971"/>
                  <a:gd name="connsiteX7" fmla="*/ 198425 w 284917"/>
                  <a:gd name="connsiteY7" fmla="*/ 15942 h 345971"/>
                  <a:gd name="connsiteX8" fmla="*/ 144155 w 284917"/>
                  <a:gd name="connsiteY8" fmla="*/ 5088 h 345971"/>
                  <a:gd name="connsiteX9" fmla="*/ 89885 w 284917"/>
                  <a:gd name="connsiteY9" fmla="*/ 15942 h 345971"/>
                  <a:gd name="connsiteX10" fmla="*/ 45790 w 284917"/>
                  <a:gd name="connsiteY10" fmla="*/ 45790 h 345971"/>
                  <a:gd name="connsiteX11" fmla="*/ 15942 w 284917"/>
                  <a:gd name="connsiteY11" fmla="*/ 89885 h 345971"/>
                  <a:gd name="connsiteX12" fmla="*/ 5088 w 284917"/>
                  <a:gd name="connsiteY12" fmla="*/ 144155 h 345971"/>
                  <a:gd name="connsiteX13" fmla="*/ 15942 w 284917"/>
                  <a:gd name="connsiteY13" fmla="*/ 197068 h 345971"/>
                  <a:gd name="connsiteX14" fmla="*/ 47147 w 284917"/>
                  <a:gd name="connsiteY14" fmla="*/ 241841 h 345971"/>
                  <a:gd name="connsiteX15" fmla="*/ 81744 w 284917"/>
                  <a:gd name="connsiteY15" fmla="*/ 289327 h 345971"/>
                  <a:gd name="connsiteX16" fmla="*/ 98025 w 284917"/>
                  <a:gd name="connsiteY16" fmla="*/ 346311 h 345971"/>
                  <a:gd name="connsiteX17" fmla="*/ 190284 w 284917"/>
                  <a:gd name="connsiteY17" fmla="*/ 346311 h 34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4917" h="345971">
                    <a:moveTo>
                      <a:pt x="190284" y="346311"/>
                    </a:moveTo>
                    <a:cubicBezTo>
                      <a:pt x="192319" y="325281"/>
                      <a:pt x="197746" y="306287"/>
                      <a:pt x="206565" y="289327"/>
                    </a:cubicBezTo>
                    <a:cubicBezTo>
                      <a:pt x="215384" y="272368"/>
                      <a:pt x="226917" y="256765"/>
                      <a:pt x="241162" y="241841"/>
                    </a:cubicBezTo>
                    <a:cubicBezTo>
                      <a:pt x="254730" y="228273"/>
                      <a:pt x="264906" y="213349"/>
                      <a:pt x="272368" y="197068"/>
                    </a:cubicBezTo>
                    <a:cubicBezTo>
                      <a:pt x="279830" y="180787"/>
                      <a:pt x="283222" y="163149"/>
                      <a:pt x="283222" y="144155"/>
                    </a:cubicBezTo>
                    <a:cubicBezTo>
                      <a:pt x="283222" y="125160"/>
                      <a:pt x="279830" y="106844"/>
                      <a:pt x="272368" y="89885"/>
                    </a:cubicBezTo>
                    <a:cubicBezTo>
                      <a:pt x="264906" y="72925"/>
                      <a:pt x="254730" y="58001"/>
                      <a:pt x="242519" y="45790"/>
                    </a:cubicBezTo>
                    <a:cubicBezTo>
                      <a:pt x="229630" y="32901"/>
                      <a:pt x="215384" y="23404"/>
                      <a:pt x="198425" y="15942"/>
                    </a:cubicBezTo>
                    <a:cubicBezTo>
                      <a:pt x="181466" y="8480"/>
                      <a:pt x="163149" y="5088"/>
                      <a:pt x="144155" y="5088"/>
                    </a:cubicBezTo>
                    <a:cubicBezTo>
                      <a:pt x="125160" y="5088"/>
                      <a:pt x="106844" y="8480"/>
                      <a:pt x="89885" y="15942"/>
                    </a:cubicBezTo>
                    <a:cubicBezTo>
                      <a:pt x="72925" y="23404"/>
                      <a:pt x="58001" y="33580"/>
                      <a:pt x="45790" y="45790"/>
                    </a:cubicBezTo>
                    <a:cubicBezTo>
                      <a:pt x="32901" y="58679"/>
                      <a:pt x="23404" y="72925"/>
                      <a:pt x="15942" y="89885"/>
                    </a:cubicBezTo>
                    <a:cubicBezTo>
                      <a:pt x="8480" y="106844"/>
                      <a:pt x="5088" y="125160"/>
                      <a:pt x="5088" y="144155"/>
                    </a:cubicBezTo>
                    <a:cubicBezTo>
                      <a:pt x="5088" y="163149"/>
                      <a:pt x="8480" y="180787"/>
                      <a:pt x="15942" y="197068"/>
                    </a:cubicBezTo>
                    <a:cubicBezTo>
                      <a:pt x="23404" y="213349"/>
                      <a:pt x="33580" y="228273"/>
                      <a:pt x="47147" y="241841"/>
                    </a:cubicBezTo>
                    <a:cubicBezTo>
                      <a:pt x="61393" y="256765"/>
                      <a:pt x="72925" y="272368"/>
                      <a:pt x="81744" y="289327"/>
                    </a:cubicBezTo>
                    <a:cubicBezTo>
                      <a:pt x="90563" y="306287"/>
                      <a:pt x="95312" y="325281"/>
                      <a:pt x="98025" y="346311"/>
                    </a:cubicBezTo>
                    <a:lnTo>
                      <a:pt x="190284" y="346311"/>
                    </a:lnTo>
                    <a:close/>
                  </a:path>
                </a:pathLst>
              </a:custGeom>
              <a:solidFill>
                <a:srgbClr val="8DC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4497A9D-997F-7C53-AA59-898DD4DBFB85}"/>
                  </a:ext>
                </a:extLst>
              </p:cNvPr>
              <p:cNvSpPr/>
              <p:nvPr/>
            </p:nvSpPr>
            <p:spPr>
              <a:xfrm>
                <a:off x="6767253" y="2841919"/>
                <a:ext cx="101756" cy="67838"/>
              </a:xfrm>
              <a:custGeom>
                <a:avLst/>
                <a:gdLst>
                  <a:gd name="connsiteX0" fmla="*/ 82422 w 101756"/>
                  <a:gd name="connsiteY0" fmla="*/ 67498 h 67837"/>
                  <a:gd name="connsiteX1" fmla="*/ 93277 w 101756"/>
                  <a:gd name="connsiteY1" fmla="*/ 62750 h 67837"/>
                  <a:gd name="connsiteX2" fmla="*/ 98025 w 101756"/>
                  <a:gd name="connsiteY2" fmla="*/ 51896 h 67837"/>
                  <a:gd name="connsiteX3" fmla="*/ 98025 w 101756"/>
                  <a:gd name="connsiteY3" fmla="*/ 5088 h 67837"/>
                  <a:gd name="connsiteX4" fmla="*/ 5088 w 101756"/>
                  <a:gd name="connsiteY4" fmla="*/ 5088 h 67837"/>
                  <a:gd name="connsiteX5" fmla="*/ 5088 w 101756"/>
                  <a:gd name="connsiteY5" fmla="*/ 51896 h 67837"/>
                  <a:gd name="connsiteX6" fmla="*/ 9837 w 101756"/>
                  <a:gd name="connsiteY6" fmla="*/ 62750 h 67837"/>
                  <a:gd name="connsiteX7" fmla="*/ 20690 w 101756"/>
                  <a:gd name="connsiteY7" fmla="*/ 67498 h 67837"/>
                  <a:gd name="connsiteX8" fmla="*/ 82422 w 101756"/>
                  <a:gd name="connsiteY8" fmla="*/ 67498 h 6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756" h="67837">
                    <a:moveTo>
                      <a:pt x="82422" y="67498"/>
                    </a:moveTo>
                    <a:cubicBezTo>
                      <a:pt x="86493" y="67498"/>
                      <a:pt x="90563" y="66142"/>
                      <a:pt x="93277" y="62750"/>
                    </a:cubicBezTo>
                    <a:cubicBezTo>
                      <a:pt x="96669" y="59358"/>
                      <a:pt x="98025" y="55966"/>
                      <a:pt x="98025" y="51896"/>
                    </a:cubicBezTo>
                    <a:lnTo>
                      <a:pt x="98025" y="5088"/>
                    </a:lnTo>
                    <a:lnTo>
                      <a:pt x="5088" y="5088"/>
                    </a:lnTo>
                    <a:lnTo>
                      <a:pt x="5088" y="51896"/>
                    </a:lnTo>
                    <a:cubicBezTo>
                      <a:pt x="5088" y="55966"/>
                      <a:pt x="6445" y="60036"/>
                      <a:pt x="9837" y="62750"/>
                    </a:cubicBezTo>
                    <a:cubicBezTo>
                      <a:pt x="13228" y="66142"/>
                      <a:pt x="16620" y="67498"/>
                      <a:pt x="20690" y="67498"/>
                    </a:cubicBezTo>
                    <a:lnTo>
                      <a:pt x="82422" y="67498"/>
                    </a:lnTo>
                    <a:close/>
                  </a:path>
                </a:pathLst>
              </a:custGeom>
              <a:solidFill>
                <a:srgbClr val="8DC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4032FD9-232F-A397-3D48-316B54F55EA3}"/>
                </a:ext>
              </a:extLst>
            </p:cNvPr>
            <p:cNvSpPr/>
            <p:nvPr/>
          </p:nvSpPr>
          <p:spPr>
            <a:xfrm>
              <a:off x="10144679" y="2139101"/>
              <a:ext cx="202526" cy="188102"/>
            </a:xfrm>
            <a:custGeom>
              <a:avLst/>
              <a:gdLst>
                <a:gd name="connsiteX0" fmla="*/ 30932 w 155880"/>
                <a:gd name="connsiteY0" fmla="*/ 128876 h 144778"/>
                <a:gd name="connsiteX1" fmla="*/ 36509 w 155880"/>
                <a:gd name="connsiteY1" fmla="*/ 129098 h 144778"/>
                <a:gd name="connsiteX2" fmla="*/ 36504 w 155880"/>
                <a:gd name="connsiteY2" fmla="*/ 134751 h 144778"/>
                <a:gd name="connsiteX3" fmla="*/ 28140 w 155880"/>
                <a:gd name="connsiteY3" fmla="*/ 143563 h 144778"/>
                <a:gd name="connsiteX4" fmla="*/ 25350 w 155880"/>
                <a:gd name="connsiteY4" fmla="*/ 144778 h 144778"/>
                <a:gd name="connsiteX5" fmla="*/ 21402 w 155880"/>
                <a:gd name="connsiteY5" fmla="*/ 140626 h 144778"/>
                <a:gd name="connsiteX6" fmla="*/ 22559 w 155880"/>
                <a:gd name="connsiteY6" fmla="*/ 137686 h 144778"/>
                <a:gd name="connsiteX7" fmla="*/ 14763 w 155880"/>
                <a:gd name="connsiteY7" fmla="*/ 100661 h 144778"/>
                <a:gd name="connsiteX8" fmla="*/ 19993 w 155880"/>
                <a:gd name="connsiteY8" fmla="*/ 102712 h 144778"/>
                <a:gd name="connsiteX9" fmla="*/ 18044 w 155880"/>
                <a:gd name="connsiteY9" fmla="*/ 108217 h 144778"/>
                <a:gd name="connsiteX10" fmla="*/ 7569 w 155880"/>
                <a:gd name="connsiteY10" fmla="*/ 113253 h 144778"/>
                <a:gd name="connsiteX11" fmla="*/ 5931 w 155880"/>
                <a:gd name="connsiteY11" fmla="*/ 113629 h 144778"/>
                <a:gd name="connsiteX12" fmla="*/ 1979 w 155880"/>
                <a:gd name="connsiteY12" fmla="*/ 109481 h 144778"/>
                <a:gd name="connsiteX13" fmla="*/ 4289 w 155880"/>
                <a:gd name="connsiteY13" fmla="*/ 105695 h 144778"/>
                <a:gd name="connsiteX14" fmla="*/ 52656 w 155880"/>
                <a:gd name="connsiteY14" fmla="*/ 71759 h 144778"/>
                <a:gd name="connsiteX15" fmla="*/ 49396 w 155880"/>
                <a:gd name="connsiteY15" fmla="*/ 72798 h 144778"/>
                <a:gd name="connsiteX16" fmla="*/ 48834 w 155880"/>
                <a:gd name="connsiteY16" fmla="*/ 76283 h 144778"/>
                <a:gd name="connsiteX17" fmla="*/ 46606 w 155880"/>
                <a:gd name="connsiteY17" fmla="*/ 78191 h 144778"/>
                <a:gd name="connsiteX18" fmla="*/ 43236 w 155880"/>
                <a:gd name="connsiteY18" fmla="*/ 78089 h 144778"/>
                <a:gd name="connsiteX19" fmla="*/ 41618 w 155880"/>
                <a:gd name="connsiteY19" fmla="*/ 81257 h 144778"/>
                <a:gd name="connsiteX20" fmla="*/ 43542 w 155880"/>
                <a:gd name="connsiteY20" fmla="*/ 84162 h 144778"/>
                <a:gd name="connsiteX21" fmla="*/ 43282 w 155880"/>
                <a:gd name="connsiteY21" fmla="*/ 87186 h 144778"/>
                <a:gd name="connsiteX22" fmla="*/ 40825 w 155880"/>
                <a:gd name="connsiteY22" fmla="*/ 89585 h 144778"/>
                <a:gd name="connsiteX23" fmla="*/ 41812 w 155880"/>
                <a:gd name="connsiteY23" fmla="*/ 93016 h 144778"/>
                <a:gd name="connsiteX24" fmla="*/ 45125 w 155880"/>
                <a:gd name="connsiteY24" fmla="*/ 93622 h 144778"/>
                <a:gd name="connsiteX25" fmla="*/ 46922 w 155880"/>
                <a:gd name="connsiteY25" fmla="*/ 95986 h 144778"/>
                <a:gd name="connsiteX26" fmla="*/ 46845 w 155880"/>
                <a:gd name="connsiteY26" fmla="*/ 99517 h 144778"/>
                <a:gd name="connsiteX27" fmla="*/ 49838 w 155880"/>
                <a:gd name="connsiteY27" fmla="*/ 101211 h 144778"/>
                <a:gd name="connsiteX28" fmla="*/ 52601 w 155880"/>
                <a:gd name="connsiteY28" fmla="*/ 99193 h 144778"/>
                <a:gd name="connsiteX29" fmla="*/ 55458 w 155880"/>
                <a:gd name="connsiteY29" fmla="*/ 99494 h 144778"/>
                <a:gd name="connsiteX30" fmla="*/ 57759 w 155880"/>
                <a:gd name="connsiteY30" fmla="*/ 102050 h 144778"/>
                <a:gd name="connsiteX31" fmla="*/ 61018 w 155880"/>
                <a:gd name="connsiteY31" fmla="*/ 101012 h 144778"/>
                <a:gd name="connsiteX32" fmla="*/ 61581 w 155880"/>
                <a:gd name="connsiteY32" fmla="*/ 97527 h 144778"/>
                <a:gd name="connsiteX33" fmla="*/ 63832 w 155880"/>
                <a:gd name="connsiteY33" fmla="*/ 95633 h 144778"/>
                <a:gd name="connsiteX34" fmla="*/ 67186 w 155880"/>
                <a:gd name="connsiteY34" fmla="*/ 95739 h 144778"/>
                <a:gd name="connsiteX35" fmla="*/ 68804 w 155880"/>
                <a:gd name="connsiteY35" fmla="*/ 92565 h 144778"/>
                <a:gd name="connsiteX36" fmla="*/ 66867 w 155880"/>
                <a:gd name="connsiteY36" fmla="*/ 89664 h 144778"/>
                <a:gd name="connsiteX37" fmla="*/ 67153 w 155880"/>
                <a:gd name="connsiteY37" fmla="*/ 86657 h 144778"/>
                <a:gd name="connsiteX38" fmla="*/ 69610 w 155880"/>
                <a:gd name="connsiteY38" fmla="*/ 84218 h 144778"/>
                <a:gd name="connsiteX39" fmla="*/ 68623 w 155880"/>
                <a:gd name="connsiteY39" fmla="*/ 80787 h 144778"/>
                <a:gd name="connsiteX40" fmla="*/ 65312 w 155880"/>
                <a:gd name="connsiteY40" fmla="*/ 80197 h 144778"/>
                <a:gd name="connsiteX41" fmla="*/ 63493 w 155880"/>
                <a:gd name="connsiteY41" fmla="*/ 77832 h 144778"/>
                <a:gd name="connsiteX42" fmla="*/ 63593 w 155880"/>
                <a:gd name="connsiteY42" fmla="*/ 74301 h 144778"/>
                <a:gd name="connsiteX43" fmla="*/ 60584 w 155880"/>
                <a:gd name="connsiteY43" fmla="*/ 72596 h 144778"/>
                <a:gd name="connsiteX44" fmla="*/ 57840 w 155880"/>
                <a:gd name="connsiteY44" fmla="*/ 74631 h 144778"/>
                <a:gd name="connsiteX45" fmla="*/ 54961 w 155880"/>
                <a:gd name="connsiteY45" fmla="*/ 74337 h 144778"/>
                <a:gd name="connsiteX46" fmla="*/ 3946 w 155880"/>
                <a:gd name="connsiteY46" fmla="*/ 67618 h 144778"/>
                <a:gd name="connsiteX47" fmla="*/ 14874 w 155880"/>
                <a:gd name="connsiteY47" fmla="*/ 67618 h 144778"/>
                <a:gd name="connsiteX48" fmla="*/ 18820 w 155880"/>
                <a:gd name="connsiteY48" fmla="*/ 71772 h 144778"/>
                <a:gd name="connsiteX49" fmla="*/ 14874 w 155880"/>
                <a:gd name="connsiteY49" fmla="*/ 75926 h 144778"/>
                <a:gd name="connsiteX50" fmla="*/ 3946 w 155880"/>
                <a:gd name="connsiteY50" fmla="*/ 75926 h 144778"/>
                <a:gd name="connsiteX51" fmla="*/ 0 w 155880"/>
                <a:gd name="connsiteY51" fmla="*/ 71772 h 144778"/>
                <a:gd name="connsiteX52" fmla="*/ 3946 w 155880"/>
                <a:gd name="connsiteY52" fmla="*/ 67618 h 144778"/>
                <a:gd name="connsiteX53" fmla="*/ 60267 w 155880"/>
                <a:gd name="connsiteY53" fmla="*/ 40729 h 144778"/>
                <a:gd name="connsiteX54" fmla="*/ 57007 w 155880"/>
                <a:gd name="connsiteY54" fmla="*/ 41767 h 144778"/>
                <a:gd name="connsiteX55" fmla="*/ 56431 w 155880"/>
                <a:gd name="connsiteY55" fmla="*/ 45256 h 144778"/>
                <a:gd name="connsiteX56" fmla="*/ 54185 w 155880"/>
                <a:gd name="connsiteY56" fmla="*/ 47148 h 144778"/>
                <a:gd name="connsiteX57" fmla="*/ 50831 w 155880"/>
                <a:gd name="connsiteY57" fmla="*/ 47042 h 144778"/>
                <a:gd name="connsiteX58" fmla="*/ 49187 w 155880"/>
                <a:gd name="connsiteY58" fmla="*/ 50224 h 144778"/>
                <a:gd name="connsiteX59" fmla="*/ 51151 w 155880"/>
                <a:gd name="connsiteY59" fmla="*/ 53119 h 144778"/>
                <a:gd name="connsiteX60" fmla="*/ 50870 w 155880"/>
                <a:gd name="connsiteY60" fmla="*/ 56126 h 144778"/>
                <a:gd name="connsiteX61" fmla="*/ 48422 w 155880"/>
                <a:gd name="connsiteY61" fmla="*/ 58554 h 144778"/>
                <a:gd name="connsiteX62" fmla="*/ 49408 w 155880"/>
                <a:gd name="connsiteY62" fmla="*/ 61985 h 144778"/>
                <a:gd name="connsiteX63" fmla="*/ 52717 w 155880"/>
                <a:gd name="connsiteY63" fmla="*/ 62575 h 144778"/>
                <a:gd name="connsiteX64" fmla="*/ 54531 w 155880"/>
                <a:gd name="connsiteY64" fmla="*/ 64920 h 144778"/>
                <a:gd name="connsiteX65" fmla="*/ 54406 w 155880"/>
                <a:gd name="connsiteY65" fmla="*/ 68490 h 144778"/>
                <a:gd name="connsiteX66" fmla="*/ 57415 w 155880"/>
                <a:gd name="connsiteY66" fmla="*/ 70195 h 144778"/>
                <a:gd name="connsiteX67" fmla="*/ 60160 w 155880"/>
                <a:gd name="connsiteY67" fmla="*/ 68160 h 144778"/>
                <a:gd name="connsiteX68" fmla="*/ 63019 w 155880"/>
                <a:gd name="connsiteY68" fmla="*/ 68461 h 144778"/>
                <a:gd name="connsiteX69" fmla="*/ 65324 w 155880"/>
                <a:gd name="connsiteY69" fmla="*/ 71038 h 144778"/>
                <a:gd name="connsiteX70" fmla="*/ 68583 w 155880"/>
                <a:gd name="connsiteY70" fmla="*/ 70000 h 144778"/>
                <a:gd name="connsiteX71" fmla="*/ 69160 w 155880"/>
                <a:gd name="connsiteY71" fmla="*/ 66511 h 144778"/>
                <a:gd name="connsiteX72" fmla="*/ 71389 w 155880"/>
                <a:gd name="connsiteY72" fmla="*/ 64588 h 144778"/>
                <a:gd name="connsiteX73" fmla="*/ 74744 w 155880"/>
                <a:gd name="connsiteY73" fmla="*/ 64694 h 144778"/>
                <a:gd name="connsiteX74" fmla="*/ 76362 w 155880"/>
                <a:gd name="connsiteY74" fmla="*/ 61526 h 144778"/>
                <a:gd name="connsiteX75" fmla="*/ 74428 w 155880"/>
                <a:gd name="connsiteY75" fmla="*/ 58652 h 144778"/>
                <a:gd name="connsiteX76" fmla="*/ 74740 w 155880"/>
                <a:gd name="connsiteY76" fmla="*/ 55605 h 144778"/>
                <a:gd name="connsiteX77" fmla="*/ 77188 w 155880"/>
                <a:gd name="connsiteY77" fmla="*/ 53179 h 144778"/>
                <a:gd name="connsiteX78" fmla="*/ 76202 w 155880"/>
                <a:gd name="connsiteY78" fmla="*/ 49746 h 144778"/>
                <a:gd name="connsiteX79" fmla="*/ 72891 w 155880"/>
                <a:gd name="connsiteY79" fmla="*/ 49156 h 144778"/>
                <a:gd name="connsiteX80" fmla="*/ 71078 w 155880"/>
                <a:gd name="connsiteY80" fmla="*/ 46812 h 144778"/>
                <a:gd name="connsiteX81" fmla="*/ 71180 w 155880"/>
                <a:gd name="connsiteY81" fmla="*/ 43262 h 144778"/>
                <a:gd name="connsiteX82" fmla="*/ 68171 w 155880"/>
                <a:gd name="connsiteY82" fmla="*/ 41559 h 144778"/>
                <a:gd name="connsiteX83" fmla="*/ 65424 w 155880"/>
                <a:gd name="connsiteY83" fmla="*/ 43586 h 144778"/>
                <a:gd name="connsiteX84" fmla="*/ 62567 w 155880"/>
                <a:gd name="connsiteY84" fmla="*/ 43285 h 144778"/>
                <a:gd name="connsiteX85" fmla="*/ 10491 w 155880"/>
                <a:gd name="connsiteY85" fmla="*/ 31563 h 144778"/>
                <a:gd name="connsiteX86" fmla="*/ 22867 w 155880"/>
                <a:gd name="connsiteY86" fmla="*/ 37071 h 144778"/>
                <a:gd name="connsiteX87" fmla="*/ 24964 w 155880"/>
                <a:gd name="connsiteY87" fmla="*/ 42514 h 144778"/>
                <a:gd name="connsiteX88" fmla="*/ 21328 w 155880"/>
                <a:gd name="connsiteY88" fmla="*/ 45050 h 144778"/>
                <a:gd name="connsiteX89" fmla="*/ 19791 w 155880"/>
                <a:gd name="connsiteY89" fmla="*/ 44722 h 144778"/>
                <a:gd name="connsiteX90" fmla="*/ 7417 w 155880"/>
                <a:gd name="connsiteY90" fmla="*/ 39214 h 144778"/>
                <a:gd name="connsiteX91" fmla="*/ 5355 w 155880"/>
                <a:gd name="connsiteY91" fmla="*/ 33755 h 144778"/>
                <a:gd name="connsiteX92" fmla="*/ 10491 w 155880"/>
                <a:gd name="connsiteY92" fmla="*/ 31563 h 144778"/>
                <a:gd name="connsiteX93" fmla="*/ 111035 w 155880"/>
                <a:gd name="connsiteY93" fmla="*/ 3977 h 144778"/>
                <a:gd name="connsiteX94" fmla="*/ 129607 w 155880"/>
                <a:gd name="connsiteY94" fmla="*/ 21118 h 144778"/>
                <a:gd name="connsiteX95" fmla="*/ 130057 w 155880"/>
                <a:gd name="connsiteY95" fmla="*/ 21252 h 144778"/>
                <a:gd name="connsiteX96" fmla="*/ 141206 w 155880"/>
                <a:gd name="connsiteY96" fmla="*/ 42955 h 144778"/>
                <a:gd name="connsiteX97" fmla="*/ 142683 w 155880"/>
                <a:gd name="connsiteY97" fmla="*/ 43804 h 144778"/>
                <a:gd name="connsiteX98" fmla="*/ 149517 w 155880"/>
                <a:gd name="connsiteY98" fmla="*/ 72741 h 144778"/>
                <a:gd name="connsiteX99" fmla="*/ 155880 w 155880"/>
                <a:gd name="connsiteY99" fmla="*/ 88563 h 144778"/>
                <a:gd name="connsiteX100" fmla="*/ 143647 w 155880"/>
                <a:gd name="connsiteY100" fmla="*/ 108615 h 144778"/>
                <a:gd name="connsiteX101" fmla="*/ 143647 w 155880"/>
                <a:gd name="connsiteY101" fmla="*/ 108798 h 144778"/>
                <a:gd name="connsiteX102" fmla="*/ 143201 w 155880"/>
                <a:gd name="connsiteY102" fmla="*/ 113151 h 144778"/>
                <a:gd name="connsiteX103" fmla="*/ 120330 w 155880"/>
                <a:gd name="connsiteY103" fmla="*/ 128563 h 144778"/>
                <a:gd name="connsiteX104" fmla="*/ 107825 w 155880"/>
                <a:gd name="connsiteY104" fmla="*/ 138229 h 144778"/>
                <a:gd name="connsiteX105" fmla="*/ 94712 w 155880"/>
                <a:gd name="connsiteY105" fmla="*/ 124435 h 144778"/>
                <a:gd name="connsiteX106" fmla="*/ 94712 w 155880"/>
                <a:gd name="connsiteY106" fmla="*/ 22342 h 144778"/>
                <a:gd name="connsiteX107" fmla="*/ 111035 w 155880"/>
                <a:gd name="connsiteY107" fmla="*/ 3977 h 144778"/>
                <a:gd name="connsiteX108" fmla="*/ 69343 w 155880"/>
                <a:gd name="connsiteY108" fmla="*/ 3945 h 144778"/>
                <a:gd name="connsiteX109" fmla="*/ 69345 w 155880"/>
                <a:gd name="connsiteY109" fmla="*/ 3945 h 144778"/>
                <a:gd name="connsiteX110" fmla="*/ 86820 w 155880"/>
                <a:gd name="connsiteY110" fmla="*/ 22342 h 144778"/>
                <a:gd name="connsiteX111" fmla="*/ 86820 w 155880"/>
                <a:gd name="connsiteY111" fmla="*/ 124435 h 144778"/>
                <a:gd name="connsiteX112" fmla="*/ 77663 w 155880"/>
                <a:gd name="connsiteY112" fmla="*/ 137560 h 144778"/>
                <a:gd name="connsiteX113" fmla="*/ 61214 w 155880"/>
                <a:gd name="connsiteY113" fmla="*/ 128564 h 144778"/>
                <a:gd name="connsiteX114" fmla="*/ 57080 w 155880"/>
                <a:gd name="connsiteY114" fmla="*/ 129033 h 144778"/>
                <a:gd name="connsiteX115" fmla="*/ 37895 w 155880"/>
                <a:gd name="connsiteY115" fmla="*/ 108798 h 144778"/>
                <a:gd name="connsiteX116" fmla="*/ 37895 w 155880"/>
                <a:gd name="connsiteY116" fmla="*/ 108615 h 144778"/>
                <a:gd name="connsiteX117" fmla="*/ 31557 w 155880"/>
                <a:gd name="connsiteY117" fmla="*/ 103907 h 144778"/>
                <a:gd name="connsiteX118" fmla="*/ 32017 w 155880"/>
                <a:gd name="connsiteY118" fmla="*/ 72741 h 144778"/>
                <a:gd name="connsiteX119" fmla="*/ 31206 w 155880"/>
                <a:gd name="connsiteY119" fmla="*/ 71179 h 144778"/>
                <a:gd name="connsiteX120" fmla="*/ 40326 w 155880"/>
                <a:gd name="connsiteY120" fmla="*/ 42955 h 144778"/>
                <a:gd name="connsiteX121" fmla="*/ 40198 w 155880"/>
                <a:gd name="connsiteY121" fmla="*/ 42478 h 144778"/>
                <a:gd name="connsiteX122" fmla="*/ 51926 w 155880"/>
                <a:gd name="connsiteY122" fmla="*/ 21117 h 144778"/>
                <a:gd name="connsiteX123" fmla="*/ 69343 w 155880"/>
                <a:gd name="connsiteY123" fmla="*/ 3945 h 144778"/>
                <a:gd name="connsiteX124" fmla="*/ 29270 w 155880"/>
                <a:gd name="connsiteY124" fmla="*/ 1166 h 144778"/>
                <a:gd name="connsiteX125" fmla="*/ 29367 w 155880"/>
                <a:gd name="connsiteY125" fmla="*/ 1268 h 144778"/>
                <a:gd name="connsiteX126" fmla="*/ 37737 w 155880"/>
                <a:gd name="connsiteY126" fmla="*/ 10080 h 144778"/>
                <a:gd name="connsiteX127" fmla="*/ 37736 w 155880"/>
                <a:gd name="connsiteY127" fmla="*/ 15955 h 144778"/>
                <a:gd name="connsiteX128" fmla="*/ 34947 w 155880"/>
                <a:gd name="connsiteY128" fmla="*/ 17171 h 144778"/>
                <a:gd name="connsiteX129" fmla="*/ 32157 w 155880"/>
                <a:gd name="connsiteY129" fmla="*/ 15954 h 144778"/>
                <a:gd name="connsiteX130" fmla="*/ 23787 w 155880"/>
                <a:gd name="connsiteY130" fmla="*/ 7141 h 144778"/>
                <a:gd name="connsiteX131" fmla="*/ 23690 w 155880"/>
                <a:gd name="connsiteY131" fmla="*/ 1268 h 144778"/>
                <a:gd name="connsiteX132" fmla="*/ 29270 w 155880"/>
                <a:gd name="connsiteY132" fmla="*/ 1166 h 14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55880" h="144778">
                  <a:moveTo>
                    <a:pt x="30932" y="128876"/>
                  </a:moveTo>
                  <a:cubicBezTo>
                    <a:pt x="32530" y="127316"/>
                    <a:pt x="35027" y="127415"/>
                    <a:pt x="36509" y="129098"/>
                  </a:cubicBezTo>
                  <a:cubicBezTo>
                    <a:pt x="37914" y="130693"/>
                    <a:pt x="37911" y="133159"/>
                    <a:pt x="36504" y="134751"/>
                  </a:cubicBezTo>
                  <a:lnTo>
                    <a:pt x="28140" y="143563"/>
                  </a:lnTo>
                  <a:cubicBezTo>
                    <a:pt x="27400" y="144343"/>
                    <a:pt x="26396" y="144780"/>
                    <a:pt x="25350" y="144778"/>
                  </a:cubicBezTo>
                  <a:cubicBezTo>
                    <a:pt x="23170" y="144779"/>
                    <a:pt x="21403" y="142920"/>
                    <a:pt x="21402" y="140626"/>
                  </a:cubicBezTo>
                  <a:cubicBezTo>
                    <a:pt x="21402" y="139523"/>
                    <a:pt x="21818" y="138465"/>
                    <a:pt x="22559" y="137686"/>
                  </a:cubicBezTo>
                  <a:close/>
                  <a:moveTo>
                    <a:pt x="14763" y="100661"/>
                  </a:moveTo>
                  <a:cubicBezTo>
                    <a:pt x="16745" y="99707"/>
                    <a:pt x="19087" y="100625"/>
                    <a:pt x="19993" y="102712"/>
                  </a:cubicBezTo>
                  <a:cubicBezTo>
                    <a:pt x="20899" y="104798"/>
                    <a:pt x="20026" y="107263"/>
                    <a:pt x="18044" y="108217"/>
                  </a:cubicBezTo>
                  <a:lnTo>
                    <a:pt x="7569" y="113253"/>
                  </a:lnTo>
                  <a:cubicBezTo>
                    <a:pt x="7055" y="113500"/>
                    <a:pt x="6496" y="113629"/>
                    <a:pt x="5931" y="113629"/>
                  </a:cubicBezTo>
                  <a:cubicBezTo>
                    <a:pt x="3751" y="113632"/>
                    <a:pt x="1982" y="111775"/>
                    <a:pt x="1979" y="109481"/>
                  </a:cubicBezTo>
                  <a:cubicBezTo>
                    <a:pt x="1977" y="107851"/>
                    <a:pt x="2880" y="106371"/>
                    <a:pt x="4289" y="105695"/>
                  </a:cubicBezTo>
                  <a:close/>
                  <a:moveTo>
                    <a:pt x="52656" y="71759"/>
                  </a:moveTo>
                  <a:lnTo>
                    <a:pt x="49396" y="72798"/>
                  </a:lnTo>
                  <a:lnTo>
                    <a:pt x="48834" y="76283"/>
                  </a:lnTo>
                  <a:cubicBezTo>
                    <a:pt x="48021" y="76821"/>
                    <a:pt x="47273" y="77462"/>
                    <a:pt x="46606" y="78191"/>
                  </a:cubicBezTo>
                  <a:lnTo>
                    <a:pt x="43236" y="78089"/>
                  </a:lnTo>
                  <a:lnTo>
                    <a:pt x="41618" y="81257"/>
                  </a:lnTo>
                  <a:lnTo>
                    <a:pt x="43542" y="84162"/>
                  </a:lnTo>
                  <a:cubicBezTo>
                    <a:pt x="43339" y="85155"/>
                    <a:pt x="43252" y="86171"/>
                    <a:pt x="43282" y="87186"/>
                  </a:cubicBezTo>
                  <a:lnTo>
                    <a:pt x="40825" y="89585"/>
                  </a:lnTo>
                  <a:lnTo>
                    <a:pt x="41812" y="93016"/>
                  </a:lnTo>
                  <a:lnTo>
                    <a:pt x="45125" y="93622"/>
                  </a:lnTo>
                  <a:cubicBezTo>
                    <a:pt x="45631" y="94484"/>
                    <a:pt x="46234" y="95278"/>
                    <a:pt x="46922" y="95986"/>
                  </a:cubicBezTo>
                  <a:lnTo>
                    <a:pt x="46845" y="99517"/>
                  </a:lnTo>
                  <a:lnTo>
                    <a:pt x="49838" y="101211"/>
                  </a:lnTo>
                  <a:lnTo>
                    <a:pt x="52601" y="99193"/>
                  </a:lnTo>
                  <a:cubicBezTo>
                    <a:pt x="53538" y="99414"/>
                    <a:pt x="54497" y="99515"/>
                    <a:pt x="55458" y="99494"/>
                  </a:cubicBezTo>
                  <a:lnTo>
                    <a:pt x="57759" y="102050"/>
                  </a:lnTo>
                  <a:lnTo>
                    <a:pt x="61018" y="101012"/>
                  </a:lnTo>
                  <a:lnTo>
                    <a:pt x="61581" y="97527"/>
                  </a:lnTo>
                  <a:cubicBezTo>
                    <a:pt x="62402" y="96994"/>
                    <a:pt x="63158" y="96358"/>
                    <a:pt x="63832" y="95633"/>
                  </a:cubicBezTo>
                  <a:lnTo>
                    <a:pt x="67186" y="95739"/>
                  </a:lnTo>
                  <a:lnTo>
                    <a:pt x="68804" y="92565"/>
                  </a:lnTo>
                  <a:lnTo>
                    <a:pt x="66867" y="89664"/>
                  </a:lnTo>
                  <a:cubicBezTo>
                    <a:pt x="67078" y="88677"/>
                    <a:pt x="67174" y="87668"/>
                    <a:pt x="67153" y="86657"/>
                  </a:cubicBezTo>
                  <a:lnTo>
                    <a:pt x="69610" y="84218"/>
                  </a:lnTo>
                  <a:lnTo>
                    <a:pt x="68623" y="80787"/>
                  </a:lnTo>
                  <a:lnTo>
                    <a:pt x="65312" y="80197"/>
                  </a:lnTo>
                  <a:cubicBezTo>
                    <a:pt x="64801" y="79333"/>
                    <a:pt x="64189" y="78538"/>
                    <a:pt x="63493" y="77832"/>
                  </a:cubicBezTo>
                  <a:lnTo>
                    <a:pt x="63593" y="74301"/>
                  </a:lnTo>
                  <a:lnTo>
                    <a:pt x="60584" y="72596"/>
                  </a:lnTo>
                  <a:lnTo>
                    <a:pt x="57840" y="74631"/>
                  </a:lnTo>
                  <a:cubicBezTo>
                    <a:pt x="56895" y="74410"/>
                    <a:pt x="55928" y="74311"/>
                    <a:pt x="54961" y="74337"/>
                  </a:cubicBezTo>
                  <a:close/>
                  <a:moveTo>
                    <a:pt x="3946" y="67618"/>
                  </a:moveTo>
                  <a:lnTo>
                    <a:pt x="14874" y="67618"/>
                  </a:lnTo>
                  <a:cubicBezTo>
                    <a:pt x="17053" y="67618"/>
                    <a:pt x="18820" y="69478"/>
                    <a:pt x="18820" y="71772"/>
                  </a:cubicBezTo>
                  <a:cubicBezTo>
                    <a:pt x="18820" y="74066"/>
                    <a:pt x="17053" y="75926"/>
                    <a:pt x="14874" y="75926"/>
                  </a:cubicBezTo>
                  <a:lnTo>
                    <a:pt x="3946" y="75926"/>
                  </a:lnTo>
                  <a:cubicBezTo>
                    <a:pt x="1767" y="75926"/>
                    <a:pt x="0" y="74066"/>
                    <a:pt x="0" y="71772"/>
                  </a:cubicBezTo>
                  <a:cubicBezTo>
                    <a:pt x="0" y="69478"/>
                    <a:pt x="1767" y="67618"/>
                    <a:pt x="3946" y="67618"/>
                  </a:cubicBezTo>
                  <a:close/>
                  <a:moveTo>
                    <a:pt x="60267" y="40729"/>
                  </a:moveTo>
                  <a:lnTo>
                    <a:pt x="57007" y="41767"/>
                  </a:lnTo>
                  <a:lnTo>
                    <a:pt x="56431" y="45256"/>
                  </a:lnTo>
                  <a:cubicBezTo>
                    <a:pt x="55612" y="45788"/>
                    <a:pt x="54858" y="46424"/>
                    <a:pt x="54185" y="47148"/>
                  </a:cubicBezTo>
                  <a:lnTo>
                    <a:pt x="50831" y="47042"/>
                  </a:lnTo>
                  <a:lnTo>
                    <a:pt x="49187" y="50224"/>
                  </a:lnTo>
                  <a:lnTo>
                    <a:pt x="51151" y="53119"/>
                  </a:lnTo>
                  <a:cubicBezTo>
                    <a:pt x="50943" y="54106"/>
                    <a:pt x="50849" y="55116"/>
                    <a:pt x="50870" y="56126"/>
                  </a:cubicBezTo>
                  <a:lnTo>
                    <a:pt x="48422" y="58554"/>
                  </a:lnTo>
                  <a:lnTo>
                    <a:pt x="49408" y="61985"/>
                  </a:lnTo>
                  <a:lnTo>
                    <a:pt x="52717" y="62575"/>
                  </a:lnTo>
                  <a:cubicBezTo>
                    <a:pt x="53229" y="63431"/>
                    <a:pt x="53838" y="64219"/>
                    <a:pt x="54531" y="64920"/>
                  </a:cubicBezTo>
                  <a:lnTo>
                    <a:pt x="54406" y="68490"/>
                  </a:lnTo>
                  <a:lnTo>
                    <a:pt x="57415" y="70195"/>
                  </a:lnTo>
                  <a:lnTo>
                    <a:pt x="60160" y="68160"/>
                  </a:lnTo>
                  <a:cubicBezTo>
                    <a:pt x="61098" y="68383"/>
                    <a:pt x="62058" y="68484"/>
                    <a:pt x="63019" y="68461"/>
                  </a:cubicBezTo>
                  <a:lnTo>
                    <a:pt x="65324" y="71038"/>
                  </a:lnTo>
                  <a:lnTo>
                    <a:pt x="68583" y="70000"/>
                  </a:lnTo>
                  <a:lnTo>
                    <a:pt x="69160" y="66511"/>
                  </a:lnTo>
                  <a:cubicBezTo>
                    <a:pt x="69975" y="65968"/>
                    <a:pt x="70723" y="65322"/>
                    <a:pt x="71389" y="64588"/>
                  </a:cubicBezTo>
                  <a:lnTo>
                    <a:pt x="74744" y="64694"/>
                  </a:lnTo>
                  <a:lnTo>
                    <a:pt x="76362" y="61526"/>
                  </a:lnTo>
                  <a:lnTo>
                    <a:pt x="74428" y="58652"/>
                  </a:lnTo>
                  <a:cubicBezTo>
                    <a:pt x="74651" y="57654"/>
                    <a:pt x="74756" y="56630"/>
                    <a:pt x="74740" y="55605"/>
                  </a:cubicBezTo>
                  <a:lnTo>
                    <a:pt x="77188" y="53179"/>
                  </a:lnTo>
                  <a:lnTo>
                    <a:pt x="76202" y="49746"/>
                  </a:lnTo>
                  <a:lnTo>
                    <a:pt x="72891" y="49156"/>
                  </a:lnTo>
                  <a:cubicBezTo>
                    <a:pt x="72379" y="48300"/>
                    <a:pt x="71771" y="47513"/>
                    <a:pt x="71078" y="46812"/>
                  </a:cubicBezTo>
                  <a:lnTo>
                    <a:pt x="71180" y="43262"/>
                  </a:lnTo>
                  <a:lnTo>
                    <a:pt x="68171" y="41559"/>
                  </a:lnTo>
                  <a:lnTo>
                    <a:pt x="65424" y="43586"/>
                  </a:lnTo>
                  <a:cubicBezTo>
                    <a:pt x="64487" y="43365"/>
                    <a:pt x="63528" y="43264"/>
                    <a:pt x="62567" y="43285"/>
                  </a:cubicBezTo>
                  <a:close/>
                  <a:moveTo>
                    <a:pt x="10491" y="31563"/>
                  </a:moveTo>
                  <a:lnTo>
                    <a:pt x="22867" y="37071"/>
                  </a:lnTo>
                  <a:cubicBezTo>
                    <a:pt x="24874" y="37964"/>
                    <a:pt x="25813" y="40402"/>
                    <a:pt x="24964" y="42514"/>
                  </a:cubicBezTo>
                  <a:cubicBezTo>
                    <a:pt x="24346" y="44052"/>
                    <a:pt x="22914" y="45051"/>
                    <a:pt x="21328" y="45050"/>
                  </a:cubicBezTo>
                  <a:cubicBezTo>
                    <a:pt x="20800" y="45051"/>
                    <a:pt x="20277" y="44939"/>
                    <a:pt x="19791" y="44722"/>
                  </a:cubicBezTo>
                  <a:lnTo>
                    <a:pt x="7417" y="39214"/>
                  </a:lnTo>
                  <a:cubicBezTo>
                    <a:pt x="5415" y="38306"/>
                    <a:pt x="4493" y="35862"/>
                    <a:pt x="5355" y="33755"/>
                  </a:cubicBezTo>
                  <a:cubicBezTo>
                    <a:pt x="6210" y="31669"/>
                    <a:pt x="8498" y="30693"/>
                    <a:pt x="10491" y="31563"/>
                  </a:cubicBezTo>
                  <a:close/>
                  <a:moveTo>
                    <a:pt x="111035" y="3977"/>
                  </a:moveTo>
                  <a:cubicBezTo>
                    <a:pt x="120661" y="3312"/>
                    <a:pt x="128976" y="10987"/>
                    <a:pt x="129607" y="21118"/>
                  </a:cubicBezTo>
                  <a:cubicBezTo>
                    <a:pt x="129758" y="21161"/>
                    <a:pt x="129908" y="21205"/>
                    <a:pt x="130057" y="21252"/>
                  </a:cubicBezTo>
                  <a:cubicBezTo>
                    <a:pt x="138829" y="24005"/>
                    <a:pt x="143821" y="33721"/>
                    <a:pt x="141206" y="42955"/>
                  </a:cubicBezTo>
                  <a:cubicBezTo>
                    <a:pt x="141709" y="43216"/>
                    <a:pt x="142202" y="43499"/>
                    <a:pt x="142683" y="43804"/>
                  </a:cubicBezTo>
                  <a:cubicBezTo>
                    <a:pt x="152162" y="49809"/>
                    <a:pt x="155222" y="62764"/>
                    <a:pt x="149517" y="72741"/>
                  </a:cubicBezTo>
                  <a:cubicBezTo>
                    <a:pt x="153588" y="76889"/>
                    <a:pt x="155884" y="82599"/>
                    <a:pt x="155880" y="88563"/>
                  </a:cubicBezTo>
                  <a:cubicBezTo>
                    <a:pt x="155879" y="97190"/>
                    <a:pt x="151099" y="105024"/>
                    <a:pt x="143647" y="108615"/>
                  </a:cubicBezTo>
                  <a:cubicBezTo>
                    <a:pt x="143647" y="108677"/>
                    <a:pt x="143647" y="108738"/>
                    <a:pt x="143647" y="108798"/>
                  </a:cubicBezTo>
                  <a:cubicBezTo>
                    <a:pt x="143648" y="110262"/>
                    <a:pt x="143499" y="111721"/>
                    <a:pt x="143201" y="113151"/>
                  </a:cubicBezTo>
                  <a:cubicBezTo>
                    <a:pt x="140929" y="124055"/>
                    <a:pt x="130689" y="130955"/>
                    <a:pt x="120330" y="128563"/>
                  </a:cubicBezTo>
                  <a:cubicBezTo>
                    <a:pt x="118615" y="134314"/>
                    <a:pt x="113552" y="138228"/>
                    <a:pt x="107825" y="138229"/>
                  </a:cubicBezTo>
                  <a:cubicBezTo>
                    <a:pt x="100585" y="138232"/>
                    <a:pt x="94714" y="132056"/>
                    <a:pt x="94712" y="124435"/>
                  </a:cubicBezTo>
                  <a:lnTo>
                    <a:pt x="94712" y="22342"/>
                  </a:lnTo>
                  <a:cubicBezTo>
                    <a:pt x="94702" y="12648"/>
                    <a:pt x="101845" y="4612"/>
                    <a:pt x="111035" y="3977"/>
                  </a:cubicBezTo>
                  <a:close/>
                  <a:moveTo>
                    <a:pt x="69343" y="3945"/>
                  </a:moveTo>
                  <a:cubicBezTo>
                    <a:pt x="69344" y="3945"/>
                    <a:pt x="69345" y="3945"/>
                    <a:pt x="69345" y="3945"/>
                  </a:cubicBezTo>
                  <a:cubicBezTo>
                    <a:pt x="78997" y="3946"/>
                    <a:pt x="86821" y="12183"/>
                    <a:pt x="86820" y="22342"/>
                  </a:cubicBezTo>
                  <a:lnTo>
                    <a:pt x="86820" y="124435"/>
                  </a:lnTo>
                  <a:cubicBezTo>
                    <a:pt x="86807" y="130441"/>
                    <a:pt x="83104" y="135749"/>
                    <a:pt x="77663" y="137560"/>
                  </a:cubicBezTo>
                  <a:cubicBezTo>
                    <a:pt x="70760" y="139857"/>
                    <a:pt x="63396" y="135829"/>
                    <a:pt x="61214" y="128564"/>
                  </a:cubicBezTo>
                  <a:cubicBezTo>
                    <a:pt x="59856" y="128877"/>
                    <a:pt x="58470" y="129035"/>
                    <a:pt x="57080" y="129033"/>
                  </a:cubicBezTo>
                  <a:cubicBezTo>
                    <a:pt x="46474" y="129021"/>
                    <a:pt x="37884" y="119962"/>
                    <a:pt x="37895" y="108798"/>
                  </a:cubicBezTo>
                  <a:cubicBezTo>
                    <a:pt x="37895" y="108738"/>
                    <a:pt x="37895" y="108678"/>
                    <a:pt x="37895" y="108615"/>
                  </a:cubicBezTo>
                  <a:cubicBezTo>
                    <a:pt x="35522" y="107475"/>
                    <a:pt x="33372" y="105878"/>
                    <a:pt x="31557" y="103907"/>
                  </a:cubicBezTo>
                  <a:cubicBezTo>
                    <a:pt x="23507" y="95167"/>
                    <a:pt x="23713" y="81214"/>
                    <a:pt x="32017" y="72741"/>
                  </a:cubicBezTo>
                  <a:cubicBezTo>
                    <a:pt x="31726" y="72233"/>
                    <a:pt x="31456" y="71712"/>
                    <a:pt x="31206" y="71179"/>
                  </a:cubicBezTo>
                  <a:cubicBezTo>
                    <a:pt x="26320" y="60735"/>
                    <a:pt x="30403" y="48098"/>
                    <a:pt x="40326" y="42955"/>
                  </a:cubicBezTo>
                  <a:cubicBezTo>
                    <a:pt x="40281" y="42797"/>
                    <a:pt x="40238" y="42638"/>
                    <a:pt x="40198" y="42478"/>
                  </a:cubicBezTo>
                  <a:cubicBezTo>
                    <a:pt x="37832" y="33170"/>
                    <a:pt x="43083" y="23607"/>
                    <a:pt x="51926" y="21117"/>
                  </a:cubicBezTo>
                  <a:cubicBezTo>
                    <a:pt x="52531" y="11459"/>
                    <a:pt x="60148" y="3949"/>
                    <a:pt x="69343" y="3945"/>
                  </a:cubicBezTo>
                  <a:close/>
                  <a:moveTo>
                    <a:pt x="29270" y="1166"/>
                  </a:moveTo>
                  <a:cubicBezTo>
                    <a:pt x="29303" y="1199"/>
                    <a:pt x="29335" y="1233"/>
                    <a:pt x="29367" y="1268"/>
                  </a:cubicBezTo>
                  <a:lnTo>
                    <a:pt x="37737" y="10080"/>
                  </a:lnTo>
                  <a:cubicBezTo>
                    <a:pt x="39278" y="11703"/>
                    <a:pt x="39278" y="14333"/>
                    <a:pt x="37736" y="15955"/>
                  </a:cubicBezTo>
                  <a:cubicBezTo>
                    <a:pt x="36996" y="16733"/>
                    <a:pt x="35993" y="17171"/>
                    <a:pt x="34947" y="17171"/>
                  </a:cubicBezTo>
                  <a:cubicBezTo>
                    <a:pt x="33900" y="17172"/>
                    <a:pt x="32896" y="16734"/>
                    <a:pt x="32157" y="15954"/>
                  </a:cubicBezTo>
                  <a:lnTo>
                    <a:pt x="23787" y="7141"/>
                  </a:lnTo>
                  <a:cubicBezTo>
                    <a:pt x="22219" y="5548"/>
                    <a:pt x="22176" y="2918"/>
                    <a:pt x="23690" y="1268"/>
                  </a:cubicBezTo>
                  <a:cubicBezTo>
                    <a:pt x="25204" y="-382"/>
                    <a:pt x="27702" y="-428"/>
                    <a:pt x="29270" y="116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BD25F10-2846-FA0C-425F-66B59614358D}"/>
                </a:ext>
              </a:extLst>
            </p:cNvPr>
            <p:cNvSpPr/>
            <p:nvPr/>
          </p:nvSpPr>
          <p:spPr>
            <a:xfrm>
              <a:off x="10219636" y="2204684"/>
              <a:ext cx="13303" cy="14003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40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40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chemeClr val="tx1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C94B3FD-97EF-E1F7-6C75-8912D6F2B07F}"/>
                </a:ext>
              </a:extLst>
            </p:cNvPr>
            <p:cNvSpPr/>
            <p:nvPr/>
          </p:nvSpPr>
          <p:spPr>
            <a:xfrm>
              <a:off x="10209771" y="2245006"/>
              <a:ext cx="13303" cy="14003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39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39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chemeClr val="tx1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4408245F-5DE6-4FE1-B53D-F3259391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512531" y="1725009"/>
            <a:ext cx="721308" cy="7213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8FADCEC-A2D4-820D-D367-A31609FB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93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6851" y="1898286"/>
            <a:ext cx="552668" cy="374755"/>
          </a:xfrm>
          <a:prstGeom prst="rect">
            <a:avLst/>
          </a:prstGeom>
          <a:noFill/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6C720AA-39F7-5C9A-63C8-94E18E16929D}"/>
              </a:ext>
            </a:extLst>
          </p:cNvPr>
          <p:cNvSpPr/>
          <p:nvPr/>
        </p:nvSpPr>
        <p:spPr>
          <a:xfrm>
            <a:off x="8339134" y="2747467"/>
            <a:ext cx="3072790" cy="2908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0" tIns="45720" rIns="91440" bIns="45720" numCol="1" spcCol="1270" anchor="t" anchorCtr="0">
            <a:spAutoFit/>
          </a:bodyPr>
          <a:lstStyle/>
          <a:p>
            <a:pPr marR="0" lvl="0" indent="0" algn="ctr" defTabSz="2275850" fontAlgn="base">
              <a:spcBef>
                <a:spcPct val="0"/>
              </a:spcBef>
              <a:spcAft>
                <a:spcPts val="2987"/>
              </a:spcAft>
              <a:buClrTx/>
              <a:buSzTx/>
              <a:tabLst>
                <a:tab pos="1371600" algn="l"/>
              </a:tabLst>
              <a:defRPr/>
            </a:pPr>
            <a:r>
              <a:rPr lang="en-US" sz="28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SQL Server 2022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Cloud Connected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IQP NextGen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Ledger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Lakes</a:t>
            </a:r>
          </a:p>
          <a:p>
            <a:pPr marL="0" marR="0" lvl="1" indent="0" algn="ctr" defTabSz="8001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T-SQL enhancements</a:t>
            </a:r>
          </a:p>
        </p:txBody>
      </p:sp>
    </p:spTree>
    <p:extLst>
      <p:ext uri="{BB962C8B-B14F-4D97-AF65-F5344CB8AC3E}">
        <p14:creationId xmlns:p14="http://schemas.microsoft.com/office/powerpoint/2010/main" val="26563836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91667E-6 2.59259E-6 L 2.91667E-6 0.03541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70833E-6 3.33333E-6 L 2.70833E-6 0.03541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52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62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67" dur="7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72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77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7 3.33333E-6 L -2.08333E-7 0.03541 " pathEditMode="relative" rAng="0" ptsTypes="AA">
                                      <p:cBhvr>
                                        <p:cTn id="82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87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2" dur="7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97" dur="7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02" dur="7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07" dur="7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2.59259E-6 L 0 0.03541 " pathEditMode="relative" rAng="0" ptsTypes="AA">
                                      <p:cBhvr>
                                        <p:cTn id="112" dur="7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7 3.33333E-6 L -2.08333E-7 0.03541 " pathEditMode="relative" rAng="0" ptsTypes="AA">
                                      <p:cBhvr>
                                        <p:cTn id="123" dur="7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1" grpId="0" animBg="1"/>
      <p:bldP spid="4" grpId="0" animBg="1"/>
      <p:bldP spid="6" grpId="0"/>
      <p:bldP spid="6" grpId="1"/>
      <p:bldP spid="10" grpId="0" animBg="1"/>
      <p:bldP spid="10" grpId="1" animBg="1"/>
      <p:bldP spid="17" grpId="0" animBg="1"/>
      <p:bldP spid="17" grpId="1" animBg="1"/>
      <p:bldP spid="19" grpId="0" animBg="1"/>
      <p:bldP spid="19" grpId="1" animBg="1"/>
      <p:bldP spid="21" grpId="0" animBg="1"/>
      <p:bldP spid="21" grpId="1" animBg="1"/>
      <p:bldP spid="27" grpId="0"/>
      <p:bldP spid="27" grpId="1"/>
      <p:bldP spid="31" grpId="0" animBg="1"/>
      <p:bldP spid="31" grpId="1" animBg="1"/>
      <p:bldP spid="33" grpId="0" animBg="1"/>
      <p:bldP spid="33" grpId="1" animBg="1"/>
      <p:bldP spid="35" grpId="0" animBg="1"/>
      <p:bldP spid="35" grpId="1" animBg="1"/>
      <p:bldP spid="37" grpId="0" animBg="1"/>
      <p:bldP spid="37" grpId="1" animBg="1"/>
      <p:bldP spid="39" grpId="0" animBg="1"/>
      <p:bldP spid="39" grpId="1" animBg="1"/>
      <p:bldP spid="41" grpId="0" animBg="1"/>
      <p:bldP spid="41" grpId="1" animBg="1"/>
      <p:bldP spid="43" grpId="0"/>
      <p:bldP spid="43" grpId="1"/>
      <p:bldP spid="47" grpId="0" animBg="1"/>
      <p:bldP spid="47" grpId="1" animBg="1"/>
      <p:bldP spid="51" grpId="0" animBg="1"/>
      <p:bldP spid="51" grpId="1" animBg="1"/>
      <p:bldP spid="64" grpId="0" animBg="1"/>
      <p:bldP spid="64" grpId="1" animBg="1"/>
      <p:bldP spid="68" grpId="0"/>
      <p:bldP spid="6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47DDC-DCA4-7F06-80CD-A2CC35EB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Things You Need to Do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493C83-202D-6B65-2EBE-EB7DADB607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9128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94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90BB1-0440-926B-CDD5-ED3BAE20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SQL Server 2025 — Areas of Innovation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E58E22-A077-468F-FDD3-9481B3342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06027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466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443BF-1A2D-AF17-ED9A-C7B1253E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SQL Server 2025 — Meat and Potatoes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4F809-225F-3312-8543-2731E7604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81482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26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39F55-1E5C-D9BF-8EA2-38AE01EE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The SQL Server 2025 Platform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61854-B744-DD38-9841-1BD5500D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Outbound connections: Azure AI Foundry, Event Hub, Fabric, Entra </a:t>
            </a:r>
          </a:p>
          <a:p>
            <a:r>
              <a:rPr lang="en-US" sz="2000" dirty="0"/>
              <a:t>Local connections: AI models (</a:t>
            </a:r>
            <a:r>
              <a:rPr lang="en-US" sz="2000" dirty="0" err="1"/>
              <a:t>Ollama</a:t>
            </a:r>
            <a:r>
              <a:rPr lang="en-US" sz="2000" dirty="0"/>
              <a:t>, ONNX), REST endpoints, Semantic Kernel </a:t>
            </a:r>
          </a:p>
          <a:p>
            <a:r>
              <a:rPr lang="en-US" sz="2000" dirty="0"/>
              <a:t>Management plane: Arc, SSMS 22 with Copilot, VS Code </a:t>
            </a:r>
            <a:r>
              <a:rPr lang="en-US" sz="2000" dirty="0" err="1"/>
              <a:t>mssql</a:t>
            </a:r>
            <a:r>
              <a:rPr lang="en-US" sz="2000" dirty="0"/>
              <a:t> extension </a:t>
            </a:r>
          </a:p>
          <a:p>
            <a:r>
              <a:rPr lang="en-US" sz="2000" dirty="0"/>
              <a:t>Secondary replica capabilities: Query Store, backups, tuning, diagnostics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BFA24-0FEE-646D-C8D7-0F643C1D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4" r="44723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11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DDAB9-4B0D-EC49-BB95-41828F37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SSMS 22 — General Availability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1875-E792-E2AE-0E51-851D89476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Based on Visual Studio 2022 (64-bit)</a:t>
            </a:r>
          </a:p>
          <a:p>
            <a:r>
              <a:rPr lang="en-US" sz="1800" dirty="0"/>
              <a:t>Copilot integration (public preview)</a:t>
            </a:r>
          </a:p>
          <a:p>
            <a:r>
              <a:rPr lang="en-US" sz="1800" dirty="0"/>
              <a:t>Dark theme and multiple color themes</a:t>
            </a:r>
          </a:p>
          <a:p>
            <a:r>
              <a:rPr lang="en-US" sz="1800" dirty="0"/>
              <a:t>Git and TFS support</a:t>
            </a:r>
          </a:p>
          <a:p>
            <a:r>
              <a:rPr lang="en-US" sz="1800" dirty="0"/>
              <a:t>New connection experience</a:t>
            </a:r>
          </a:p>
          <a:p>
            <a:r>
              <a:rPr lang="en-US" sz="1800" dirty="0"/>
              <a:t>Windows ARM64 support</a:t>
            </a:r>
          </a:p>
          <a:p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8AAD51-C5E4-0ECD-0C87-4929B582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2032191"/>
            <a:ext cx="5628018" cy="256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2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3A364-20F7-D198-40BC-E46C731D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SSMS 22 — Developer Productivity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10CB39-BF1D-AF7B-0A26-E4DEF09F5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01036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91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508</Words>
  <Application>Microsoft Macintosh PowerPoint</Application>
  <PresentationFormat>Widescreen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Cascadia Code</vt:lpstr>
      <vt:lpstr>Segoe UI</vt:lpstr>
      <vt:lpstr>Segoe UI Semibold</vt:lpstr>
      <vt:lpstr>Segoe UI Variable Display Semibold</vt:lpstr>
      <vt:lpstr>Office Theme</vt:lpstr>
      <vt:lpstr>Agenda — What We'll Cover Today</vt:lpstr>
      <vt:lpstr>Data Is the Fuel That Powers AI</vt:lpstr>
      <vt:lpstr>Introducing SQL Server 2025</vt:lpstr>
      <vt:lpstr>PowerPoint Presentation</vt:lpstr>
      <vt:lpstr>Things You Need to Do </vt:lpstr>
      <vt:lpstr>SQL Server 2025 — Areas of Innovation</vt:lpstr>
      <vt:lpstr>SQL Server 2025 — Meat and Potatoes</vt:lpstr>
      <vt:lpstr>The SQL Server 2025 Platform Architecture</vt:lpstr>
      <vt:lpstr>SSMS 22 — General Availability</vt:lpstr>
      <vt:lpstr>SSMS 22 — Developer Productivity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Dantoni</dc:creator>
  <cp:lastModifiedBy>Joey Dantoni</cp:lastModifiedBy>
  <cp:revision>1</cp:revision>
  <dcterms:created xsi:type="dcterms:W3CDTF">2026-02-25T13:45:13Z</dcterms:created>
  <dcterms:modified xsi:type="dcterms:W3CDTF">2026-02-25T14:33:47Z</dcterms:modified>
</cp:coreProperties>
</file>